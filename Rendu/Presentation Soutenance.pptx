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5" r:id="rId1"/>
  </p:sldMasterIdLst>
  <p:notesMasterIdLst>
    <p:notesMasterId r:id="rId25"/>
  </p:notesMasterIdLst>
  <p:sldIdLst>
    <p:sldId id="256" r:id="rId2"/>
    <p:sldId id="314" r:id="rId3"/>
    <p:sldId id="313" r:id="rId4"/>
    <p:sldId id="321" r:id="rId5"/>
    <p:sldId id="322" r:id="rId6"/>
    <p:sldId id="342" r:id="rId7"/>
    <p:sldId id="317" r:id="rId8"/>
    <p:sldId id="318" r:id="rId9"/>
    <p:sldId id="319" r:id="rId10"/>
    <p:sldId id="323" r:id="rId11"/>
    <p:sldId id="326" r:id="rId12"/>
    <p:sldId id="327" r:id="rId13"/>
    <p:sldId id="334" r:id="rId14"/>
    <p:sldId id="338" r:id="rId15"/>
    <p:sldId id="324" r:id="rId16"/>
    <p:sldId id="341" r:id="rId17"/>
    <p:sldId id="325" r:id="rId18"/>
    <p:sldId id="328" r:id="rId19"/>
    <p:sldId id="329" r:id="rId20"/>
    <p:sldId id="330" r:id="rId21"/>
    <p:sldId id="337" r:id="rId22"/>
    <p:sldId id="339" r:id="rId23"/>
    <p:sldId id="340" r:id="rId24"/>
  </p:sldIdLst>
  <p:sldSz cx="9144000" cy="5143500" type="screen16x9"/>
  <p:notesSz cx="6858000" cy="9144000"/>
  <p:embeddedFontLst>
    <p:embeddedFont>
      <p:font typeface="Anaheim" panose="020B0604020202020204" charset="0"/>
      <p:regular r:id="rId26"/>
      <p:bold r:id="rId27"/>
    </p:embeddedFont>
    <p:embeddedFont>
      <p:font typeface="Archivo" pitchFamily="2" charset="0"/>
      <p:regular r:id="rId28"/>
      <p:bold r:id="rId29"/>
      <p:italic r:id="rId30"/>
      <p:boldItalic r:id="rId31"/>
    </p:embeddedFont>
    <p:embeddedFont>
      <p:font typeface="Archivo Light" pitchFamily="2" charset="0"/>
      <p:regular r:id="rId32"/>
      <p:italic r:id="rId33"/>
    </p:embeddedFont>
    <p:embeddedFont>
      <p:font typeface="IBM Plex Mono" panose="020B0509050203000203" pitchFamily="49" charset="0"/>
      <p:regular r:id="rId34"/>
      <p:bold r:id="rId35"/>
      <p:italic r:id="rId36"/>
      <p:boldItalic r:id="rId3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9F79010-8A3C-4446-BAD6-73539BAE8ED8}">
  <a:tblStyle styleId="{09F79010-8A3C-4446-BAD6-73539BAE8ED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B08355A5-54BC-4747-950D-78D2389A24D2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70" d="100"/>
          <a:sy n="170" d="100"/>
        </p:scale>
        <p:origin x="355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font" Target="fonts/font9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4.fntdata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7.fntdata"/><Relationship Id="rId37" Type="http://schemas.openxmlformats.org/officeDocument/2006/relationships/font" Target="fonts/font12.fntdata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36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openxmlformats.org/officeDocument/2006/relationships/font" Target="fonts/font10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font" Target="fonts/font8.fntdata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8" name="Google Shape;388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6">
          <a:extLst>
            <a:ext uri="{FF2B5EF4-FFF2-40B4-BE49-F238E27FC236}">
              <a16:creationId xmlns:a16="http://schemas.microsoft.com/office/drawing/2014/main" id="{345EE765-F893-99DB-0979-0CCE7719D7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g2933ed14694_0_48:notes">
            <a:extLst>
              <a:ext uri="{FF2B5EF4-FFF2-40B4-BE49-F238E27FC236}">
                <a16:creationId xmlns:a16="http://schemas.microsoft.com/office/drawing/2014/main" id="{513468CB-94D7-E6D5-F06D-6904F90972C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8" name="Google Shape;808;g2933ed14694_0_48:notes">
            <a:extLst>
              <a:ext uri="{FF2B5EF4-FFF2-40B4-BE49-F238E27FC236}">
                <a16:creationId xmlns:a16="http://schemas.microsoft.com/office/drawing/2014/main" id="{DC8DFC38-CC2B-A492-2FFF-E7B9AEB65DA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637196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2">
          <a:extLst>
            <a:ext uri="{FF2B5EF4-FFF2-40B4-BE49-F238E27FC236}">
              <a16:creationId xmlns:a16="http://schemas.microsoft.com/office/drawing/2014/main" id="{C2FF93C2-8EA6-7182-0ECC-DB9D3BAD9C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g292a81341b2_3_79:notes">
            <a:extLst>
              <a:ext uri="{FF2B5EF4-FFF2-40B4-BE49-F238E27FC236}">
                <a16:creationId xmlns:a16="http://schemas.microsoft.com/office/drawing/2014/main" id="{00C90BAA-F949-E0D6-4C69-63E584D1CBB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4" name="Google Shape;564;g292a81341b2_3_79:notes">
            <a:extLst>
              <a:ext uri="{FF2B5EF4-FFF2-40B4-BE49-F238E27FC236}">
                <a16:creationId xmlns:a16="http://schemas.microsoft.com/office/drawing/2014/main" id="{9F27C5C5-3BF6-FEE9-F1EE-C28B35B94FA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92208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5">
          <a:extLst>
            <a:ext uri="{FF2B5EF4-FFF2-40B4-BE49-F238E27FC236}">
              <a16:creationId xmlns:a16="http://schemas.microsoft.com/office/drawing/2014/main" id="{144C2A56-EF56-A8A0-C1A3-91480EE666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g292a81341b2_3_59:notes">
            <a:extLst>
              <a:ext uri="{FF2B5EF4-FFF2-40B4-BE49-F238E27FC236}">
                <a16:creationId xmlns:a16="http://schemas.microsoft.com/office/drawing/2014/main" id="{06234DE8-FA52-DBBE-7DF9-50E19B30A89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g292a81341b2_3_59:notes">
            <a:extLst>
              <a:ext uri="{FF2B5EF4-FFF2-40B4-BE49-F238E27FC236}">
                <a16:creationId xmlns:a16="http://schemas.microsoft.com/office/drawing/2014/main" id="{B8490489-14FA-B7D8-FBA9-46A7B9A7D8A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812102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0">
          <a:extLst>
            <a:ext uri="{FF2B5EF4-FFF2-40B4-BE49-F238E27FC236}">
              <a16:creationId xmlns:a16="http://schemas.microsoft.com/office/drawing/2014/main" id="{986F9452-4276-765A-3E71-327736C1E8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g292b8f97649_1_119:notes">
            <a:extLst>
              <a:ext uri="{FF2B5EF4-FFF2-40B4-BE49-F238E27FC236}">
                <a16:creationId xmlns:a16="http://schemas.microsoft.com/office/drawing/2014/main" id="{EAC425BD-6A28-189F-FF9D-7A29BFE923D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2" name="Google Shape;632;g292b8f97649_1_119:notes">
            <a:extLst>
              <a:ext uri="{FF2B5EF4-FFF2-40B4-BE49-F238E27FC236}">
                <a16:creationId xmlns:a16="http://schemas.microsoft.com/office/drawing/2014/main" id="{A2F806A6-D0C0-8F5F-65D8-DDEC76EDE5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214535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5">
          <a:extLst>
            <a:ext uri="{FF2B5EF4-FFF2-40B4-BE49-F238E27FC236}">
              <a16:creationId xmlns:a16="http://schemas.microsoft.com/office/drawing/2014/main" id="{462D6B7C-FDDE-6933-5974-9D4E15353B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292581b7e23_0_92:notes">
            <a:extLst>
              <a:ext uri="{FF2B5EF4-FFF2-40B4-BE49-F238E27FC236}">
                <a16:creationId xmlns:a16="http://schemas.microsoft.com/office/drawing/2014/main" id="{09360E4E-4CD3-A8C7-9048-CDEACFB2ECB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7" name="Google Shape;437;g292581b7e23_0_92:notes">
            <a:extLst>
              <a:ext uri="{FF2B5EF4-FFF2-40B4-BE49-F238E27FC236}">
                <a16:creationId xmlns:a16="http://schemas.microsoft.com/office/drawing/2014/main" id="{0361F5D8-C101-EF9B-1A85-AB5D0812F5A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753740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5">
          <a:extLst>
            <a:ext uri="{FF2B5EF4-FFF2-40B4-BE49-F238E27FC236}">
              <a16:creationId xmlns:a16="http://schemas.microsoft.com/office/drawing/2014/main" id="{209318CD-27AE-DA41-D923-221D52A7CC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g292b8f97649_1_414:notes">
            <a:extLst>
              <a:ext uri="{FF2B5EF4-FFF2-40B4-BE49-F238E27FC236}">
                <a16:creationId xmlns:a16="http://schemas.microsoft.com/office/drawing/2014/main" id="{774055EC-42F3-EF6F-E80D-0A10E396000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7" name="Google Shape;747;g292b8f97649_1_414:notes">
            <a:extLst>
              <a:ext uri="{FF2B5EF4-FFF2-40B4-BE49-F238E27FC236}">
                <a16:creationId xmlns:a16="http://schemas.microsoft.com/office/drawing/2014/main" id="{90C7C7A4-1731-665D-4D45-9DD0C230CDE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0189468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5">
          <a:extLst>
            <a:ext uri="{FF2B5EF4-FFF2-40B4-BE49-F238E27FC236}">
              <a16:creationId xmlns:a16="http://schemas.microsoft.com/office/drawing/2014/main" id="{3D9CD2AA-CAE2-1AAD-1CAD-DB6660C5D6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g292b8f97649_1_414:notes">
            <a:extLst>
              <a:ext uri="{FF2B5EF4-FFF2-40B4-BE49-F238E27FC236}">
                <a16:creationId xmlns:a16="http://schemas.microsoft.com/office/drawing/2014/main" id="{EB6EB909-FC3B-6F98-F38A-6410F229187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7" name="Google Shape;747;g292b8f97649_1_414:notes">
            <a:extLst>
              <a:ext uri="{FF2B5EF4-FFF2-40B4-BE49-F238E27FC236}">
                <a16:creationId xmlns:a16="http://schemas.microsoft.com/office/drawing/2014/main" id="{4A83487E-7D9F-991E-D88A-0576EE19391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3471504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5">
          <a:extLst>
            <a:ext uri="{FF2B5EF4-FFF2-40B4-BE49-F238E27FC236}">
              <a16:creationId xmlns:a16="http://schemas.microsoft.com/office/drawing/2014/main" id="{C4EC52B2-9A6A-88A4-B4D6-88CF9D4C8F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g292b8f97649_1_414:notes">
            <a:extLst>
              <a:ext uri="{FF2B5EF4-FFF2-40B4-BE49-F238E27FC236}">
                <a16:creationId xmlns:a16="http://schemas.microsoft.com/office/drawing/2014/main" id="{4FB27262-34BD-390D-6A1E-5754B7A93E5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7" name="Google Shape;747;g292b8f97649_1_414:notes">
            <a:extLst>
              <a:ext uri="{FF2B5EF4-FFF2-40B4-BE49-F238E27FC236}">
                <a16:creationId xmlns:a16="http://schemas.microsoft.com/office/drawing/2014/main" id="{2A48618F-AD25-A7CC-C77F-73D7DED7216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6883526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5">
          <a:extLst>
            <a:ext uri="{FF2B5EF4-FFF2-40B4-BE49-F238E27FC236}">
              <a16:creationId xmlns:a16="http://schemas.microsoft.com/office/drawing/2014/main" id="{99FF168E-337A-F6F5-BD8D-07A315BC6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g292b8f97649_1_414:notes">
            <a:extLst>
              <a:ext uri="{FF2B5EF4-FFF2-40B4-BE49-F238E27FC236}">
                <a16:creationId xmlns:a16="http://schemas.microsoft.com/office/drawing/2014/main" id="{E837FF8D-A5F3-9ADB-2A89-8669C97CA3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7" name="Google Shape;747;g292b8f97649_1_414:notes">
            <a:extLst>
              <a:ext uri="{FF2B5EF4-FFF2-40B4-BE49-F238E27FC236}">
                <a16:creationId xmlns:a16="http://schemas.microsoft.com/office/drawing/2014/main" id="{0B93A816-C176-2198-35E6-7B5650FC7EC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7107687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6">
          <a:extLst>
            <a:ext uri="{FF2B5EF4-FFF2-40B4-BE49-F238E27FC236}">
              <a16:creationId xmlns:a16="http://schemas.microsoft.com/office/drawing/2014/main" id="{516586A6-0EA1-5A90-8F38-B0FEDD115B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g2933ed14694_0_48:notes">
            <a:extLst>
              <a:ext uri="{FF2B5EF4-FFF2-40B4-BE49-F238E27FC236}">
                <a16:creationId xmlns:a16="http://schemas.microsoft.com/office/drawing/2014/main" id="{43859982-1761-9136-E52B-3A5BB785438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8" name="Google Shape;808;g2933ed14694_0_48:notes">
            <a:extLst>
              <a:ext uri="{FF2B5EF4-FFF2-40B4-BE49-F238E27FC236}">
                <a16:creationId xmlns:a16="http://schemas.microsoft.com/office/drawing/2014/main" id="{28584479-034A-75D7-3CE2-9A23FFD0363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6509494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2">
          <a:extLst>
            <a:ext uri="{FF2B5EF4-FFF2-40B4-BE49-F238E27FC236}">
              <a16:creationId xmlns:a16="http://schemas.microsoft.com/office/drawing/2014/main" id="{A7E0D819-BDDA-90CC-16D9-A0F31BEFE4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g292581b7e23_0_148:notes">
            <a:extLst>
              <a:ext uri="{FF2B5EF4-FFF2-40B4-BE49-F238E27FC236}">
                <a16:creationId xmlns:a16="http://schemas.microsoft.com/office/drawing/2014/main" id="{7DBB1343-165E-2EEF-C912-59E4BEAD5DD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4" name="Google Shape;504;g292581b7e23_0_148:notes">
            <a:extLst>
              <a:ext uri="{FF2B5EF4-FFF2-40B4-BE49-F238E27FC236}">
                <a16:creationId xmlns:a16="http://schemas.microsoft.com/office/drawing/2014/main" id="{CCDFBEB5-7FC8-C2A0-3273-A15B5832FE5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4277718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0">
          <a:extLst>
            <a:ext uri="{FF2B5EF4-FFF2-40B4-BE49-F238E27FC236}">
              <a16:creationId xmlns:a16="http://schemas.microsoft.com/office/drawing/2014/main" id="{B876B878-1005-E3EB-022C-D5647D031E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g292b8f97649_1_119:notes">
            <a:extLst>
              <a:ext uri="{FF2B5EF4-FFF2-40B4-BE49-F238E27FC236}">
                <a16:creationId xmlns:a16="http://schemas.microsoft.com/office/drawing/2014/main" id="{FA5388FC-4B93-31C8-2AA4-B0895A68CAF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2" name="Google Shape;632;g292b8f97649_1_119:notes">
            <a:extLst>
              <a:ext uri="{FF2B5EF4-FFF2-40B4-BE49-F238E27FC236}">
                <a16:creationId xmlns:a16="http://schemas.microsoft.com/office/drawing/2014/main" id="{C24C57C9-DB61-2F3E-0469-2B60F0DE26B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9934837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5">
          <a:extLst>
            <a:ext uri="{FF2B5EF4-FFF2-40B4-BE49-F238E27FC236}">
              <a16:creationId xmlns:a16="http://schemas.microsoft.com/office/drawing/2014/main" id="{05486E44-0CB2-29E4-3FFD-6E89AE7E8E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292581b7e23_0_92:notes">
            <a:extLst>
              <a:ext uri="{FF2B5EF4-FFF2-40B4-BE49-F238E27FC236}">
                <a16:creationId xmlns:a16="http://schemas.microsoft.com/office/drawing/2014/main" id="{5AE9D40E-40A4-9ACD-5883-666037F1C5E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7" name="Google Shape;437;g292581b7e23_0_92:notes">
            <a:extLst>
              <a:ext uri="{FF2B5EF4-FFF2-40B4-BE49-F238E27FC236}">
                <a16:creationId xmlns:a16="http://schemas.microsoft.com/office/drawing/2014/main" id="{F4F5F016-D682-51FE-1757-9EB7B9D145C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7077393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5">
          <a:extLst>
            <a:ext uri="{FF2B5EF4-FFF2-40B4-BE49-F238E27FC236}">
              <a16:creationId xmlns:a16="http://schemas.microsoft.com/office/drawing/2014/main" id="{6CDCB220-5A43-6BF4-1F02-27820248F2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292581b7e23_0_92:notes">
            <a:extLst>
              <a:ext uri="{FF2B5EF4-FFF2-40B4-BE49-F238E27FC236}">
                <a16:creationId xmlns:a16="http://schemas.microsoft.com/office/drawing/2014/main" id="{F4870E57-D1E9-B80E-6B92-3E8DBE2D5DA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7" name="Google Shape;437;g292581b7e23_0_92:notes">
            <a:extLst>
              <a:ext uri="{FF2B5EF4-FFF2-40B4-BE49-F238E27FC236}">
                <a16:creationId xmlns:a16="http://schemas.microsoft.com/office/drawing/2014/main" id="{A8D1127C-3E38-F53B-F0C3-EB87641D40B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2907344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6">
          <a:extLst>
            <a:ext uri="{FF2B5EF4-FFF2-40B4-BE49-F238E27FC236}">
              <a16:creationId xmlns:a16="http://schemas.microsoft.com/office/drawing/2014/main" id="{EA8CA71E-232D-77A2-2909-67794B7786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g2933ed14694_0_48:notes">
            <a:extLst>
              <a:ext uri="{FF2B5EF4-FFF2-40B4-BE49-F238E27FC236}">
                <a16:creationId xmlns:a16="http://schemas.microsoft.com/office/drawing/2014/main" id="{793A593D-107C-628A-8C16-8C1865E929B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8" name="Google Shape;808;g2933ed14694_0_48:notes">
            <a:extLst>
              <a:ext uri="{FF2B5EF4-FFF2-40B4-BE49-F238E27FC236}">
                <a16:creationId xmlns:a16="http://schemas.microsoft.com/office/drawing/2014/main" id="{070E383E-027B-04D5-B2EB-5FE974AF301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8779207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9">
          <a:extLst>
            <a:ext uri="{FF2B5EF4-FFF2-40B4-BE49-F238E27FC236}">
              <a16:creationId xmlns:a16="http://schemas.microsoft.com/office/drawing/2014/main" id="{F3AFDBB5-60E0-6435-E68F-C5A4691362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g292a81341b2_2_99:notes">
            <a:extLst>
              <a:ext uri="{FF2B5EF4-FFF2-40B4-BE49-F238E27FC236}">
                <a16:creationId xmlns:a16="http://schemas.microsoft.com/office/drawing/2014/main" id="{44296028-E7FF-6087-D9AF-84AC03DE465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1" name="Google Shape;461;g292a81341b2_2_99:notes">
            <a:extLst>
              <a:ext uri="{FF2B5EF4-FFF2-40B4-BE49-F238E27FC236}">
                <a16:creationId xmlns:a16="http://schemas.microsoft.com/office/drawing/2014/main" id="{2CBE608C-1081-8EED-4844-3121B28500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7117064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9">
          <a:extLst>
            <a:ext uri="{FF2B5EF4-FFF2-40B4-BE49-F238E27FC236}">
              <a16:creationId xmlns:a16="http://schemas.microsoft.com/office/drawing/2014/main" id="{B2E505EF-5524-E108-9B03-33940B7A17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g292a81341b2_2_99:notes">
            <a:extLst>
              <a:ext uri="{FF2B5EF4-FFF2-40B4-BE49-F238E27FC236}">
                <a16:creationId xmlns:a16="http://schemas.microsoft.com/office/drawing/2014/main" id="{4614E02D-1EA4-E289-2CED-5B2A5D7183C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1" name="Google Shape;461;g292a81341b2_2_99:notes">
            <a:extLst>
              <a:ext uri="{FF2B5EF4-FFF2-40B4-BE49-F238E27FC236}">
                <a16:creationId xmlns:a16="http://schemas.microsoft.com/office/drawing/2014/main" id="{EA63E945-9692-31D6-7D22-969017E846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1150269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5">
          <a:extLst>
            <a:ext uri="{FF2B5EF4-FFF2-40B4-BE49-F238E27FC236}">
              <a16:creationId xmlns:a16="http://schemas.microsoft.com/office/drawing/2014/main" id="{71608E9E-EBF7-A318-F594-03643382C3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292581b7e23_0_92:notes">
            <a:extLst>
              <a:ext uri="{FF2B5EF4-FFF2-40B4-BE49-F238E27FC236}">
                <a16:creationId xmlns:a16="http://schemas.microsoft.com/office/drawing/2014/main" id="{282C1EB2-AB00-B4A5-6278-07427E89D24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7" name="Google Shape;437;g292581b7e23_0_92:notes">
            <a:extLst>
              <a:ext uri="{FF2B5EF4-FFF2-40B4-BE49-F238E27FC236}">
                <a16:creationId xmlns:a16="http://schemas.microsoft.com/office/drawing/2014/main" id="{4CA467C1-E6FC-9712-A4AF-F482B21CCF3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5586826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6">
          <a:extLst>
            <a:ext uri="{FF2B5EF4-FFF2-40B4-BE49-F238E27FC236}">
              <a16:creationId xmlns:a16="http://schemas.microsoft.com/office/drawing/2014/main" id="{29D3E2B1-77CC-F088-07A0-D4039FA24D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g2933ed14694_0_48:notes">
            <a:extLst>
              <a:ext uri="{FF2B5EF4-FFF2-40B4-BE49-F238E27FC236}">
                <a16:creationId xmlns:a16="http://schemas.microsoft.com/office/drawing/2014/main" id="{75B4FF80-60A6-F759-08A9-880421B641B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8" name="Google Shape;808;g2933ed14694_0_48:notes">
            <a:extLst>
              <a:ext uri="{FF2B5EF4-FFF2-40B4-BE49-F238E27FC236}">
                <a16:creationId xmlns:a16="http://schemas.microsoft.com/office/drawing/2014/main" id="{12626E8D-05D8-78BD-414A-AFCDDADD9E6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8535654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5">
          <a:extLst>
            <a:ext uri="{FF2B5EF4-FFF2-40B4-BE49-F238E27FC236}">
              <a16:creationId xmlns:a16="http://schemas.microsoft.com/office/drawing/2014/main" id="{E11F9997-0EB3-93E3-BD42-56D7D1DA63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292581b7e23_0_92:notes">
            <a:extLst>
              <a:ext uri="{FF2B5EF4-FFF2-40B4-BE49-F238E27FC236}">
                <a16:creationId xmlns:a16="http://schemas.microsoft.com/office/drawing/2014/main" id="{A5AB2F06-8BFA-DE12-2A7F-36BE6FC8674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7" name="Google Shape;437;g292581b7e23_0_92:notes">
            <a:extLst>
              <a:ext uri="{FF2B5EF4-FFF2-40B4-BE49-F238E27FC236}">
                <a16:creationId xmlns:a16="http://schemas.microsoft.com/office/drawing/2014/main" id="{B83CABF5-CF75-4CD8-285A-4EC59F71C7E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605443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2">
          <a:extLst>
            <a:ext uri="{FF2B5EF4-FFF2-40B4-BE49-F238E27FC236}">
              <a16:creationId xmlns:a16="http://schemas.microsoft.com/office/drawing/2014/main" id="{5F8E52DD-EC58-D98D-93A7-55B7441E22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" name="Google Shape;923;g292fd234c96_0_9:notes">
            <a:extLst>
              <a:ext uri="{FF2B5EF4-FFF2-40B4-BE49-F238E27FC236}">
                <a16:creationId xmlns:a16="http://schemas.microsoft.com/office/drawing/2014/main" id="{D8ADBC13-F85C-6927-E1DC-5B730AC8916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4" name="Google Shape;924;g292fd234c96_0_9:notes">
            <a:extLst>
              <a:ext uri="{FF2B5EF4-FFF2-40B4-BE49-F238E27FC236}">
                <a16:creationId xmlns:a16="http://schemas.microsoft.com/office/drawing/2014/main" id="{C6A4AF1C-8D17-0FFE-EFF5-18BEB40AAC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895524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hyperlink" Target="http://bit.ly/2TtBDfr" TargetMode="External"/><Relationship Id="rId5" Type="http://schemas.openxmlformats.org/officeDocument/2006/relationships/hyperlink" Target="http://bit.ly/2TyoMsr" TargetMode="External"/><Relationship Id="rId4" Type="http://schemas.openxmlformats.org/officeDocument/2006/relationships/hyperlink" Target="https://bit.ly/3A1uf1Q" TargetMode="Externa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182700" y="151650"/>
            <a:ext cx="8778600" cy="4840200"/>
          </a:xfrm>
          <a:prstGeom prst="snip1Rect">
            <a:avLst>
              <a:gd name="adj" fmla="val 4489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1234950" y="1398100"/>
            <a:ext cx="6486900" cy="1560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4572000" y="3461550"/>
            <a:ext cx="2947500" cy="39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5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2" name="Google Shape;12;p2"/>
          <p:cNvGrpSpPr/>
          <p:nvPr/>
        </p:nvGrpSpPr>
        <p:grpSpPr>
          <a:xfrm>
            <a:off x="-268674" y="-322162"/>
            <a:ext cx="9371984" cy="3960713"/>
            <a:chOff x="-268674" y="-322162"/>
            <a:chExt cx="9371984" cy="3960713"/>
          </a:xfrm>
        </p:grpSpPr>
        <p:grpSp>
          <p:nvGrpSpPr>
            <p:cNvPr id="13" name="Google Shape;13;p2"/>
            <p:cNvGrpSpPr/>
            <p:nvPr/>
          </p:nvGrpSpPr>
          <p:grpSpPr>
            <a:xfrm>
              <a:off x="225762" y="151638"/>
              <a:ext cx="8692477" cy="1388125"/>
              <a:chOff x="225762" y="151638"/>
              <a:chExt cx="8692477" cy="1388125"/>
            </a:xfrm>
          </p:grpSpPr>
          <p:pic>
            <p:nvPicPr>
              <p:cNvPr id="14" name="Google Shape;14;p2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 rot="10800000">
                <a:off x="6955037" y="151638"/>
                <a:ext cx="1963202" cy="138812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5" name="Google Shape;15;p2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 rot="10800000" flipH="1">
                <a:off x="225762" y="151638"/>
                <a:ext cx="1963202" cy="138812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16" name="Google Shape;16;p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5400000">
              <a:off x="7371875" y="1504250"/>
              <a:ext cx="2700599" cy="506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" name="Google Shape;17;p2"/>
            <p:cNvPicPr preferRelativeResize="0"/>
            <p:nvPr/>
          </p:nvPicPr>
          <p:blipFill rotWithShape="1">
            <a:blip r:embed="rId4">
              <a:alphaModFix/>
            </a:blip>
            <a:srcRect t="53278"/>
            <a:stretch/>
          </p:blipFill>
          <p:spPr>
            <a:xfrm rot="10800000">
              <a:off x="-268674" y="2723000"/>
              <a:ext cx="1861925" cy="9155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" name="Google Shape;18;p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5400000">
              <a:off x="7192572" y="-370975"/>
              <a:ext cx="1861925" cy="1959549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/>
          <p:nvPr/>
        </p:nvSpPr>
        <p:spPr>
          <a:xfrm>
            <a:off x="182700" y="151650"/>
            <a:ext cx="8778600" cy="4840200"/>
          </a:xfrm>
          <a:prstGeom prst="snip1Rect">
            <a:avLst>
              <a:gd name="adj" fmla="val 4489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21" name="Google Shape;21;p3"/>
          <p:cNvSpPr txBox="1">
            <a:spLocks noGrp="1"/>
          </p:cNvSpPr>
          <p:nvPr>
            <p:ph type="title"/>
          </p:nvPr>
        </p:nvSpPr>
        <p:spPr>
          <a:xfrm>
            <a:off x="1902336" y="2352475"/>
            <a:ext cx="5067600" cy="10470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title" idx="2" hasCustomPrompt="1"/>
          </p:nvPr>
        </p:nvSpPr>
        <p:spPr>
          <a:xfrm>
            <a:off x="2042402" y="1436575"/>
            <a:ext cx="1995000" cy="915900"/>
          </a:xfrm>
          <a:prstGeom prst="rect">
            <a:avLst/>
          </a:prstGeom>
          <a:noFill/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3" name="Google Shape;23;p3"/>
          <p:cNvSpPr txBox="1">
            <a:spLocks noGrp="1"/>
          </p:cNvSpPr>
          <p:nvPr>
            <p:ph type="subTitle" idx="1"/>
          </p:nvPr>
        </p:nvSpPr>
        <p:spPr>
          <a:xfrm>
            <a:off x="1902324" y="3344388"/>
            <a:ext cx="5067600" cy="3750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182700" y="151650"/>
            <a:ext cx="8778600" cy="4840200"/>
          </a:xfrm>
          <a:prstGeom prst="snip1Rect">
            <a:avLst>
              <a:gd name="adj" fmla="val 4489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3" name="Google Shape;33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subTitle" idx="1"/>
          </p:nvPr>
        </p:nvSpPr>
        <p:spPr>
          <a:xfrm>
            <a:off x="5083765" y="2582715"/>
            <a:ext cx="2613300" cy="103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subTitle" idx="2"/>
          </p:nvPr>
        </p:nvSpPr>
        <p:spPr>
          <a:xfrm>
            <a:off x="1462395" y="2582715"/>
            <a:ext cx="2613300" cy="103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subTitle" idx="3"/>
          </p:nvPr>
        </p:nvSpPr>
        <p:spPr>
          <a:xfrm>
            <a:off x="5083759" y="2247315"/>
            <a:ext cx="2613300" cy="41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1800" b="1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ubTitle" idx="4"/>
          </p:nvPr>
        </p:nvSpPr>
        <p:spPr>
          <a:xfrm>
            <a:off x="1462170" y="2247315"/>
            <a:ext cx="2613300" cy="41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1800" b="1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grpSp>
        <p:nvGrpSpPr>
          <p:cNvPr id="38" name="Google Shape;38;p5"/>
          <p:cNvGrpSpPr/>
          <p:nvPr/>
        </p:nvGrpSpPr>
        <p:grpSpPr>
          <a:xfrm>
            <a:off x="203824" y="197287"/>
            <a:ext cx="8755913" cy="4831913"/>
            <a:chOff x="203824" y="197287"/>
            <a:chExt cx="8755913" cy="4831913"/>
          </a:xfrm>
        </p:grpSpPr>
        <p:pic>
          <p:nvPicPr>
            <p:cNvPr id="39" name="Google Shape;39;p5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-5400000" flipH="1">
              <a:off x="7284074" y="484825"/>
              <a:ext cx="1963202" cy="13881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0" name="Google Shape;40;p5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03824" y="3641075"/>
              <a:ext cx="1963202" cy="138812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1" name="Google Shape;41;p5"/>
          <p:cNvGrpSpPr/>
          <p:nvPr/>
        </p:nvGrpSpPr>
        <p:grpSpPr>
          <a:xfrm>
            <a:off x="720000" y="146984"/>
            <a:ext cx="8023949" cy="4844116"/>
            <a:chOff x="720000" y="146984"/>
            <a:chExt cx="8023949" cy="4844116"/>
          </a:xfrm>
        </p:grpSpPr>
        <p:pic>
          <p:nvPicPr>
            <p:cNvPr id="42" name="Google Shape;42;p5"/>
            <p:cNvPicPr preferRelativeResize="0"/>
            <p:nvPr/>
          </p:nvPicPr>
          <p:blipFill rotWithShape="1">
            <a:blip r:embed="rId3">
              <a:alphaModFix/>
            </a:blip>
            <a:srcRect b="23436"/>
            <a:stretch/>
          </p:blipFill>
          <p:spPr>
            <a:xfrm>
              <a:off x="720000" y="4457700"/>
              <a:ext cx="3363601" cy="533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3" name="Google Shape;43;p5"/>
            <p:cNvPicPr preferRelativeResize="0"/>
            <p:nvPr/>
          </p:nvPicPr>
          <p:blipFill rotWithShape="1">
            <a:blip r:embed="rId4">
              <a:alphaModFix/>
            </a:blip>
            <a:srcRect t="27541" r="2657"/>
            <a:stretch/>
          </p:blipFill>
          <p:spPr>
            <a:xfrm>
              <a:off x="5245100" y="146984"/>
              <a:ext cx="3498849" cy="5334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1"/>
          <p:cNvSpPr/>
          <p:nvPr/>
        </p:nvSpPr>
        <p:spPr>
          <a:xfrm>
            <a:off x="182700" y="151650"/>
            <a:ext cx="8778600" cy="4840200"/>
          </a:xfrm>
          <a:prstGeom prst="snip1Rect">
            <a:avLst>
              <a:gd name="adj" fmla="val 4489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80" name="Google Shape;80;p11"/>
          <p:cNvSpPr txBox="1">
            <a:spLocks noGrp="1"/>
          </p:cNvSpPr>
          <p:nvPr>
            <p:ph type="title" hasCustomPrompt="1"/>
          </p:nvPr>
        </p:nvSpPr>
        <p:spPr>
          <a:xfrm>
            <a:off x="1826675" y="1685025"/>
            <a:ext cx="5493000" cy="1477200"/>
          </a:xfrm>
          <a:prstGeom prst="rect">
            <a:avLst/>
          </a:prstGeom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74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81" name="Google Shape;81;p11"/>
          <p:cNvSpPr txBox="1">
            <a:spLocks noGrp="1"/>
          </p:cNvSpPr>
          <p:nvPr>
            <p:ph type="subTitle" idx="1"/>
          </p:nvPr>
        </p:nvSpPr>
        <p:spPr>
          <a:xfrm>
            <a:off x="1826525" y="3238775"/>
            <a:ext cx="5493000" cy="49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CUSTOM_11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5"/>
          <p:cNvSpPr/>
          <p:nvPr/>
        </p:nvSpPr>
        <p:spPr>
          <a:xfrm>
            <a:off x="182700" y="151650"/>
            <a:ext cx="8778600" cy="4840200"/>
          </a:xfrm>
          <a:prstGeom prst="snip1Rect">
            <a:avLst>
              <a:gd name="adj" fmla="val 4489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10" name="Google Shape;110;p15"/>
          <p:cNvSpPr txBox="1">
            <a:spLocks noGrp="1"/>
          </p:cNvSpPr>
          <p:nvPr>
            <p:ph type="title"/>
          </p:nvPr>
        </p:nvSpPr>
        <p:spPr>
          <a:xfrm>
            <a:off x="2960400" y="1482025"/>
            <a:ext cx="4256400" cy="15261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11" name="Google Shape;111;p15"/>
          <p:cNvSpPr txBox="1">
            <a:spLocks noGrp="1"/>
          </p:cNvSpPr>
          <p:nvPr>
            <p:ph type="title" idx="2" hasCustomPrompt="1"/>
          </p:nvPr>
        </p:nvSpPr>
        <p:spPr>
          <a:xfrm>
            <a:off x="827527" y="1787125"/>
            <a:ext cx="1995000" cy="915900"/>
          </a:xfrm>
          <a:prstGeom prst="rect">
            <a:avLst/>
          </a:prstGeom>
          <a:noFill/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12" name="Google Shape;112;p15"/>
          <p:cNvSpPr txBox="1">
            <a:spLocks noGrp="1"/>
          </p:cNvSpPr>
          <p:nvPr>
            <p:ph type="subTitle" idx="1"/>
          </p:nvPr>
        </p:nvSpPr>
        <p:spPr>
          <a:xfrm>
            <a:off x="5234950" y="3619525"/>
            <a:ext cx="2697600" cy="6021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13" name="Google Shape;113;p15"/>
          <p:cNvGrpSpPr/>
          <p:nvPr/>
        </p:nvGrpSpPr>
        <p:grpSpPr>
          <a:xfrm>
            <a:off x="0" y="0"/>
            <a:ext cx="9143999" cy="5143500"/>
            <a:chOff x="0" y="0"/>
            <a:chExt cx="9143999" cy="5143500"/>
          </a:xfrm>
        </p:grpSpPr>
        <p:pic>
          <p:nvPicPr>
            <p:cNvPr id="114" name="Google Shape;114;p15"/>
            <p:cNvPicPr preferRelativeResize="0"/>
            <p:nvPr/>
          </p:nvPicPr>
          <p:blipFill rotWithShape="1">
            <a:blip r:embed="rId2">
              <a:alphaModFix/>
            </a:blip>
            <a:srcRect l="50276" b="6716"/>
            <a:stretch/>
          </p:blipFill>
          <p:spPr>
            <a:xfrm>
              <a:off x="0" y="3173625"/>
              <a:ext cx="2087874" cy="19698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5" name="Google Shape;115;p15"/>
            <p:cNvPicPr preferRelativeResize="0"/>
            <p:nvPr/>
          </p:nvPicPr>
          <p:blipFill rotWithShape="1">
            <a:blip r:embed="rId2">
              <a:alphaModFix/>
            </a:blip>
            <a:srcRect l="50276" b="6716"/>
            <a:stretch/>
          </p:blipFill>
          <p:spPr>
            <a:xfrm rot="10800000" flipH="1">
              <a:off x="0" y="0"/>
              <a:ext cx="2087874" cy="196987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16" name="Google Shape;116;p15"/>
            <p:cNvGrpSpPr/>
            <p:nvPr/>
          </p:nvGrpSpPr>
          <p:grpSpPr>
            <a:xfrm flipH="1">
              <a:off x="7056125" y="0"/>
              <a:ext cx="2087874" cy="5143500"/>
              <a:chOff x="4640575" y="0"/>
              <a:chExt cx="2087874" cy="5143500"/>
            </a:xfrm>
          </p:grpSpPr>
          <p:pic>
            <p:nvPicPr>
              <p:cNvPr id="117" name="Google Shape;117;p15"/>
              <p:cNvPicPr preferRelativeResize="0"/>
              <p:nvPr/>
            </p:nvPicPr>
            <p:blipFill rotWithShape="1">
              <a:blip r:embed="rId2">
                <a:alphaModFix/>
              </a:blip>
              <a:srcRect l="50276" b="6716"/>
              <a:stretch/>
            </p:blipFill>
            <p:spPr>
              <a:xfrm>
                <a:off x="4640575" y="3173625"/>
                <a:ext cx="2087874" cy="19698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18" name="Google Shape;118;p15"/>
              <p:cNvPicPr preferRelativeResize="0"/>
              <p:nvPr/>
            </p:nvPicPr>
            <p:blipFill rotWithShape="1">
              <a:blip r:embed="rId2">
                <a:alphaModFix/>
              </a:blip>
              <a:srcRect l="50276" b="6716"/>
              <a:stretch/>
            </p:blipFill>
            <p:spPr>
              <a:xfrm rot="10800000" flipH="1">
                <a:off x="4640575" y="0"/>
                <a:ext cx="2087874" cy="19698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119" name="Google Shape;119;p15"/>
          <p:cNvGrpSpPr/>
          <p:nvPr/>
        </p:nvGrpSpPr>
        <p:grpSpPr>
          <a:xfrm>
            <a:off x="3338114" y="76571"/>
            <a:ext cx="2467774" cy="4990358"/>
            <a:chOff x="3338114" y="76571"/>
            <a:chExt cx="2467774" cy="4990358"/>
          </a:xfrm>
        </p:grpSpPr>
        <p:pic>
          <p:nvPicPr>
            <p:cNvPr id="120" name="Google Shape;120;p1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338114" y="76571"/>
              <a:ext cx="2467774" cy="46293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1" name="Google Shape;121;p1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10800000" flipH="1">
              <a:off x="3338114" y="4603996"/>
              <a:ext cx="2467774" cy="46293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CUSTOM_10_1_1"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8"/>
          <p:cNvSpPr/>
          <p:nvPr/>
        </p:nvSpPr>
        <p:spPr>
          <a:xfrm>
            <a:off x="182700" y="151650"/>
            <a:ext cx="8778600" cy="4840200"/>
          </a:xfrm>
          <a:prstGeom prst="snip1Rect">
            <a:avLst>
              <a:gd name="adj" fmla="val 4489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39" name="Google Shape;139;p1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pic>
        <p:nvPicPr>
          <p:cNvPr id="140" name="Google Shape;140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7173151" y="148975"/>
            <a:ext cx="1750074" cy="4063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1" name="Google Shape;141;p18"/>
          <p:cNvGrpSpPr/>
          <p:nvPr/>
        </p:nvGrpSpPr>
        <p:grpSpPr>
          <a:xfrm>
            <a:off x="5" y="4485746"/>
            <a:ext cx="5468149" cy="506759"/>
            <a:chOff x="1798830" y="4485746"/>
            <a:chExt cx="5468149" cy="506759"/>
          </a:xfrm>
        </p:grpSpPr>
        <p:pic>
          <p:nvPicPr>
            <p:cNvPr id="142" name="Google Shape;142;p18"/>
            <p:cNvPicPr preferRelativeResize="0"/>
            <p:nvPr/>
          </p:nvPicPr>
          <p:blipFill rotWithShape="1">
            <a:blip r:embed="rId3">
              <a:alphaModFix/>
            </a:blip>
            <a:srcRect t="27949"/>
            <a:stretch/>
          </p:blipFill>
          <p:spPr>
            <a:xfrm rot="10800000">
              <a:off x="3338099" y="4628330"/>
              <a:ext cx="2467776" cy="3641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3" name="Google Shape;143;p1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798830" y="4485746"/>
              <a:ext cx="2467774" cy="46293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4" name="Google Shape;144;p1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799205" y="4485746"/>
              <a:ext cx="2467774" cy="46293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"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2"/>
          <p:cNvSpPr/>
          <p:nvPr/>
        </p:nvSpPr>
        <p:spPr>
          <a:xfrm>
            <a:off x="182700" y="151650"/>
            <a:ext cx="8778600" cy="4840200"/>
          </a:xfrm>
          <a:prstGeom prst="snip1Rect">
            <a:avLst>
              <a:gd name="adj" fmla="val 4489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79" name="Google Shape;179;p22"/>
          <p:cNvSpPr txBox="1">
            <a:spLocks noGrp="1"/>
          </p:cNvSpPr>
          <p:nvPr>
            <p:ph type="title"/>
          </p:nvPr>
        </p:nvSpPr>
        <p:spPr>
          <a:xfrm>
            <a:off x="720000" y="1252725"/>
            <a:ext cx="2928000" cy="1589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0" name="Google Shape;180;p22"/>
          <p:cNvSpPr txBox="1">
            <a:spLocks noGrp="1"/>
          </p:cNvSpPr>
          <p:nvPr>
            <p:ph type="subTitle" idx="1"/>
          </p:nvPr>
        </p:nvSpPr>
        <p:spPr>
          <a:xfrm>
            <a:off x="720000" y="2841735"/>
            <a:ext cx="2928000" cy="91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1" name="Google Shape;181;p22"/>
          <p:cNvSpPr>
            <a:spLocks noGrp="1"/>
          </p:cNvSpPr>
          <p:nvPr>
            <p:ph type="pic" idx="2"/>
          </p:nvPr>
        </p:nvSpPr>
        <p:spPr>
          <a:xfrm>
            <a:off x="3943350" y="533875"/>
            <a:ext cx="4487700" cy="4075800"/>
          </a:xfrm>
          <a:prstGeom prst="snip1Rect">
            <a:avLst>
              <a:gd name="adj" fmla="val 16667"/>
            </a:avLst>
          </a:prstGeom>
          <a:noFill/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grpSp>
        <p:nvGrpSpPr>
          <p:cNvPr id="182" name="Google Shape;182;p22"/>
          <p:cNvGrpSpPr/>
          <p:nvPr/>
        </p:nvGrpSpPr>
        <p:grpSpPr>
          <a:xfrm>
            <a:off x="180975" y="163250"/>
            <a:ext cx="4743450" cy="366725"/>
            <a:chOff x="180975" y="163250"/>
            <a:chExt cx="4743450" cy="366725"/>
          </a:xfrm>
        </p:grpSpPr>
        <p:sp>
          <p:nvSpPr>
            <p:cNvPr id="183" name="Google Shape;183;p22"/>
            <p:cNvSpPr/>
            <p:nvPr/>
          </p:nvSpPr>
          <p:spPr>
            <a:xfrm>
              <a:off x="180975" y="163250"/>
              <a:ext cx="4743450" cy="366725"/>
            </a:xfrm>
            <a:custGeom>
              <a:avLst/>
              <a:gdLst/>
              <a:ahLst/>
              <a:cxnLst/>
              <a:rect l="l" t="t" r="r" b="b"/>
              <a:pathLst>
                <a:path w="189738" h="14669" extrusionOk="0">
                  <a:moveTo>
                    <a:pt x="0" y="0"/>
                  </a:moveTo>
                  <a:lnTo>
                    <a:pt x="14668" y="14669"/>
                  </a:lnTo>
                  <a:lnTo>
                    <a:pt x="39243" y="14669"/>
                  </a:lnTo>
                  <a:lnTo>
                    <a:pt x="47149" y="6763"/>
                  </a:lnTo>
                  <a:lnTo>
                    <a:pt x="69723" y="6763"/>
                  </a:lnTo>
                  <a:lnTo>
                    <a:pt x="74057" y="2429"/>
                  </a:lnTo>
                  <a:lnTo>
                    <a:pt x="97536" y="2429"/>
                  </a:lnTo>
                  <a:lnTo>
                    <a:pt x="103561" y="8453"/>
                  </a:lnTo>
                  <a:lnTo>
                    <a:pt x="189738" y="8453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oval" w="med" len="med"/>
            </a:ln>
          </p:spPr>
          <p:txBody>
            <a:bodyPr/>
            <a:lstStyle/>
            <a:p>
              <a:endParaRPr lang="en-GB"/>
            </a:p>
          </p:txBody>
        </p:sp>
        <p:cxnSp>
          <p:nvCxnSpPr>
            <p:cNvPr id="184" name="Google Shape;184;p22"/>
            <p:cNvCxnSpPr/>
            <p:nvPr/>
          </p:nvCxnSpPr>
          <p:spPr>
            <a:xfrm>
              <a:off x="180975" y="295200"/>
              <a:ext cx="26289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oval" w="med" len="med"/>
            </a:ln>
          </p:spPr>
        </p:cxnSp>
      </p:grpSp>
      <p:cxnSp>
        <p:nvCxnSpPr>
          <p:cNvPr id="185" name="Google Shape;185;p22"/>
          <p:cNvCxnSpPr/>
          <p:nvPr/>
        </p:nvCxnSpPr>
        <p:spPr>
          <a:xfrm rot="10800000" flipH="1">
            <a:off x="476250" y="4552875"/>
            <a:ext cx="723900" cy="10383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186" name="Google Shape;186;p22"/>
          <p:cNvCxnSpPr/>
          <p:nvPr/>
        </p:nvCxnSpPr>
        <p:spPr>
          <a:xfrm rot="10800000" flipH="1">
            <a:off x="180975" y="4800525"/>
            <a:ext cx="723900" cy="103830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oval" w="med" len="med"/>
          </a:ln>
        </p:spPr>
      </p:cxnSp>
      <p:pic>
        <p:nvPicPr>
          <p:cNvPr id="187" name="Google Shape;187;p22"/>
          <p:cNvPicPr preferRelativeResize="0"/>
          <p:nvPr/>
        </p:nvPicPr>
        <p:blipFill rotWithShape="1">
          <a:blip r:embed="rId2">
            <a:alphaModFix/>
          </a:blip>
          <a:srcRect l="3855" b="9991"/>
          <a:stretch/>
        </p:blipFill>
        <p:spPr>
          <a:xfrm>
            <a:off x="180975" y="4188419"/>
            <a:ext cx="2372526" cy="812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CUSTOM_4_2"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4"/>
          <p:cNvSpPr/>
          <p:nvPr/>
        </p:nvSpPr>
        <p:spPr>
          <a:xfrm>
            <a:off x="182700" y="151650"/>
            <a:ext cx="8778600" cy="4840200"/>
          </a:xfrm>
          <a:prstGeom prst="snip1Rect">
            <a:avLst>
              <a:gd name="adj" fmla="val 4489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202" name="Google Shape;202;p24"/>
          <p:cNvSpPr txBox="1">
            <a:spLocks noGrp="1"/>
          </p:cNvSpPr>
          <p:nvPr>
            <p:ph type="title"/>
          </p:nvPr>
        </p:nvSpPr>
        <p:spPr>
          <a:xfrm>
            <a:off x="5415775" y="1943370"/>
            <a:ext cx="3015000" cy="71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03" name="Google Shape;203;p24"/>
          <p:cNvSpPr txBox="1">
            <a:spLocks noGrp="1"/>
          </p:cNvSpPr>
          <p:nvPr>
            <p:ph type="subTitle" idx="1"/>
          </p:nvPr>
        </p:nvSpPr>
        <p:spPr>
          <a:xfrm>
            <a:off x="5415775" y="2580488"/>
            <a:ext cx="3015000" cy="103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204" name="Google Shape;204;p24"/>
          <p:cNvGrpSpPr/>
          <p:nvPr/>
        </p:nvGrpSpPr>
        <p:grpSpPr>
          <a:xfrm>
            <a:off x="-715684" y="-910399"/>
            <a:ext cx="9731141" cy="5824491"/>
            <a:chOff x="-715684" y="-910399"/>
            <a:chExt cx="9731141" cy="5824491"/>
          </a:xfrm>
        </p:grpSpPr>
        <p:pic>
          <p:nvPicPr>
            <p:cNvPr id="205" name="Google Shape;205;p24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-8100000">
              <a:off x="-222201" y="-474253"/>
              <a:ext cx="2186986" cy="230165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6" name="Google Shape;206;p2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10800000">
              <a:off x="6924987" y="201250"/>
              <a:ext cx="1963202" cy="13881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7" name="Google Shape;207;p2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5400000">
              <a:off x="7393751" y="941943"/>
              <a:ext cx="2467773" cy="77563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8" name="Google Shape;208;p24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6488576" y="4451159"/>
              <a:ext cx="2467774" cy="462933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09" name="Google Shape;209;p24"/>
          <p:cNvGrpSpPr/>
          <p:nvPr/>
        </p:nvGrpSpPr>
        <p:grpSpPr>
          <a:xfrm>
            <a:off x="-44934" y="-61767"/>
            <a:ext cx="9236542" cy="5274066"/>
            <a:chOff x="-44934" y="-61767"/>
            <a:chExt cx="9236542" cy="5274066"/>
          </a:xfrm>
        </p:grpSpPr>
        <p:pic>
          <p:nvPicPr>
            <p:cNvPr id="210" name="Google Shape;210;p24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 flipH="1">
              <a:off x="7004083" y="4437200"/>
              <a:ext cx="2187526" cy="7750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1" name="Google Shape;211;p24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 rot="10800000" flipH="1">
              <a:off x="-44934" y="-61767"/>
              <a:ext cx="2187526" cy="775099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7"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2"/>
          <p:cNvSpPr/>
          <p:nvPr/>
        </p:nvSpPr>
        <p:spPr>
          <a:xfrm>
            <a:off x="182700" y="151650"/>
            <a:ext cx="8778600" cy="4840200"/>
          </a:xfrm>
          <a:prstGeom prst="snip1Rect">
            <a:avLst>
              <a:gd name="adj" fmla="val 4489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02" name="Google Shape;302;p3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03" name="Google Shape;303;p32"/>
          <p:cNvSpPr txBox="1">
            <a:spLocks noGrp="1"/>
          </p:cNvSpPr>
          <p:nvPr>
            <p:ph type="subTitle" idx="1"/>
          </p:nvPr>
        </p:nvSpPr>
        <p:spPr>
          <a:xfrm>
            <a:off x="720000" y="2095563"/>
            <a:ext cx="22089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4" name="Google Shape;304;p32"/>
          <p:cNvSpPr txBox="1">
            <a:spLocks noGrp="1"/>
          </p:cNvSpPr>
          <p:nvPr>
            <p:ph type="subTitle" idx="2"/>
          </p:nvPr>
        </p:nvSpPr>
        <p:spPr>
          <a:xfrm>
            <a:off x="3467622" y="2095563"/>
            <a:ext cx="22089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5" name="Google Shape;305;p32"/>
          <p:cNvSpPr txBox="1">
            <a:spLocks noGrp="1"/>
          </p:cNvSpPr>
          <p:nvPr>
            <p:ph type="subTitle" idx="3"/>
          </p:nvPr>
        </p:nvSpPr>
        <p:spPr>
          <a:xfrm>
            <a:off x="720000" y="3719125"/>
            <a:ext cx="22089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6" name="Google Shape;306;p32"/>
          <p:cNvSpPr txBox="1">
            <a:spLocks noGrp="1"/>
          </p:cNvSpPr>
          <p:nvPr>
            <p:ph type="subTitle" idx="4"/>
          </p:nvPr>
        </p:nvSpPr>
        <p:spPr>
          <a:xfrm>
            <a:off x="3467622" y="3719125"/>
            <a:ext cx="22089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7" name="Google Shape;307;p32"/>
          <p:cNvSpPr txBox="1">
            <a:spLocks noGrp="1"/>
          </p:cNvSpPr>
          <p:nvPr>
            <p:ph type="subTitle" idx="5"/>
          </p:nvPr>
        </p:nvSpPr>
        <p:spPr>
          <a:xfrm>
            <a:off x="6215244" y="2095563"/>
            <a:ext cx="22089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8" name="Google Shape;308;p32"/>
          <p:cNvSpPr txBox="1">
            <a:spLocks noGrp="1"/>
          </p:cNvSpPr>
          <p:nvPr>
            <p:ph type="subTitle" idx="6"/>
          </p:nvPr>
        </p:nvSpPr>
        <p:spPr>
          <a:xfrm>
            <a:off x="6215244" y="3719125"/>
            <a:ext cx="22089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9" name="Google Shape;309;p32"/>
          <p:cNvSpPr txBox="1">
            <a:spLocks noGrp="1"/>
          </p:cNvSpPr>
          <p:nvPr>
            <p:ph type="subTitle" idx="7"/>
          </p:nvPr>
        </p:nvSpPr>
        <p:spPr>
          <a:xfrm>
            <a:off x="720976" y="1760150"/>
            <a:ext cx="2206800" cy="41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1800" b="1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310" name="Google Shape;310;p32"/>
          <p:cNvSpPr txBox="1">
            <a:spLocks noGrp="1"/>
          </p:cNvSpPr>
          <p:nvPr>
            <p:ph type="subTitle" idx="8"/>
          </p:nvPr>
        </p:nvSpPr>
        <p:spPr>
          <a:xfrm>
            <a:off x="3468598" y="1760150"/>
            <a:ext cx="2206800" cy="41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1800" b="1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311" name="Google Shape;311;p32"/>
          <p:cNvSpPr txBox="1">
            <a:spLocks noGrp="1"/>
          </p:cNvSpPr>
          <p:nvPr>
            <p:ph type="subTitle" idx="9"/>
          </p:nvPr>
        </p:nvSpPr>
        <p:spPr>
          <a:xfrm>
            <a:off x="6216220" y="1760150"/>
            <a:ext cx="2206800" cy="41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1800" b="1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312" name="Google Shape;312;p32"/>
          <p:cNvSpPr txBox="1">
            <a:spLocks noGrp="1"/>
          </p:cNvSpPr>
          <p:nvPr>
            <p:ph type="subTitle" idx="13"/>
          </p:nvPr>
        </p:nvSpPr>
        <p:spPr>
          <a:xfrm>
            <a:off x="721001" y="3383725"/>
            <a:ext cx="2206800" cy="41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1800" b="1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313" name="Google Shape;313;p32"/>
          <p:cNvSpPr txBox="1">
            <a:spLocks noGrp="1"/>
          </p:cNvSpPr>
          <p:nvPr>
            <p:ph type="subTitle" idx="14"/>
          </p:nvPr>
        </p:nvSpPr>
        <p:spPr>
          <a:xfrm>
            <a:off x="3468623" y="3383725"/>
            <a:ext cx="2206800" cy="41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1800" b="1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314" name="Google Shape;314;p32"/>
          <p:cNvSpPr txBox="1">
            <a:spLocks noGrp="1"/>
          </p:cNvSpPr>
          <p:nvPr>
            <p:ph type="subTitle" idx="15"/>
          </p:nvPr>
        </p:nvSpPr>
        <p:spPr>
          <a:xfrm>
            <a:off x="6216245" y="3383725"/>
            <a:ext cx="2206800" cy="41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1800" b="1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grpSp>
        <p:nvGrpSpPr>
          <p:cNvPr id="315" name="Google Shape;315;p32"/>
          <p:cNvGrpSpPr/>
          <p:nvPr/>
        </p:nvGrpSpPr>
        <p:grpSpPr>
          <a:xfrm>
            <a:off x="6317000" y="3025549"/>
            <a:ext cx="2639950" cy="2028175"/>
            <a:chOff x="6317000" y="3025549"/>
            <a:chExt cx="2639950" cy="2028175"/>
          </a:xfrm>
        </p:grpSpPr>
        <p:pic>
          <p:nvPicPr>
            <p:cNvPr id="316" name="Google Shape;316;p3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-5400000">
              <a:off x="7281287" y="3313088"/>
              <a:ext cx="1963202" cy="13881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7" name="Google Shape;317;p32"/>
            <p:cNvPicPr preferRelativeResize="0"/>
            <p:nvPr/>
          </p:nvPicPr>
          <p:blipFill rotWithShape="1">
            <a:blip r:embed="rId3">
              <a:alphaModFix/>
            </a:blip>
            <a:srcRect b="76479"/>
            <a:stretch/>
          </p:blipFill>
          <p:spPr>
            <a:xfrm>
              <a:off x="6317000" y="4448075"/>
              <a:ext cx="2446675" cy="60564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18" name="Google Shape;318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0800000">
            <a:off x="260224" y="236274"/>
            <a:ext cx="456876" cy="242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_1"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34"/>
          <p:cNvSpPr/>
          <p:nvPr/>
        </p:nvSpPr>
        <p:spPr>
          <a:xfrm>
            <a:off x="182700" y="151650"/>
            <a:ext cx="8778600" cy="4840200"/>
          </a:xfrm>
          <a:prstGeom prst="snip1Rect">
            <a:avLst>
              <a:gd name="adj" fmla="val 4489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43" name="Google Shape;343;p34"/>
          <p:cNvSpPr txBox="1">
            <a:spLocks noGrp="1"/>
          </p:cNvSpPr>
          <p:nvPr>
            <p:ph type="title"/>
          </p:nvPr>
        </p:nvSpPr>
        <p:spPr>
          <a:xfrm>
            <a:off x="859125" y="1292000"/>
            <a:ext cx="3000600" cy="98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44" name="Google Shape;344;p34"/>
          <p:cNvSpPr txBox="1">
            <a:spLocks noGrp="1"/>
          </p:cNvSpPr>
          <p:nvPr>
            <p:ph type="subTitle" idx="1"/>
          </p:nvPr>
        </p:nvSpPr>
        <p:spPr>
          <a:xfrm>
            <a:off x="859100" y="2279275"/>
            <a:ext cx="3000600" cy="116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345" name="Google Shape;345;p34"/>
          <p:cNvGrpSpPr/>
          <p:nvPr/>
        </p:nvGrpSpPr>
        <p:grpSpPr>
          <a:xfrm>
            <a:off x="-152400" y="147737"/>
            <a:ext cx="1816700" cy="4043263"/>
            <a:chOff x="-152400" y="147737"/>
            <a:chExt cx="1816700" cy="4043263"/>
          </a:xfrm>
        </p:grpSpPr>
        <p:pic>
          <p:nvPicPr>
            <p:cNvPr id="346" name="Google Shape;346;p34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5400000">
              <a:off x="-11363" y="435275"/>
              <a:ext cx="1963202" cy="13881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7" name="Google Shape;347;p34"/>
            <p:cNvSpPr/>
            <p:nvPr/>
          </p:nvSpPr>
          <p:spPr>
            <a:xfrm>
              <a:off x="-152400" y="624850"/>
              <a:ext cx="592450" cy="3566150"/>
            </a:xfrm>
            <a:custGeom>
              <a:avLst/>
              <a:gdLst/>
              <a:ahLst/>
              <a:cxnLst/>
              <a:rect l="l" t="t" r="r" b="b"/>
              <a:pathLst>
                <a:path w="23698" h="142646" extrusionOk="0">
                  <a:moveTo>
                    <a:pt x="0" y="0"/>
                  </a:moveTo>
                  <a:lnTo>
                    <a:pt x="20422" y="19202"/>
                  </a:lnTo>
                  <a:lnTo>
                    <a:pt x="20422" y="29260"/>
                  </a:lnTo>
                  <a:lnTo>
                    <a:pt x="15392" y="34289"/>
                  </a:lnTo>
                  <a:lnTo>
                    <a:pt x="15392" y="74066"/>
                  </a:lnTo>
                  <a:lnTo>
                    <a:pt x="23698" y="82372"/>
                  </a:lnTo>
                  <a:lnTo>
                    <a:pt x="23698" y="142646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oval" w="med" len="med"/>
            </a:ln>
          </p:spPr>
          <p:txBody>
            <a:bodyPr/>
            <a:lstStyle/>
            <a:p>
              <a:endParaRPr lang="en-GB"/>
            </a:p>
          </p:txBody>
        </p:sp>
      </p:grpSp>
      <p:pic>
        <p:nvPicPr>
          <p:cNvPr id="348" name="Google Shape;348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3599996">
            <a:off x="7091874" y="3272324"/>
            <a:ext cx="2124548" cy="2235932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p34"/>
          <p:cNvSpPr txBox="1"/>
          <p:nvPr/>
        </p:nvSpPr>
        <p:spPr>
          <a:xfrm>
            <a:off x="4438375" y="2254650"/>
            <a:ext cx="3992400" cy="5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de" sz="1000" b="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CREDITS</a:t>
            </a:r>
            <a:r>
              <a:rPr lang="de" sz="1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: Diese Präsentationsvorlage wurde von </a:t>
            </a:r>
            <a:r>
              <a:rPr lang="de" sz="1000" b="1">
                <a:solidFill>
                  <a:schemeClr val="dk1"/>
                </a:solidFill>
                <a:uFill>
                  <a:noFill/>
                </a:uFill>
                <a:latin typeface="Archivo"/>
                <a:ea typeface="Archivo"/>
                <a:cs typeface="Archivo"/>
                <a:sym typeface="Archivo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de" sz="1000">
                <a:solidFill>
                  <a:schemeClr val="dk1"/>
                </a:solidFill>
                <a:uFill>
                  <a:noFill/>
                </a:uFill>
                <a:latin typeface="Archivo"/>
                <a:ea typeface="Archivo"/>
                <a:cs typeface="Archivo"/>
                <a:sym typeface="Archivo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de" sz="1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erstellt, inklusive Icons von </a:t>
            </a:r>
            <a:r>
              <a:rPr lang="de" sz="1000" b="1">
                <a:solidFill>
                  <a:schemeClr val="dk1"/>
                </a:solidFill>
                <a:uFill>
                  <a:noFill/>
                </a:uFill>
                <a:latin typeface="Archivo"/>
                <a:ea typeface="Archivo"/>
                <a:cs typeface="Archivo"/>
                <a:sym typeface="Archivo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de" sz="1000" b="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</a:t>
            </a:r>
            <a:r>
              <a:rPr lang="de" sz="10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und Infografiken &amp; Bildern von </a:t>
            </a:r>
            <a:r>
              <a:rPr lang="de" sz="1000" b="1">
                <a:solidFill>
                  <a:schemeClr val="dk1"/>
                </a:solidFill>
                <a:uFill>
                  <a:noFill/>
                </a:uFill>
                <a:latin typeface="Archivo"/>
                <a:ea typeface="Archivo"/>
                <a:cs typeface="Archivo"/>
                <a:sym typeface="Archivo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 </a:t>
            </a:r>
            <a:endParaRPr sz="1000" b="1" u="sng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bg>
      <p:bgPr>
        <a:solidFill>
          <a:schemeClr val="lt1"/>
        </a:solidFill>
        <a:effectLst/>
      </p:bgPr>
    </p:bg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35"/>
          <p:cNvSpPr/>
          <p:nvPr/>
        </p:nvSpPr>
        <p:spPr>
          <a:xfrm>
            <a:off x="182700" y="151650"/>
            <a:ext cx="8778600" cy="4840200"/>
          </a:xfrm>
          <a:prstGeom prst="snip1Rect">
            <a:avLst>
              <a:gd name="adj" fmla="val 4489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352" name="Google Shape;352;p35"/>
          <p:cNvGrpSpPr/>
          <p:nvPr/>
        </p:nvGrpSpPr>
        <p:grpSpPr>
          <a:xfrm>
            <a:off x="-113450" y="-1649725"/>
            <a:ext cx="9394610" cy="8421100"/>
            <a:chOff x="-113450" y="-1649725"/>
            <a:chExt cx="9394610" cy="8421100"/>
          </a:xfrm>
        </p:grpSpPr>
        <p:grpSp>
          <p:nvGrpSpPr>
            <p:cNvPr id="353" name="Google Shape;353;p35"/>
            <p:cNvGrpSpPr/>
            <p:nvPr/>
          </p:nvGrpSpPr>
          <p:grpSpPr>
            <a:xfrm>
              <a:off x="-113450" y="-1649725"/>
              <a:ext cx="8689100" cy="5214600"/>
              <a:chOff x="-113450" y="-1649725"/>
              <a:chExt cx="8689100" cy="5214600"/>
            </a:xfrm>
          </p:grpSpPr>
          <p:sp>
            <p:nvSpPr>
              <p:cNvPr id="354" name="Google Shape;354;p35"/>
              <p:cNvSpPr/>
              <p:nvPr/>
            </p:nvSpPr>
            <p:spPr>
              <a:xfrm>
                <a:off x="-113450" y="0"/>
                <a:ext cx="363625" cy="3564875"/>
              </a:xfrm>
              <a:custGeom>
                <a:avLst/>
                <a:gdLst/>
                <a:ahLst/>
                <a:cxnLst/>
                <a:rect l="l" t="t" r="r" b="b"/>
                <a:pathLst>
                  <a:path w="14545" h="142595" extrusionOk="0">
                    <a:moveTo>
                      <a:pt x="8343" y="-1516"/>
                    </a:moveTo>
                    <a:lnTo>
                      <a:pt x="11756" y="13274"/>
                    </a:lnTo>
                    <a:lnTo>
                      <a:pt x="18393" y="13274"/>
                    </a:lnTo>
                    <a:lnTo>
                      <a:pt x="18393" y="73384"/>
                    </a:lnTo>
                    <a:lnTo>
                      <a:pt x="22888" y="81170"/>
                    </a:lnTo>
                    <a:lnTo>
                      <a:pt x="22888" y="141079"/>
                    </a:ln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sp>
          <p:sp>
            <p:nvSpPr>
              <p:cNvPr id="355" name="Google Shape;355;p35"/>
              <p:cNvSpPr/>
              <p:nvPr/>
            </p:nvSpPr>
            <p:spPr>
              <a:xfrm>
                <a:off x="221725" y="-1649725"/>
                <a:ext cx="203525" cy="3086100"/>
              </a:xfrm>
              <a:custGeom>
                <a:avLst/>
                <a:gdLst/>
                <a:ahLst/>
                <a:cxnLst/>
                <a:rect l="l" t="t" r="r" b="b"/>
                <a:pathLst>
                  <a:path w="8141" h="123444" extrusionOk="0">
                    <a:moveTo>
                      <a:pt x="3010" y="0"/>
                    </a:moveTo>
                    <a:lnTo>
                      <a:pt x="3010" y="58214"/>
                    </a:lnTo>
                    <a:lnTo>
                      <a:pt x="0" y="63428"/>
                    </a:lnTo>
                    <a:lnTo>
                      <a:pt x="0" y="74522"/>
                    </a:lnTo>
                    <a:lnTo>
                      <a:pt x="8141" y="82664"/>
                    </a:lnTo>
                    <a:lnTo>
                      <a:pt x="8141" y="123444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sp>
          <p:sp>
            <p:nvSpPr>
              <p:cNvPr id="356" name="Google Shape;356;p35"/>
              <p:cNvSpPr/>
              <p:nvPr/>
            </p:nvSpPr>
            <p:spPr>
              <a:xfrm>
                <a:off x="0" y="237025"/>
                <a:ext cx="8575650" cy="164450"/>
              </a:xfrm>
              <a:custGeom>
                <a:avLst/>
                <a:gdLst/>
                <a:ahLst/>
                <a:cxnLst/>
                <a:rect l="l" t="t" r="r" b="b"/>
                <a:pathLst>
                  <a:path w="343026" h="6578" extrusionOk="0">
                    <a:moveTo>
                      <a:pt x="0" y="0"/>
                    </a:moveTo>
                    <a:lnTo>
                      <a:pt x="59730" y="0"/>
                    </a:lnTo>
                    <a:lnTo>
                      <a:pt x="62166" y="4219"/>
                    </a:lnTo>
                    <a:lnTo>
                      <a:pt x="149801" y="4219"/>
                    </a:lnTo>
                    <a:lnTo>
                      <a:pt x="152197" y="70"/>
                    </a:lnTo>
                    <a:lnTo>
                      <a:pt x="161558" y="70"/>
                    </a:lnTo>
                    <a:lnTo>
                      <a:pt x="165315" y="6578"/>
                    </a:lnTo>
                    <a:lnTo>
                      <a:pt x="320651" y="6578"/>
                    </a:lnTo>
                    <a:lnTo>
                      <a:pt x="329039" y="1735"/>
                    </a:lnTo>
                    <a:lnTo>
                      <a:pt x="343026" y="1735"/>
                    </a:lnTo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sp>
        </p:grpSp>
        <p:grpSp>
          <p:nvGrpSpPr>
            <p:cNvPr id="357" name="Google Shape;357;p35"/>
            <p:cNvGrpSpPr/>
            <p:nvPr/>
          </p:nvGrpSpPr>
          <p:grpSpPr>
            <a:xfrm rot="10800000">
              <a:off x="553960" y="1556775"/>
              <a:ext cx="8727200" cy="5214600"/>
              <a:chOff x="-113450" y="-1649725"/>
              <a:chExt cx="8727200" cy="5214600"/>
            </a:xfrm>
          </p:grpSpPr>
          <p:sp>
            <p:nvSpPr>
              <p:cNvPr id="358" name="Google Shape;358;p35"/>
              <p:cNvSpPr/>
              <p:nvPr/>
            </p:nvSpPr>
            <p:spPr>
              <a:xfrm>
                <a:off x="-113450" y="0"/>
                <a:ext cx="363625" cy="3564875"/>
              </a:xfrm>
              <a:custGeom>
                <a:avLst/>
                <a:gdLst/>
                <a:ahLst/>
                <a:cxnLst/>
                <a:rect l="l" t="t" r="r" b="b"/>
                <a:pathLst>
                  <a:path w="14545" h="142595" extrusionOk="0">
                    <a:moveTo>
                      <a:pt x="8343" y="-1516"/>
                    </a:moveTo>
                    <a:lnTo>
                      <a:pt x="11756" y="13274"/>
                    </a:lnTo>
                    <a:lnTo>
                      <a:pt x="18393" y="13274"/>
                    </a:lnTo>
                    <a:lnTo>
                      <a:pt x="18393" y="73384"/>
                    </a:lnTo>
                    <a:lnTo>
                      <a:pt x="22888" y="81170"/>
                    </a:lnTo>
                    <a:lnTo>
                      <a:pt x="22888" y="141079"/>
                    </a:ln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sp>
          <p:sp>
            <p:nvSpPr>
              <p:cNvPr id="359" name="Google Shape;359;p35"/>
              <p:cNvSpPr/>
              <p:nvPr/>
            </p:nvSpPr>
            <p:spPr>
              <a:xfrm>
                <a:off x="221725" y="-1649725"/>
                <a:ext cx="203525" cy="3086100"/>
              </a:xfrm>
              <a:custGeom>
                <a:avLst/>
                <a:gdLst/>
                <a:ahLst/>
                <a:cxnLst/>
                <a:rect l="l" t="t" r="r" b="b"/>
                <a:pathLst>
                  <a:path w="8141" h="123444" extrusionOk="0">
                    <a:moveTo>
                      <a:pt x="3010" y="0"/>
                    </a:moveTo>
                    <a:lnTo>
                      <a:pt x="3010" y="58214"/>
                    </a:lnTo>
                    <a:lnTo>
                      <a:pt x="0" y="63428"/>
                    </a:lnTo>
                    <a:lnTo>
                      <a:pt x="0" y="74522"/>
                    </a:lnTo>
                    <a:lnTo>
                      <a:pt x="8141" y="82664"/>
                    </a:lnTo>
                    <a:lnTo>
                      <a:pt x="8141" y="123444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sp>
          <p:sp>
            <p:nvSpPr>
              <p:cNvPr id="360" name="Google Shape;360;p35"/>
              <p:cNvSpPr/>
              <p:nvPr/>
            </p:nvSpPr>
            <p:spPr>
              <a:xfrm>
                <a:off x="38100" y="237025"/>
                <a:ext cx="8575650" cy="164450"/>
              </a:xfrm>
              <a:custGeom>
                <a:avLst/>
                <a:gdLst/>
                <a:ahLst/>
                <a:cxnLst/>
                <a:rect l="l" t="t" r="r" b="b"/>
                <a:pathLst>
                  <a:path w="343026" h="6578" extrusionOk="0">
                    <a:moveTo>
                      <a:pt x="0" y="0"/>
                    </a:moveTo>
                    <a:lnTo>
                      <a:pt x="59730" y="0"/>
                    </a:lnTo>
                    <a:lnTo>
                      <a:pt x="62166" y="4219"/>
                    </a:lnTo>
                    <a:lnTo>
                      <a:pt x="149801" y="4219"/>
                    </a:lnTo>
                    <a:lnTo>
                      <a:pt x="152197" y="70"/>
                    </a:lnTo>
                    <a:lnTo>
                      <a:pt x="161558" y="70"/>
                    </a:lnTo>
                    <a:lnTo>
                      <a:pt x="165315" y="6578"/>
                    </a:lnTo>
                    <a:lnTo>
                      <a:pt x="320651" y="6578"/>
                    </a:lnTo>
                    <a:lnTo>
                      <a:pt x="329039" y="1735"/>
                    </a:lnTo>
                    <a:lnTo>
                      <a:pt x="343026" y="1735"/>
                    </a:lnTo>
                  </a:path>
                </a:pathLst>
              </a:cu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sp>
        </p:grp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2" name="Google Shape;362;p36"/>
          <p:cNvGrpSpPr/>
          <p:nvPr/>
        </p:nvGrpSpPr>
        <p:grpSpPr>
          <a:xfrm>
            <a:off x="-93668" y="0"/>
            <a:ext cx="9329109" cy="5143497"/>
            <a:chOff x="-93668" y="0"/>
            <a:chExt cx="9329109" cy="5143497"/>
          </a:xfrm>
        </p:grpSpPr>
        <p:grpSp>
          <p:nvGrpSpPr>
            <p:cNvPr id="363" name="Google Shape;363;p36"/>
            <p:cNvGrpSpPr/>
            <p:nvPr/>
          </p:nvGrpSpPr>
          <p:grpSpPr>
            <a:xfrm rot="10800000">
              <a:off x="5592122" y="2697400"/>
              <a:ext cx="3643319" cy="2446097"/>
              <a:chOff x="-93668" y="0"/>
              <a:chExt cx="3643319" cy="2446097"/>
            </a:xfrm>
          </p:grpSpPr>
          <p:grpSp>
            <p:nvGrpSpPr>
              <p:cNvPr id="364" name="Google Shape;364;p36"/>
              <p:cNvGrpSpPr/>
              <p:nvPr/>
            </p:nvGrpSpPr>
            <p:grpSpPr>
              <a:xfrm rot="5400000">
                <a:off x="-1020033" y="926370"/>
                <a:ext cx="2446091" cy="593362"/>
                <a:chOff x="162825" y="4587541"/>
                <a:chExt cx="1763711" cy="427833"/>
              </a:xfrm>
            </p:grpSpPr>
            <p:pic>
              <p:nvPicPr>
                <p:cNvPr id="365" name="Google Shape;365;p36"/>
                <p:cNvPicPr preferRelativeResize="0"/>
                <p:nvPr/>
              </p:nvPicPr>
              <p:blipFill>
                <a:blip r:embed="rId2">
                  <a:alphaModFix amt="46000"/>
                </a:blip>
                <a:stretch>
                  <a:fillRect/>
                </a:stretch>
              </p:blipFill>
              <p:spPr>
                <a:xfrm>
                  <a:off x="162825" y="4648923"/>
                  <a:ext cx="1578400" cy="36645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366" name="Google Shape;366;p36"/>
                <p:cNvPicPr preferRelativeResize="0"/>
                <p:nvPr/>
              </p:nvPicPr>
              <p:blipFill>
                <a:blip r:embed="rId2">
                  <a:alphaModFix/>
                </a:blip>
                <a:stretch>
                  <a:fillRect/>
                </a:stretch>
              </p:blipFill>
              <p:spPr>
                <a:xfrm>
                  <a:off x="819963" y="4758475"/>
                  <a:ext cx="1106574" cy="25690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367" name="Google Shape;367;p36"/>
                <p:cNvPicPr preferRelativeResize="0"/>
                <p:nvPr/>
              </p:nvPicPr>
              <p:blipFill>
                <a:blip r:embed="rId2">
                  <a:alphaModFix amt="88000"/>
                </a:blip>
                <a:stretch>
                  <a:fillRect/>
                </a:stretch>
              </p:blipFill>
              <p:spPr>
                <a:xfrm>
                  <a:off x="440163" y="4587541"/>
                  <a:ext cx="1106574" cy="25690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368" name="Google Shape;368;p36"/>
              <p:cNvGrpSpPr/>
              <p:nvPr/>
            </p:nvGrpSpPr>
            <p:grpSpPr>
              <a:xfrm rot="10800000">
                <a:off x="0" y="0"/>
                <a:ext cx="3549651" cy="387101"/>
                <a:chOff x="3124200" y="4610350"/>
                <a:chExt cx="3549651" cy="387101"/>
              </a:xfrm>
            </p:grpSpPr>
            <p:pic>
              <p:nvPicPr>
                <p:cNvPr id="369" name="Google Shape;369;p36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t="58031" b="6290"/>
                <a:stretch/>
              </p:blipFill>
              <p:spPr>
                <a:xfrm>
                  <a:off x="4245892" y="4610350"/>
                  <a:ext cx="2427959" cy="387101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370" name="Google Shape;370;p36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 l="23295" t="76294"/>
                <a:stretch/>
              </p:blipFill>
              <p:spPr>
                <a:xfrm rot="10800000">
                  <a:off x="3124200" y="4639375"/>
                  <a:ext cx="1505849" cy="32907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  <p:grpSp>
          <p:nvGrpSpPr>
            <p:cNvPr id="371" name="Google Shape;371;p36"/>
            <p:cNvGrpSpPr/>
            <p:nvPr/>
          </p:nvGrpSpPr>
          <p:grpSpPr>
            <a:xfrm>
              <a:off x="-93668" y="0"/>
              <a:ext cx="3643319" cy="2446097"/>
              <a:chOff x="-93668" y="0"/>
              <a:chExt cx="3643319" cy="2446097"/>
            </a:xfrm>
          </p:grpSpPr>
          <p:grpSp>
            <p:nvGrpSpPr>
              <p:cNvPr id="372" name="Google Shape;372;p36"/>
              <p:cNvGrpSpPr/>
              <p:nvPr/>
            </p:nvGrpSpPr>
            <p:grpSpPr>
              <a:xfrm rot="5400000">
                <a:off x="-1020033" y="926370"/>
                <a:ext cx="2446091" cy="593362"/>
                <a:chOff x="162825" y="4587541"/>
                <a:chExt cx="1763711" cy="427833"/>
              </a:xfrm>
            </p:grpSpPr>
            <p:pic>
              <p:nvPicPr>
                <p:cNvPr id="373" name="Google Shape;373;p36"/>
                <p:cNvPicPr preferRelativeResize="0"/>
                <p:nvPr/>
              </p:nvPicPr>
              <p:blipFill>
                <a:blip r:embed="rId2">
                  <a:alphaModFix amt="46000"/>
                </a:blip>
                <a:stretch>
                  <a:fillRect/>
                </a:stretch>
              </p:blipFill>
              <p:spPr>
                <a:xfrm>
                  <a:off x="162825" y="4648923"/>
                  <a:ext cx="1578400" cy="36645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374" name="Google Shape;374;p36"/>
                <p:cNvPicPr preferRelativeResize="0"/>
                <p:nvPr/>
              </p:nvPicPr>
              <p:blipFill>
                <a:blip r:embed="rId2">
                  <a:alphaModFix/>
                </a:blip>
                <a:stretch>
                  <a:fillRect/>
                </a:stretch>
              </p:blipFill>
              <p:spPr>
                <a:xfrm>
                  <a:off x="819963" y="4758475"/>
                  <a:ext cx="1106574" cy="25690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375" name="Google Shape;375;p36"/>
                <p:cNvPicPr preferRelativeResize="0"/>
                <p:nvPr/>
              </p:nvPicPr>
              <p:blipFill>
                <a:blip r:embed="rId2">
                  <a:alphaModFix amt="88000"/>
                </a:blip>
                <a:stretch>
                  <a:fillRect/>
                </a:stretch>
              </p:blipFill>
              <p:spPr>
                <a:xfrm>
                  <a:off x="440163" y="4587541"/>
                  <a:ext cx="1106574" cy="25690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376" name="Google Shape;376;p36"/>
              <p:cNvGrpSpPr/>
              <p:nvPr/>
            </p:nvGrpSpPr>
            <p:grpSpPr>
              <a:xfrm rot="10800000">
                <a:off x="0" y="0"/>
                <a:ext cx="3549651" cy="387101"/>
                <a:chOff x="3124200" y="4610350"/>
                <a:chExt cx="3549651" cy="387101"/>
              </a:xfrm>
            </p:grpSpPr>
            <p:pic>
              <p:nvPicPr>
                <p:cNvPr id="377" name="Google Shape;377;p36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t="58031" b="6290"/>
                <a:stretch/>
              </p:blipFill>
              <p:spPr>
                <a:xfrm>
                  <a:off x="4245892" y="4610350"/>
                  <a:ext cx="2427959" cy="387101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378" name="Google Shape;378;p36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 l="23295" t="76294"/>
                <a:stretch/>
              </p:blipFill>
              <p:spPr>
                <a:xfrm rot="10800000">
                  <a:off x="3124200" y="4639375"/>
                  <a:ext cx="1505849" cy="32907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</p:grpSp>
      <p:sp>
        <p:nvSpPr>
          <p:cNvPr id="379" name="Google Shape;379;p36"/>
          <p:cNvSpPr/>
          <p:nvPr/>
        </p:nvSpPr>
        <p:spPr>
          <a:xfrm>
            <a:off x="175255" y="182850"/>
            <a:ext cx="8793600" cy="47778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accent3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Mono"/>
              <a:buNone/>
              <a:defRPr sz="2800" b="1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Mono"/>
              <a:buNone/>
              <a:defRPr sz="2800" b="1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Mono"/>
              <a:buNone/>
              <a:defRPr sz="2800" b="1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Mono"/>
              <a:buNone/>
              <a:defRPr sz="2800" b="1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Mono"/>
              <a:buNone/>
              <a:defRPr sz="2800" b="1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Mono"/>
              <a:buNone/>
              <a:defRPr sz="2800" b="1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Mono"/>
              <a:buNone/>
              <a:defRPr sz="2800" b="1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Mono"/>
              <a:buNone/>
              <a:defRPr sz="2800" b="1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Mono"/>
              <a:buNone/>
              <a:defRPr sz="2800" b="1"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●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○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■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●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○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■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●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○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■"/>
              <a:defRPr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7" r:id="rId4"/>
    <p:sldLayoutId id="2147483658" r:id="rId5"/>
    <p:sldLayoutId id="2147483661" r:id="rId6"/>
    <p:sldLayoutId id="2147483664" r:id="rId7"/>
    <p:sldLayoutId id="2147483668" r:id="rId8"/>
    <p:sldLayoutId id="2147483670" r:id="rId9"/>
    <p:sldLayoutId id="2147483678" r:id="rId10"/>
    <p:sldLayoutId id="2147483680" r:id="rId11"/>
    <p:sldLayoutId id="2147483681" r:id="rId12"/>
    <p:sldLayoutId id="2147483682" r:id="rId13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11.jpg"/><Relationship Id="rId4" Type="http://schemas.openxmlformats.org/officeDocument/2006/relationships/image" Target="../media/image10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2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.xml"/><Relationship Id="rId5" Type="http://schemas.microsoft.com/office/2007/relationships/hdphoto" Target="../media/hdphoto1.wdp"/><Relationship Id="rId4" Type="http://schemas.openxmlformats.org/officeDocument/2006/relationships/image" Target="../media/image2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../docs/timeline/index.html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9.png"/><Relationship Id="rId4" Type="http://schemas.openxmlformats.org/officeDocument/2006/relationships/hyperlink" Target="http://greenye.net/Pages/Micromouse/Micromouse2015-2016.htm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jpeg"/><Relationship Id="rId4" Type="http://schemas.openxmlformats.org/officeDocument/2006/relationships/image" Target="../media/image1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0" name="Google Shape;390;p40"/>
          <p:cNvPicPr preferRelativeResize="0"/>
          <p:nvPr/>
        </p:nvPicPr>
        <p:blipFill rotWithShape="1">
          <a:blip r:embed="rId3">
            <a:alphaModFix/>
          </a:blip>
          <a:srcRect l="2124" b="9502"/>
          <a:stretch/>
        </p:blipFill>
        <p:spPr>
          <a:xfrm>
            <a:off x="0" y="3692921"/>
            <a:ext cx="4304653" cy="145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2" name="Google Shape;392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0800000">
            <a:off x="7519424" y="3535074"/>
            <a:ext cx="456876" cy="242950"/>
          </a:xfrm>
          <a:prstGeom prst="rect">
            <a:avLst/>
          </a:prstGeom>
          <a:noFill/>
          <a:ln>
            <a:noFill/>
          </a:ln>
        </p:spPr>
      </p:pic>
      <p:sp>
        <p:nvSpPr>
          <p:cNvPr id="393" name="Google Shape;393;p40"/>
          <p:cNvSpPr txBox="1">
            <a:spLocks noGrp="1"/>
          </p:cNvSpPr>
          <p:nvPr>
            <p:ph type="ctrTitle"/>
          </p:nvPr>
        </p:nvSpPr>
        <p:spPr>
          <a:xfrm>
            <a:off x="909578" y="760139"/>
            <a:ext cx="6486900" cy="1560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4400" dirty="0"/>
              <a:t>PROJET FABLAB</a:t>
            </a:r>
            <a:endParaRPr sz="44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4400" dirty="0">
                <a:solidFill>
                  <a:schemeClr val="accent2"/>
                </a:solidFill>
              </a:rPr>
              <a:t>MICROMOUSE</a:t>
            </a:r>
            <a:endParaRPr sz="4400" dirty="0">
              <a:solidFill>
                <a:schemeClr val="accent2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7CDA029-170D-4052-0F53-9E6766E3528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6765" r="3581"/>
          <a:stretch>
            <a:fillRect/>
          </a:stretch>
        </p:blipFill>
        <p:spPr>
          <a:xfrm>
            <a:off x="4572000" y="1638211"/>
            <a:ext cx="3937174" cy="2867386"/>
          </a:xfrm>
          <a:prstGeom prst="snip2DiagRect">
            <a:avLst>
              <a:gd name="adj1" fmla="val 1772"/>
              <a:gd name="adj2" fmla="val 21668"/>
            </a:avLst>
          </a:prstGeom>
        </p:spPr>
      </p:pic>
      <p:pic>
        <p:nvPicPr>
          <p:cNvPr id="391" name="Google Shape;391;p40"/>
          <p:cNvPicPr preferRelativeResize="0"/>
          <p:nvPr/>
        </p:nvPicPr>
        <p:blipFill rotWithShape="1">
          <a:blip r:embed="rId6">
            <a:alphaModFix/>
          </a:blip>
          <a:srcRect t="19097" r="5042" b="2954"/>
          <a:stretch/>
        </p:blipFill>
        <p:spPr>
          <a:xfrm flipV="1">
            <a:off x="2981287" y="3853136"/>
            <a:ext cx="3716124" cy="958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392;p40">
            <a:extLst>
              <a:ext uri="{FF2B5EF4-FFF2-40B4-BE49-F238E27FC236}">
                <a16:creationId xmlns:a16="http://schemas.microsoft.com/office/drawing/2014/main" id="{D316F395-1C2A-D29E-9F53-96953A6E1588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0800000">
            <a:off x="3962065" y="2812097"/>
            <a:ext cx="456876" cy="24295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394;p40">
            <a:extLst>
              <a:ext uri="{FF2B5EF4-FFF2-40B4-BE49-F238E27FC236}">
                <a16:creationId xmlns:a16="http://schemas.microsoft.com/office/drawing/2014/main" id="{5400D34D-01C8-C1AB-2C6C-406564CA0764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014641" y="2738573"/>
            <a:ext cx="2947500" cy="39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dirty="0"/>
              <a:t>Un combat…</a:t>
            </a:r>
            <a:endParaRPr dirty="0"/>
          </a:p>
        </p:txBody>
      </p:sp>
      <p:sp>
        <p:nvSpPr>
          <p:cNvPr id="4" name="Google Shape;927;p74">
            <a:extLst>
              <a:ext uri="{FF2B5EF4-FFF2-40B4-BE49-F238E27FC236}">
                <a16:creationId xmlns:a16="http://schemas.microsoft.com/office/drawing/2014/main" id="{3A22E378-67C4-7C00-355A-D54FACA36695}"/>
              </a:ext>
            </a:extLst>
          </p:cNvPr>
          <p:cNvSpPr txBox="1">
            <a:spLocks/>
          </p:cNvSpPr>
          <p:nvPr/>
        </p:nvSpPr>
        <p:spPr>
          <a:xfrm>
            <a:off x="4400706" y="4627786"/>
            <a:ext cx="342588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pPr marL="0" indent="0" algn="ctr">
              <a:buClr>
                <a:schemeClr val="lt1"/>
              </a:buClr>
              <a:buSzPts val="1100"/>
              <a:buFont typeface="Arial"/>
              <a:buNone/>
            </a:pPr>
            <a:r>
              <a:rPr lang="fr-FR" sz="1200" dirty="0">
                <a:latin typeface="Anaheim"/>
                <a:ea typeface="Anaheim"/>
                <a:cs typeface="Anaheim"/>
                <a:sym typeface="Anaheim"/>
              </a:rPr>
              <a:t>1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9">
          <a:extLst>
            <a:ext uri="{FF2B5EF4-FFF2-40B4-BE49-F238E27FC236}">
              <a16:creationId xmlns:a16="http://schemas.microsoft.com/office/drawing/2014/main" id="{5B7786EC-B821-B2A5-94CC-33BFE63F5D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Google Shape;810;p67">
            <a:extLst>
              <a:ext uri="{FF2B5EF4-FFF2-40B4-BE49-F238E27FC236}">
                <a16:creationId xmlns:a16="http://schemas.microsoft.com/office/drawing/2014/main" id="{05C8862F-9AAC-1903-4776-9B04A933D10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960400" y="1826581"/>
            <a:ext cx="4833771" cy="152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dirty="0"/>
              <a:t>BEAUCOUP DE TRAVAIL</a:t>
            </a:r>
            <a:endParaRPr dirty="0"/>
          </a:p>
        </p:txBody>
      </p:sp>
      <p:sp>
        <p:nvSpPr>
          <p:cNvPr id="811" name="Google Shape;811;p67">
            <a:extLst>
              <a:ext uri="{FF2B5EF4-FFF2-40B4-BE49-F238E27FC236}">
                <a16:creationId xmlns:a16="http://schemas.microsoft.com/office/drawing/2014/main" id="{3BE11A99-35B1-2EA7-4C5D-130FBE85C6C1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5234950" y="3482586"/>
            <a:ext cx="2697600" cy="60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Et énormément de connaissances acquises</a:t>
            </a:r>
            <a:endParaRPr dirty="0"/>
          </a:p>
        </p:txBody>
      </p:sp>
      <p:sp>
        <p:nvSpPr>
          <p:cNvPr id="812" name="Google Shape;812;p67">
            <a:extLst>
              <a:ext uri="{FF2B5EF4-FFF2-40B4-BE49-F238E27FC236}">
                <a16:creationId xmlns:a16="http://schemas.microsoft.com/office/drawing/2014/main" id="{7CB1B64A-0078-E4B7-B916-EAA09602E0A3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827527" y="2131681"/>
            <a:ext cx="1995000" cy="915900"/>
          </a:xfrm>
          <a:prstGeom prst="rect">
            <a:avLst/>
          </a:prstGeom>
        </p:spPr>
        <p:txBody>
          <a:bodyPr spcFirstLastPara="1" wrap="square" lIns="91425" tIns="91425" rIns="91425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dirty="0"/>
              <a:t>01</a:t>
            </a:r>
            <a:endParaRPr dirty="0"/>
          </a:p>
        </p:txBody>
      </p:sp>
      <p:sp>
        <p:nvSpPr>
          <p:cNvPr id="2" name="Google Shape;927;p74">
            <a:extLst>
              <a:ext uri="{FF2B5EF4-FFF2-40B4-BE49-F238E27FC236}">
                <a16:creationId xmlns:a16="http://schemas.microsoft.com/office/drawing/2014/main" id="{D953BD89-A710-F09C-472E-C70FA95BFC38}"/>
              </a:ext>
            </a:extLst>
          </p:cNvPr>
          <p:cNvSpPr txBox="1">
            <a:spLocks/>
          </p:cNvSpPr>
          <p:nvPr/>
        </p:nvSpPr>
        <p:spPr>
          <a:xfrm>
            <a:off x="4400706" y="4627786"/>
            <a:ext cx="342588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pPr marL="0" indent="0" algn="ctr">
              <a:buClr>
                <a:schemeClr val="lt1"/>
              </a:buClr>
              <a:buSzPts val="1100"/>
              <a:buFont typeface="Arial"/>
              <a:buNone/>
            </a:pPr>
            <a:r>
              <a:rPr lang="fr-FR" sz="1200" dirty="0">
                <a:latin typeface="Anaheim"/>
                <a:ea typeface="Anaheim"/>
                <a:cs typeface="Anaheim"/>
                <a:sym typeface="Anaheim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4872517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5">
          <a:extLst>
            <a:ext uri="{FF2B5EF4-FFF2-40B4-BE49-F238E27FC236}">
              <a16:creationId xmlns:a16="http://schemas.microsoft.com/office/drawing/2014/main" id="{0436DC55-3526-CBD9-40CB-70F7AE95C9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55">
            <a:extLst>
              <a:ext uri="{FF2B5EF4-FFF2-40B4-BE49-F238E27FC236}">
                <a16:creationId xmlns:a16="http://schemas.microsoft.com/office/drawing/2014/main" id="{D02A5F7B-1C45-9AA6-6139-C1A9337008D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26675" y="1685025"/>
            <a:ext cx="5493000" cy="14772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dirty="0"/>
              <a:t>~300h</a:t>
            </a:r>
            <a:endParaRPr dirty="0"/>
          </a:p>
        </p:txBody>
      </p:sp>
      <p:sp>
        <p:nvSpPr>
          <p:cNvPr id="567" name="Google Shape;567;p55">
            <a:extLst>
              <a:ext uri="{FF2B5EF4-FFF2-40B4-BE49-F238E27FC236}">
                <a16:creationId xmlns:a16="http://schemas.microsoft.com/office/drawing/2014/main" id="{830D903F-79A9-AB41-07B0-CC2665FDA378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826525" y="3238775"/>
            <a:ext cx="5493000" cy="49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D</a:t>
            </a:r>
            <a:r>
              <a:rPr lang="de" dirty="0"/>
              <a:t>e travail</a:t>
            </a:r>
            <a:endParaRPr dirty="0"/>
          </a:p>
        </p:txBody>
      </p:sp>
      <p:grpSp>
        <p:nvGrpSpPr>
          <p:cNvPr id="568" name="Google Shape;568;p55">
            <a:extLst>
              <a:ext uri="{FF2B5EF4-FFF2-40B4-BE49-F238E27FC236}">
                <a16:creationId xmlns:a16="http://schemas.microsoft.com/office/drawing/2014/main" id="{25E7F995-35BF-7A7D-162C-D30427DA135B}"/>
              </a:ext>
            </a:extLst>
          </p:cNvPr>
          <p:cNvGrpSpPr/>
          <p:nvPr/>
        </p:nvGrpSpPr>
        <p:grpSpPr>
          <a:xfrm>
            <a:off x="-52375" y="0"/>
            <a:ext cx="9263000" cy="5219700"/>
            <a:chOff x="-52375" y="0"/>
            <a:chExt cx="9263000" cy="5219700"/>
          </a:xfrm>
        </p:grpSpPr>
        <p:pic>
          <p:nvPicPr>
            <p:cNvPr id="569" name="Google Shape;569;p55">
              <a:extLst>
                <a:ext uri="{FF2B5EF4-FFF2-40B4-BE49-F238E27FC236}">
                  <a16:creationId xmlns:a16="http://schemas.microsoft.com/office/drawing/2014/main" id="{14460FA7-90FF-F047-8D1F-B2862F704957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 l="22774" t="71899"/>
            <a:stretch/>
          </p:blipFill>
          <p:spPr>
            <a:xfrm rot="10800000">
              <a:off x="3459875" y="4829625"/>
              <a:ext cx="3859800" cy="3900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70" name="Google Shape;570;p55">
              <a:extLst>
                <a:ext uri="{FF2B5EF4-FFF2-40B4-BE49-F238E27FC236}">
                  <a16:creationId xmlns:a16="http://schemas.microsoft.com/office/drawing/2014/main" id="{957E356A-D5C5-699C-3B50-D6552B684C21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 l="2363" b="9877"/>
            <a:stretch/>
          </p:blipFill>
          <p:spPr>
            <a:xfrm>
              <a:off x="-52375" y="3762375"/>
              <a:ext cx="4073800" cy="1381126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571" name="Google Shape;571;p55">
              <a:extLst>
                <a:ext uri="{FF2B5EF4-FFF2-40B4-BE49-F238E27FC236}">
                  <a16:creationId xmlns:a16="http://schemas.microsoft.com/office/drawing/2014/main" id="{0B4EAC98-56B0-0B3A-77BA-378FB9064AC9}"/>
                </a:ext>
              </a:extLst>
            </p:cNvPr>
            <p:cNvCxnSpPr/>
            <p:nvPr/>
          </p:nvCxnSpPr>
          <p:spPr>
            <a:xfrm>
              <a:off x="1321775" y="331598"/>
              <a:ext cx="5172000" cy="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pic>
          <p:nvPicPr>
            <p:cNvPr id="572" name="Google Shape;572;p55">
              <a:extLst>
                <a:ext uri="{FF2B5EF4-FFF2-40B4-BE49-F238E27FC236}">
                  <a16:creationId xmlns:a16="http://schemas.microsoft.com/office/drawing/2014/main" id="{1D3267E5-8CAA-1CF5-8D4C-03BC6D6015A4}"/>
                </a:ext>
              </a:extLst>
            </p:cNvPr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95279" y="22859"/>
              <a:ext cx="3848626" cy="120966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73" name="Google Shape;573;p55">
              <a:extLst>
                <a:ext uri="{FF2B5EF4-FFF2-40B4-BE49-F238E27FC236}">
                  <a16:creationId xmlns:a16="http://schemas.microsoft.com/office/drawing/2014/main" id="{8632C194-DEEB-9DA6-348C-3A0E5B392BA8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 l="2363" b="9877"/>
            <a:stretch/>
          </p:blipFill>
          <p:spPr>
            <a:xfrm rot="5400000">
              <a:off x="-1391438" y="1391438"/>
              <a:ext cx="4200526" cy="141765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574" name="Google Shape;574;p55">
              <a:extLst>
                <a:ext uri="{FF2B5EF4-FFF2-40B4-BE49-F238E27FC236}">
                  <a16:creationId xmlns:a16="http://schemas.microsoft.com/office/drawing/2014/main" id="{54C133BF-7265-EF0F-EEF0-797B5A2CDA65}"/>
                </a:ext>
              </a:extLst>
            </p:cNvPr>
            <p:cNvGrpSpPr/>
            <p:nvPr/>
          </p:nvGrpSpPr>
          <p:grpSpPr>
            <a:xfrm>
              <a:off x="5136825" y="0"/>
              <a:ext cx="4073800" cy="5143501"/>
              <a:chOff x="5136825" y="0"/>
              <a:chExt cx="4073800" cy="5143501"/>
            </a:xfrm>
          </p:grpSpPr>
          <p:pic>
            <p:nvPicPr>
              <p:cNvPr id="575" name="Google Shape;575;p55">
                <a:extLst>
                  <a:ext uri="{FF2B5EF4-FFF2-40B4-BE49-F238E27FC236}">
                    <a16:creationId xmlns:a16="http://schemas.microsoft.com/office/drawing/2014/main" id="{D75EEDC2-B54E-3EA0-4749-13B85CCE0430}"/>
                  </a:ext>
                </a:extLst>
              </p:cNvPr>
              <p:cNvPicPr preferRelativeResize="0"/>
              <p:nvPr/>
            </p:nvPicPr>
            <p:blipFill rotWithShape="1">
              <a:blip r:embed="rId4">
                <a:alphaModFix/>
              </a:blip>
              <a:srcRect l="2363" b="9877"/>
              <a:stretch/>
            </p:blipFill>
            <p:spPr>
              <a:xfrm rot="10800000">
                <a:off x="5136825" y="0"/>
                <a:ext cx="4073800" cy="1381126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576" name="Google Shape;576;p55">
                <a:extLst>
                  <a:ext uri="{FF2B5EF4-FFF2-40B4-BE49-F238E27FC236}">
                    <a16:creationId xmlns:a16="http://schemas.microsoft.com/office/drawing/2014/main" id="{D1EC5187-7FFF-D086-9FE9-292268922FC2}"/>
                  </a:ext>
                </a:extLst>
              </p:cNvPr>
              <p:cNvPicPr preferRelativeResize="0"/>
              <p:nvPr/>
            </p:nvPicPr>
            <p:blipFill rotWithShape="1">
              <a:blip r:embed="rId4">
                <a:alphaModFix/>
              </a:blip>
              <a:srcRect l="2363" b="9877"/>
              <a:stretch/>
            </p:blipFill>
            <p:spPr>
              <a:xfrm rot="-5400000">
                <a:off x="6349162" y="2334413"/>
                <a:ext cx="4200526" cy="141765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4" name="Google Shape;567;p55">
            <a:extLst>
              <a:ext uri="{FF2B5EF4-FFF2-40B4-BE49-F238E27FC236}">
                <a16:creationId xmlns:a16="http://schemas.microsoft.com/office/drawing/2014/main" id="{1E52D3D8-DD2C-E516-6585-1911649CADB6}"/>
              </a:ext>
            </a:extLst>
          </p:cNvPr>
          <p:cNvSpPr txBox="1">
            <a:spLocks/>
          </p:cNvSpPr>
          <p:nvPr/>
        </p:nvSpPr>
        <p:spPr>
          <a:xfrm>
            <a:off x="6071994" y="4408375"/>
            <a:ext cx="1630084" cy="421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chivo"/>
              <a:buNone/>
              <a:defRPr sz="16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chivo"/>
              <a:buNone/>
              <a:defRPr sz="16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chivo"/>
              <a:buNone/>
              <a:defRPr sz="16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chivo"/>
              <a:buNone/>
              <a:defRPr sz="16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chivo"/>
              <a:buNone/>
              <a:defRPr sz="16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chivo"/>
              <a:buNone/>
              <a:defRPr sz="16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chivo"/>
              <a:buNone/>
              <a:defRPr sz="16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chivo"/>
              <a:buNone/>
              <a:defRPr sz="16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chivo"/>
              <a:buNone/>
              <a:defRPr sz="16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pPr marL="0" indent="0"/>
            <a:r>
              <a:rPr lang="fr-FR" sz="1100" dirty="0"/>
              <a:t>Dans </a:t>
            </a:r>
            <a:r>
              <a:rPr lang="fr-FR" sz="1100" dirty="0" err="1"/>
              <a:t>RustRover</a:t>
            </a:r>
            <a:endParaRPr lang="en-GB" sz="11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CEE99B7-7C75-6488-09BC-760BE8D385E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6683" y="3987783"/>
            <a:ext cx="1340706" cy="483384"/>
          </a:xfrm>
          <a:prstGeom prst="rect">
            <a:avLst/>
          </a:prstGeom>
        </p:spPr>
      </p:pic>
      <p:sp>
        <p:nvSpPr>
          <p:cNvPr id="2" name="Google Shape;927;p74">
            <a:extLst>
              <a:ext uri="{FF2B5EF4-FFF2-40B4-BE49-F238E27FC236}">
                <a16:creationId xmlns:a16="http://schemas.microsoft.com/office/drawing/2014/main" id="{89EF4D05-EAF9-F1D6-D1A1-C2CE94DA4EEF}"/>
              </a:ext>
            </a:extLst>
          </p:cNvPr>
          <p:cNvSpPr txBox="1">
            <a:spLocks/>
          </p:cNvSpPr>
          <p:nvPr/>
        </p:nvSpPr>
        <p:spPr>
          <a:xfrm>
            <a:off x="4400706" y="4627786"/>
            <a:ext cx="342588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pPr marL="0" indent="0" algn="ctr">
              <a:buClr>
                <a:schemeClr val="lt1"/>
              </a:buClr>
              <a:buSzPts val="1100"/>
              <a:buFont typeface="Arial"/>
              <a:buNone/>
            </a:pPr>
            <a:r>
              <a:rPr lang="fr-FR" sz="1200" dirty="0">
                <a:latin typeface="Anaheim"/>
                <a:ea typeface="Anaheim"/>
                <a:cs typeface="Anaheim"/>
                <a:sym typeface="Anaheim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6820020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8">
          <a:extLst>
            <a:ext uri="{FF2B5EF4-FFF2-40B4-BE49-F238E27FC236}">
              <a16:creationId xmlns:a16="http://schemas.microsoft.com/office/drawing/2014/main" id="{4D11FAC1-2500-5F5B-0BB9-8CC08574B5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9" name="Google Shape;559;p54">
            <a:extLst>
              <a:ext uri="{FF2B5EF4-FFF2-40B4-BE49-F238E27FC236}">
                <a16:creationId xmlns:a16="http://schemas.microsoft.com/office/drawing/2014/main" id="{4D367410-4AEE-E3CC-A921-ADCD96A9407D}"/>
              </a:ext>
            </a:extLst>
          </p:cNvPr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157" t="2031" r="-1" b="225"/>
          <a:stretch>
            <a:fillRect/>
          </a:stretch>
        </p:blipFill>
        <p:spPr>
          <a:xfrm>
            <a:off x="3943350" y="533875"/>
            <a:ext cx="4480650" cy="4024678"/>
          </a:xfrm>
          <a:prstGeom prst="snip1Rect">
            <a:avLst>
              <a:gd name="adj" fmla="val 3881"/>
            </a:avLst>
          </a:prstGeom>
        </p:spPr>
      </p:pic>
      <p:sp>
        <p:nvSpPr>
          <p:cNvPr id="560" name="Google Shape;560;p54">
            <a:extLst>
              <a:ext uri="{FF2B5EF4-FFF2-40B4-BE49-F238E27FC236}">
                <a16:creationId xmlns:a16="http://schemas.microsoft.com/office/drawing/2014/main" id="{60137C95-0F0A-5B0B-F69F-01E592D1C3F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1252725"/>
            <a:ext cx="2928000" cy="1589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dirty="0"/>
              <a:t>UN TRAVAIL EXTRÊMEMENT BIEN RÉPARTI</a:t>
            </a:r>
            <a:endParaRPr dirty="0"/>
          </a:p>
        </p:txBody>
      </p:sp>
      <p:sp>
        <p:nvSpPr>
          <p:cNvPr id="561" name="Google Shape;561;p54">
            <a:extLst>
              <a:ext uri="{FF2B5EF4-FFF2-40B4-BE49-F238E27FC236}">
                <a16:creationId xmlns:a16="http://schemas.microsoft.com/office/drawing/2014/main" id="{8B8F580A-2406-8FCD-572D-CD3E63E1D1DD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20000" y="2841735"/>
            <a:ext cx="2928000" cy="91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sz="1000" dirty="0"/>
              <a:t>(ironie…)</a:t>
            </a:r>
            <a:endParaRPr sz="1000" dirty="0"/>
          </a:p>
        </p:txBody>
      </p:sp>
      <p:sp>
        <p:nvSpPr>
          <p:cNvPr id="2" name="Google Shape;927;p74">
            <a:extLst>
              <a:ext uri="{FF2B5EF4-FFF2-40B4-BE49-F238E27FC236}">
                <a16:creationId xmlns:a16="http://schemas.microsoft.com/office/drawing/2014/main" id="{6BEA38BC-400D-6543-55E4-A8ED205FBDE2}"/>
              </a:ext>
            </a:extLst>
          </p:cNvPr>
          <p:cNvSpPr txBox="1">
            <a:spLocks/>
          </p:cNvSpPr>
          <p:nvPr/>
        </p:nvSpPr>
        <p:spPr>
          <a:xfrm>
            <a:off x="4400706" y="4627786"/>
            <a:ext cx="342588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pPr marL="0" indent="0" algn="ctr">
              <a:buClr>
                <a:schemeClr val="lt1"/>
              </a:buClr>
              <a:buSzPts val="1100"/>
              <a:buFont typeface="Arial"/>
              <a:buNone/>
            </a:pPr>
            <a:r>
              <a:rPr lang="fr-FR" sz="1200" dirty="0">
                <a:latin typeface="Anaheim"/>
                <a:ea typeface="Anaheim"/>
                <a:cs typeface="Anaheim"/>
                <a:sym typeface="Anaheim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8342602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3">
          <a:extLst>
            <a:ext uri="{FF2B5EF4-FFF2-40B4-BE49-F238E27FC236}">
              <a16:creationId xmlns:a16="http://schemas.microsoft.com/office/drawing/2014/main" id="{3F15CF97-2E6B-58BE-965C-63816AFE79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4" name="Google Shape;634;p59">
            <a:extLst>
              <a:ext uri="{FF2B5EF4-FFF2-40B4-BE49-F238E27FC236}">
                <a16:creationId xmlns:a16="http://schemas.microsoft.com/office/drawing/2014/main" id="{533204F4-5206-E548-43E4-92FD94D16224}"/>
              </a:ext>
            </a:extLst>
          </p:cNvPr>
          <p:cNvGrpSpPr/>
          <p:nvPr/>
        </p:nvGrpSpPr>
        <p:grpSpPr>
          <a:xfrm>
            <a:off x="2091017" y="930586"/>
            <a:ext cx="4961966" cy="1165827"/>
            <a:chOff x="713225" y="1201900"/>
            <a:chExt cx="4263300" cy="2497500"/>
          </a:xfrm>
        </p:grpSpPr>
        <p:sp>
          <p:nvSpPr>
            <p:cNvPr id="635" name="Google Shape;635;p59">
              <a:extLst>
                <a:ext uri="{FF2B5EF4-FFF2-40B4-BE49-F238E27FC236}">
                  <a16:creationId xmlns:a16="http://schemas.microsoft.com/office/drawing/2014/main" id="{5765165E-5A2E-27B0-4997-C255B65091E6}"/>
                </a:ext>
              </a:extLst>
            </p:cNvPr>
            <p:cNvSpPr/>
            <p:nvPr/>
          </p:nvSpPr>
          <p:spPr>
            <a:xfrm>
              <a:off x="713225" y="1201900"/>
              <a:ext cx="4263300" cy="2497500"/>
            </a:xfrm>
            <a:prstGeom prst="roundRect">
              <a:avLst>
                <a:gd name="adj" fmla="val 3381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Archivo"/>
                <a:ea typeface="Archivo"/>
                <a:cs typeface="Archivo"/>
                <a:sym typeface="Archivo"/>
              </a:endParaRPr>
            </a:p>
          </p:txBody>
        </p:sp>
        <p:sp>
          <p:nvSpPr>
            <p:cNvPr id="636" name="Google Shape;636;p59">
              <a:extLst>
                <a:ext uri="{FF2B5EF4-FFF2-40B4-BE49-F238E27FC236}">
                  <a16:creationId xmlns:a16="http://schemas.microsoft.com/office/drawing/2014/main" id="{453F1348-7F51-30A6-B04F-2DAE612B393E}"/>
                </a:ext>
              </a:extLst>
            </p:cNvPr>
            <p:cNvSpPr/>
            <p:nvPr/>
          </p:nvSpPr>
          <p:spPr>
            <a:xfrm>
              <a:off x="4796900" y="2318550"/>
              <a:ext cx="106500" cy="506400"/>
            </a:xfrm>
            <a:prstGeom prst="trapezoid">
              <a:avLst>
                <a:gd name="adj" fmla="val 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</p:grpSp>
      <p:sp>
        <p:nvSpPr>
          <p:cNvPr id="637" name="Google Shape;637;p59">
            <a:extLst>
              <a:ext uri="{FF2B5EF4-FFF2-40B4-BE49-F238E27FC236}">
                <a16:creationId xmlns:a16="http://schemas.microsoft.com/office/drawing/2014/main" id="{7D40FF83-51BA-E2E9-84A5-524CC7ABFE0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90570" y="2152944"/>
            <a:ext cx="7362860" cy="71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dirty="0"/>
              <a:t>2 CONTRIBUTIONS OPEN-SOURCE</a:t>
            </a:r>
            <a:endParaRPr dirty="0"/>
          </a:p>
        </p:txBody>
      </p:sp>
      <p:sp>
        <p:nvSpPr>
          <p:cNvPr id="638" name="Google Shape;638;p59">
            <a:extLst>
              <a:ext uri="{FF2B5EF4-FFF2-40B4-BE49-F238E27FC236}">
                <a16:creationId xmlns:a16="http://schemas.microsoft.com/office/drawing/2014/main" id="{4E658D46-70AA-123A-D519-B63BCD6D54E8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370181" y="2801976"/>
            <a:ext cx="6403638" cy="103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dirty="0"/>
              <a:t>PR dans la librairie des capteurs de distance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de" sz="5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dirty="0"/>
              <a:t>Et 2 issues reportées dans d‘autres librairies Rust / Embassy</a:t>
            </a:r>
          </a:p>
        </p:txBody>
      </p:sp>
      <p:sp>
        <p:nvSpPr>
          <p:cNvPr id="640" name="Google Shape;640;p59">
            <a:extLst>
              <a:ext uri="{FF2B5EF4-FFF2-40B4-BE49-F238E27FC236}">
                <a16:creationId xmlns:a16="http://schemas.microsoft.com/office/drawing/2014/main" id="{C6756719-0607-EB98-DF05-A8883F3913D1}"/>
              </a:ext>
            </a:extLst>
          </p:cNvPr>
          <p:cNvSpPr/>
          <p:nvPr/>
        </p:nvSpPr>
        <p:spPr>
          <a:xfrm>
            <a:off x="185350" y="3628575"/>
            <a:ext cx="5071900" cy="599975"/>
          </a:xfrm>
          <a:custGeom>
            <a:avLst/>
            <a:gdLst/>
            <a:ahLst/>
            <a:cxnLst/>
            <a:rect l="l" t="t" r="r" b="b"/>
            <a:pathLst>
              <a:path w="202876" h="23999" extrusionOk="0">
                <a:moveTo>
                  <a:pt x="0" y="0"/>
                </a:moveTo>
                <a:lnTo>
                  <a:pt x="18647" y="18648"/>
                </a:lnTo>
                <a:lnTo>
                  <a:pt x="57964" y="18648"/>
                </a:lnTo>
                <a:lnTo>
                  <a:pt x="67233" y="23999"/>
                </a:lnTo>
                <a:lnTo>
                  <a:pt x="97731" y="23999"/>
                </a:lnTo>
                <a:lnTo>
                  <a:pt x="107773" y="18201"/>
                </a:lnTo>
                <a:lnTo>
                  <a:pt x="202876" y="18201"/>
                </a:lnTo>
              </a:path>
            </a:pathLst>
          </a:cu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oval" w="med" len="med"/>
          </a:ln>
        </p:spPr>
        <p:txBody>
          <a:bodyPr/>
          <a:lstStyle/>
          <a:p>
            <a:endParaRPr lang="en-GB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EB36900-94AC-144D-7CDA-167F9F417A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4309" y="1080087"/>
            <a:ext cx="4630125" cy="866827"/>
          </a:xfrm>
          <a:prstGeom prst="rect">
            <a:avLst/>
          </a:prstGeom>
        </p:spPr>
      </p:pic>
      <p:sp>
        <p:nvSpPr>
          <p:cNvPr id="2" name="Google Shape;927;p74">
            <a:extLst>
              <a:ext uri="{FF2B5EF4-FFF2-40B4-BE49-F238E27FC236}">
                <a16:creationId xmlns:a16="http://schemas.microsoft.com/office/drawing/2014/main" id="{59B7D69F-C78B-644C-72D1-887E0F4D2BA0}"/>
              </a:ext>
            </a:extLst>
          </p:cNvPr>
          <p:cNvSpPr txBox="1">
            <a:spLocks/>
          </p:cNvSpPr>
          <p:nvPr/>
        </p:nvSpPr>
        <p:spPr>
          <a:xfrm>
            <a:off x="4400706" y="4627786"/>
            <a:ext cx="342588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pPr marL="0" indent="0" algn="ctr">
              <a:buClr>
                <a:schemeClr val="lt1"/>
              </a:buClr>
              <a:buSzPts val="1100"/>
              <a:buFont typeface="Arial"/>
              <a:buNone/>
            </a:pPr>
            <a:r>
              <a:rPr lang="fr-FR" sz="1200" dirty="0">
                <a:latin typeface="Anaheim"/>
                <a:ea typeface="Anaheim"/>
                <a:cs typeface="Anaheim"/>
                <a:sym typeface="Anaheim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9957428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8">
          <a:extLst>
            <a:ext uri="{FF2B5EF4-FFF2-40B4-BE49-F238E27FC236}">
              <a16:creationId xmlns:a16="http://schemas.microsoft.com/office/drawing/2014/main" id="{83B5A41A-FC19-959F-AC3E-1573B239DC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44">
            <a:extLst>
              <a:ext uri="{FF2B5EF4-FFF2-40B4-BE49-F238E27FC236}">
                <a16:creationId xmlns:a16="http://schemas.microsoft.com/office/drawing/2014/main" id="{A2301BA1-DFF0-634D-8028-B161152997C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02336" y="2352475"/>
            <a:ext cx="5067600" cy="1047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dirty="0"/>
              <a:t>HARDWARE</a:t>
            </a:r>
            <a:endParaRPr dirty="0"/>
          </a:p>
        </p:txBody>
      </p:sp>
      <p:sp>
        <p:nvSpPr>
          <p:cNvPr id="440" name="Google Shape;440;p44">
            <a:extLst>
              <a:ext uri="{FF2B5EF4-FFF2-40B4-BE49-F238E27FC236}">
                <a16:creationId xmlns:a16="http://schemas.microsoft.com/office/drawing/2014/main" id="{38560CBC-7176-9A4B-2713-ED803307C137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2042402" y="1436575"/>
            <a:ext cx="1995000" cy="915900"/>
          </a:xfrm>
          <a:prstGeom prst="rect">
            <a:avLst/>
          </a:prstGeom>
        </p:spPr>
        <p:txBody>
          <a:bodyPr spcFirstLastPara="1" wrap="square" lIns="91425" tIns="91425" rIns="91425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dirty="0"/>
              <a:t>02</a:t>
            </a:r>
            <a:endParaRPr dirty="0"/>
          </a:p>
        </p:txBody>
      </p:sp>
      <p:pic>
        <p:nvPicPr>
          <p:cNvPr id="442" name="Google Shape;442;p44">
            <a:extLst>
              <a:ext uri="{FF2B5EF4-FFF2-40B4-BE49-F238E27FC236}">
                <a16:creationId xmlns:a16="http://schemas.microsoft.com/office/drawing/2014/main" id="{723907CF-9872-B77E-5987-468EF67B7C7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t="19097" r="5042" b="2954"/>
          <a:stretch/>
        </p:blipFill>
        <p:spPr>
          <a:xfrm flipH="1">
            <a:off x="4037238" y="1481775"/>
            <a:ext cx="3716124" cy="95884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43" name="Google Shape;443;p44">
            <a:extLst>
              <a:ext uri="{FF2B5EF4-FFF2-40B4-BE49-F238E27FC236}">
                <a16:creationId xmlns:a16="http://schemas.microsoft.com/office/drawing/2014/main" id="{3FB39F70-AEA7-EFDF-53FC-5C144CC70090}"/>
              </a:ext>
            </a:extLst>
          </p:cNvPr>
          <p:cNvGrpSpPr/>
          <p:nvPr/>
        </p:nvGrpSpPr>
        <p:grpSpPr>
          <a:xfrm>
            <a:off x="8400" y="69700"/>
            <a:ext cx="9135601" cy="5004101"/>
            <a:chOff x="8400" y="69700"/>
            <a:chExt cx="9135601" cy="5004101"/>
          </a:xfrm>
        </p:grpSpPr>
        <p:pic>
          <p:nvPicPr>
            <p:cNvPr id="444" name="Google Shape;444;p44">
              <a:extLst>
                <a:ext uri="{FF2B5EF4-FFF2-40B4-BE49-F238E27FC236}">
                  <a16:creationId xmlns:a16="http://schemas.microsoft.com/office/drawing/2014/main" id="{05C8FABF-7264-88D3-8FB0-3C469BD9E2EE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 t="1400" r="83036" b="-1400"/>
            <a:stretch/>
          </p:blipFill>
          <p:spPr>
            <a:xfrm>
              <a:off x="8010525" y="69700"/>
              <a:ext cx="1133476" cy="50041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45" name="Google Shape;445;p44">
              <a:extLst>
                <a:ext uri="{FF2B5EF4-FFF2-40B4-BE49-F238E27FC236}">
                  <a16:creationId xmlns:a16="http://schemas.microsoft.com/office/drawing/2014/main" id="{D3142BC7-E3DF-8EC5-8AD3-95269409BD3D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 t="1400" r="83036" b="-1400"/>
            <a:stretch/>
          </p:blipFill>
          <p:spPr>
            <a:xfrm rot="10800000">
              <a:off x="8400" y="69700"/>
              <a:ext cx="1133476" cy="500410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" name="Google Shape;441;p44">
            <a:extLst>
              <a:ext uri="{FF2B5EF4-FFF2-40B4-BE49-F238E27FC236}">
                <a16:creationId xmlns:a16="http://schemas.microsoft.com/office/drawing/2014/main" id="{DD4BE441-7A19-1936-5070-1B1C34A3DBD7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902324" y="3344388"/>
            <a:ext cx="5067600" cy="37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Le robot</a:t>
            </a:r>
            <a:endParaRPr dirty="0"/>
          </a:p>
        </p:txBody>
      </p:sp>
      <p:sp>
        <p:nvSpPr>
          <p:cNvPr id="2" name="Google Shape;927;p74">
            <a:extLst>
              <a:ext uri="{FF2B5EF4-FFF2-40B4-BE49-F238E27FC236}">
                <a16:creationId xmlns:a16="http://schemas.microsoft.com/office/drawing/2014/main" id="{D415DF91-AF54-E3C6-526B-4639B4776238}"/>
              </a:ext>
            </a:extLst>
          </p:cNvPr>
          <p:cNvSpPr txBox="1">
            <a:spLocks/>
          </p:cNvSpPr>
          <p:nvPr/>
        </p:nvSpPr>
        <p:spPr>
          <a:xfrm>
            <a:off x="4400706" y="4627786"/>
            <a:ext cx="342588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pPr marL="0" indent="0" algn="ctr">
              <a:buClr>
                <a:schemeClr val="lt1"/>
              </a:buClr>
              <a:buSzPts val="1100"/>
              <a:buFont typeface="Arial"/>
              <a:buNone/>
            </a:pPr>
            <a:r>
              <a:rPr lang="fr-FR" sz="1200" dirty="0">
                <a:latin typeface="Anaheim"/>
                <a:ea typeface="Anaheim"/>
                <a:cs typeface="Anaheim"/>
                <a:sym typeface="Anaheim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4810094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8">
          <a:extLst>
            <a:ext uri="{FF2B5EF4-FFF2-40B4-BE49-F238E27FC236}">
              <a16:creationId xmlns:a16="http://schemas.microsoft.com/office/drawing/2014/main" id="{F8EAA7B8-26EC-9A89-13C5-F3E69A4092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p63">
            <a:extLst>
              <a:ext uri="{FF2B5EF4-FFF2-40B4-BE49-F238E27FC236}">
                <a16:creationId xmlns:a16="http://schemas.microsoft.com/office/drawing/2014/main" id="{28630631-4F62-93A5-648D-83E68E13A28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dirty="0"/>
              <a:t>LE MONTAGE - GÉNÉRAL</a:t>
            </a:r>
            <a:endParaRPr dirty="0"/>
          </a:p>
        </p:txBody>
      </p:sp>
      <p:sp>
        <p:nvSpPr>
          <p:cNvPr id="754" name="Google Shape;754;p63">
            <a:extLst>
              <a:ext uri="{FF2B5EF4-FFF2-40B4-BE49-F238E27FC236}">
                <a16:creationId xmlns:a16="http://schemas.microsoft.com/office/drawing/2014/main" id="{DF030B20-D452-9803-8D5D-11ACB5EE15D5}"/>
              </a:ext>
            </a:extLst>
          </p:cNvPr>
          <p:cNvSpPr txBox="1"/>
          <p:nvPr/>
        </p:nvSpPr>
        <p:spPr>
          <a:xfrm>
            <a:off x="6358279" y="569480"/>
            <a:ext cx="2248924" cy="6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Driver moteur</a:t>
            </a:r>
          </a:p>
          <a:p>
            <a:pPr>
              <a:lnSpc>
                <a:spcPct val="115000"/>
              </a:lnSpc>
            </a:pPr>
            <a:r>
              <a:rPr lang="fr-FR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Jusqu’à </a:t>
            </a:r>
            <a:r>
              <a:rPr lang="de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30A</a:t>
            </a:r>
            <a:endParaRPr dirty="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756" name="Google Shape;756;p63">
            <a:extLst>
              <a:ext uri="{FF2B5EF4-FFF2-40B4-BE49-F238E27FC236}">
                <a16:creationId xmlns:a16="http://schemas.microsoft.com/office/drawing/2014/main" id="{40649A28-0A09-2094-08C2-EC9B2C5DBD71}"/>
              </a:ext>
            </a:extLst>
          </p:cNvPr>
          <p:cNvSpPr txBox="1"/>
          <p:nvPr/>
        </p:nvSpPr>
        <p:spPr>
          <a:xfrm>
            <a:off x="6358279" y="1166767"/>
            <a:ext cx="2248924" cy="6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Carte Nucléo STM32F4 (à 84MHz, 180Ko RAM)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DBFEBA3-870A-D072-A4F9-AD7AB8B822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795" y="1386736"/>
            <a:ext cx="4160941" cy="2788204"/>
          </a:xfrm>
          <a:prstGeom prst="rect">
            <a:avLst/>
          </a:prstGeom>
        </p:spPr>
      </p:pic>
      <p:sp>
        <p:nvSpPr>
          <p:cNvPr id="762" name="Google Shape;762;p63">
            <a:extLst>
              <a:ext uri="{FF2B5EF4-FFF2-40B4-BE49-F238E27FC236}">
                <a16:creationId xmlns:a16="http://schemas.microsoft.com/office/drawing/2014/main" id="{31B1E99E-B5E2-813D-945A-49488762425E}"/>
              </a:ext>
            </a:extLst>
          </p:cNvPr>
          <p:cNvSpPr/>
          <p:nvPr/>
        </p:nvSpPr>
        <p:spPr>
          <a:xfrm>
            <a:off x="2791236" y="1701978"/>
            <a:ext cx="179700" cy="179700"/>
          </a:xfrm>
          <a:prstGeom prst="rect">
            <a:avLst/>
          </a:prstGeom>
          <a:solidFill>
            <a:srgbClr val="E8E8E8">
              <a:alpha val="86820"/>
            </a:srgbClr>
          </a:solidFill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763" name="Google Shape;763;p63">
            <a:extLst>
              <a:ext uri="{FF2B5EF4-FFF2-40B4-BE49-F238E27FC236}">
                <a16:creationId xmlns:a16="http://schemas.microsoft.com/office/drawing/2014/main" id="{55301587-2B81-2A49-601F-60526CAEA1E4}"/>
              </a:ext>
            </a:extLst>
          </p:cNvPr>
          <p:cNvSpPr/>
          <p:nvPr/>
        </p:nvSpPr>
        <p:spPr>
          <a:xfrm>
            <a:off x="3495180" y="2233038"/>
            <a:ext cx="179700" cy="179700"/>
          </a:xfrm>
          <a:prstGeom prst="rect">
            <a:avLst/>
          </a:prstGeom>
          <a:solidFill>
            <a:srgbClr val="C1C1C1">
              <a:alpha val="85450"/>
            </a:srgbClr>
          </a:solidFill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764" name="Google Shape;764;p63">
            <a:extLst>
              <a:ext uri="{FF2B5EF4-FFF2-40B4-BE49-F238E27FC236}">
                <a16:creationId xmlns:a16="http://schemas.microsoft.com/office/drawing/2014/main" id="{FCEA2416-88C3-AE06-0908-2D8CE8AEA6A6}"/>
              </a:ext>
            </a:extLst>
          </p:cNvPr>
          <p:cNvSpPr/>
          <p:nvPr/>
        </p:nvSpPr>
        <p:spPr>
          <a:xfrm>
            <a:off x="3906203" y="3206325"/>
            <a:ext cx="179700" cy="179700"/>
          </a:xfrm>
          <a:prstGeom prst="rect">
            <a:avLst/>
          </a:prstGeom>
          <a:solidFill>
            <a:srgbClr val="6F79E3">
              <a:alpha val="86360"/>
            </a:srgbClr>
          </a:solidFill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765" name="Google Shape;765;p63">
            <a:extLst>
              <a:ext uri="{FF2B5EF4-FFF2-40B4-BE49-F238E27FC236}">
                <a16:creationId xmlns:a16="http://schemas.microsoft.com/office/drawing/2014/main" id="{E46A30D4-834F-4D6D-9B1D-8C1F6FADF3AE}"/>
              </a:ext>
            </a:extLst>
          </p:cNvPr>
          <p:cNvSpPr/>
          <p:nvPr/>
        </p:nvSpPr>
        <p:spPr>
          <a:xfrm>
            <a:off x="2681979" y="3601813"/>
            <a:ext cx="179700" cy="179700"/>
          </a:xfrm>
          <a:prstGeom prst="rect">
            <a:avLst/>
          </a:prstGeom>
          <a:solidFill>
            <a:srgbClr val="130994">
              <a:alpha val="86820"/>
            </a:srgbClr>
          </a:solidFill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chivo"/>
              <a:ea typeface="Archivo"/>
              <a:cs typeface="Archivo"/>
              <a:sym typeface="Archivo"/>
            </a:endParaRPr>
          </a:p>
        </p:txBody>
      </p:sp>
      <p:cxnSp>
        <p:nvCxnSpPr>
          <p:cNvPr id="766" name="Google Shape;766;p63">
            <a:extLst>
              <a:ext uri="{FF2B5EF4-FFF2-40B4-BE49-F238E27FC236}">
                <a16:creationId xmlns:a16="http://schemas.microsoft.com/office/drawing/2014/main" id="{AD038997-5F0A-5ED4-1A3F-676ED261567A}"/>
              </a:ext>
            </a:extLst>
          </p:cNvPr>
          <p:cNvCxnSpPr>
            <a:cxnSpLocks/>
            <a:stCxn id="754" idx="1"/>
          </p:cNvCxnSpPr>
          <p:nvPr/>
        </p:nvCxnSpPr>
        <p:spPr>
          <a:xfrm rot="10800000" flipV="1">
            <a:off x="2881089" y="902179"/>
            <a:ext cx="3477191" cy="889645"/>
          </a:xfrm>
          <a:prstGeom prst="bentConnector3">
            <a:avLst>
              <a:gd name="adj1" fmla="val 24955"/>
            </a:avLst>
          </a:prstGeom>
          <a:ln>
            <a:headEnd type="oval" w="med" len="med"/>
            <a:tailEnd type="none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767" name="Google Shape;767;p63">
            <a:extLst>
              <a:ext uri="{FF2B5EF4-FFF2-40B4-BE49-F238E27FC236}">
                <a16:creationId xmlns:a16="http://schemas.microsoft.com/office/drawing/2014/main" id="{3F40BF16-D22C-FA8D-4176-BBC2FFAE32A0}"/>
              </a:ext>
            </a:extLst>
          </p:cNvPr>
          <p:cNvCxnSpPr>
            <a:cxnSpLocks/>
            <a:stCxn id="756" idx="1"/>
          </p:cNvCxnSpPr>
          <p:nvPr/>
        </p:nvCxnSpPr>
        <p:spPr>
          <a:xfrm rot="10800000" flipV="1">
            <a:off x="3585033" y="1499467"/>
            <a:ext cx="2773246" cy="827144"/>
          </a:xfrm>
          <a:prstGeom prst="bentConnector3">
            <a:avLst>
              <a:gd name="adj1" fmla="val 27495"/>
            </a:avLst>
          </a:prstGeom>
          <a:ln>
            <a:headEnd type="oval" w="med" len="med"/>
            <a:tailEnd type="none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768" name="Google Shape;768;p63">
            <a:extLst>
              <a:ext uri="{FF2B5EF4-FFF2-40B4-BE49-F238E27FC236}">
                <a16:creationId xmlns:a16="http://schemas.microsoft.com/office/drawing/2014/main" id="{237BA635-00A0-BBFA-9DD6-1591044485E5}"/>
              </a:ext>
            </a:extLst>
          </p:cNvPr>
          <p:cNvCxnSpPr>
            <a:cxnSpLocks/>
            <a:stCxn id="12" idx="1"/>
          </p:cNvCxnSpPr>
          <p:nvPr/>
        </p:nvCxnSpPr>
        <p:spPr>
          <a:xfrm rot="10800000" flipV="1">
            <a:off x="3996053" y="2183294"/>
            <a:ext cx="2362227" cy="1127806"/>
          </a:xfrm>
          <a:prstGeom prst="bentConnector3">
            <a:avLst>
              <a:gd name="adj1" fmla="val 26959"/>
            </a:avLst>
          </a:prstGeom>
          <a:ln>
            <a:headEnd type="oval" w="med" len="med"/>
            <a:tailEnd type="none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769" name="Google Shape;769;p63">
            <a:extLst>
              <a:ext uri="{FF2B5EF4-FFF2-40B4-BE49-F238E27FC236}">
                <a16:creationId xmlns:a16="http://schemas.microsoft.com/office/drawing/2014/main" id="{2E6D73D8-936F-FA87-5B4F-582FADD7593A}"/>
              </a:ext>
            </a:extLst>
          </p:cNvPr>
          <p:cNvCxnSpPr>
            <a:cxnSpLocks/>
            <a:stCxn id="13" idx="1"/>
          </p:cNvCxnSpPr>
          <p:nvPr/>
        </p:nvCxnSpPr>
        <p:spPr>
          <a:xfrm rot="10800000" flipV="1">
            <a:off x="2785729" y="2763118"/>
            <a:ext cx="3572551" cy="939450"/>
          </a:xfrm>
          <a:prstGeom prst="bentConnector3">
            <a:avLst>
              <a:gd name="adj1" fmla="val 14451"/>
            </a:avLst>
          </a:prstGeom>
          <a:ln>
            <a:headEnd type="oval" w="med" len="med"/>
            <a:tailEnd type="none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2" name="Google Shape;760;p63">
            <a:extLst>
              <a:ext uri="{FF2B5EF4-FFF2-40B4-BE49-F238E27FC236}">
                <a16:creationId xmlns:a16="http://schemas.microsoft.com/office/drawing/2014/main" id="{A8BB6333-56CD-1224-D377-DB730DD60EE2}"/>
              </a:ext>
            </a:extLst>
          </p:cNvPr>
          <p:cNvSpPr txBox="1"/>
          <p:nvPr/>
        </p:nvSpPr>
        <p:spPr>
          <a:xfrm>
            <a:off x="6358279" y="1850594"/>
            <a:ext cx="2248926" cy="6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Batterie LiPo 2S (6,6V – 8,4V)</a:t>
            </a:r>
            <a:endParaRPr dirty="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3" name="Google Shape;760;p63">
            <a:extLst>
              <a:ext uri="{FF2B5EF4-FFF2-40B4-BE49-F238E27FC236}">
                <a16:creationId xmlns:a16="http://schemas.microsoft.com/office/drawing/2014/main" id="{BAF39E3A-3F78-EB9F-A47A-9929A0F1FF16}"/>
              </a:ext>
            </a:extLst>
          </p:cNvPr>
          <p:cNvSpPr txBox="1"/>
          <p:nvPr/>
        </p:nvSpPr>
        <p:spPr>
          <a:xfrm>
            <a:off x="6358279" y="2430418"/>
            <a:ext cx="2248926" cy="6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Engrenages en acrylique</a:t>
            </a:r>
            <a:endParaRPr dirty="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4" name="Google Shape;760;p63">
            <a:extLst>
              <a:ext uri="{FF2B5EF4-FFF2-40B4-BE49-F238E27FC236}">
                <a16:creationId xmlns:a16="http://schemas.microsoft.com/office/drawing/2014/main" id="{B8074755-288A-0537-6171-B0BCD81EA946}"/>
              </a:ext>
            </a:extLst>
          </p:cNvPr>
          <p:cNvSpPr txBox="1"/>
          <p:nvPr/>
        </p:nvSpPr>
        <p:spPr>
          <a:xfrm>
            <a:off x="6358279" y="3087577"/>
            <a:ext cx="2248926" cy="6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12 aimants néodyme par roues pour l’odométrie</a:t>
            </a:r>
            <a:endParaRPr dirty="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5" name="Google Shape;760;p63">
            <a:extLst>
              <a:ext uri="{FF2B5EF4-FFF2-40B4-BE49-F238E27FC236}">
                <a16:creationId xmlns:a16="http://schemas.microsoft.com/office/drawing/2014/main" id="{76874BF4-8506-A8BC-C58E-775E5DCE3DCC}"/>
              </a:ext>
            </a:extLst>
          </p:cNvPr>
          <p:cNvSpPr txBox="1"/>
          <p:nvPr/>
        </p:nvSpPr>
        <p:spPr>
          <a:xfrm>
            <a:off x="6358279" y="3858603"/>
            <a:ext cx="2248926" cy="6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Elastiques pour rassembler des câbles comme pneus</a:t>
            </a:r>
            <a:endParaRPr dirty="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cxnSp>
        <p:nvCxnSpPr>
          <p:cNvPr id="28" name="Google Shape;769;p63">
            <a:extLst>
              <a:ext uri="{FF2B5EF4-FFF2-40B4-BE49-F238E27FC236}">
                <a16:creationId xmlns:a16="http://schemas.microsoft.com/office/drawing/2014/main" id="{1603C8A2-3056-D889-AFD0-8C7AEA8DE68C}"/>
              </a:ext>
            </a:extLst>
          </p:cNvPr>
          <p:cNvCxnSpPr>
            <a:cxnSpLocks/>
            <a:stCxn id="14" idx="1"/>
          </p:cNvCxnSpPr>
          <p:nvPr/>
        </p:nvCxnSpPr>
        <p:spPr>
          <a:xfrm rot="10800000" flipV="1">
            <a:off x="2408951" y="3420277"/>
            <a:ext cx="3949328" cy="438326"/>
          </a:xfrm>
          <a:prstGeom prst="bentConnector3">
            <a:avLst>
              <a:gd name="adj1" fmla="val 10125"/>
            </a:avLst>
          </a:prstGeom>
          <a:ln>
            <a:headEnd type="oval" w="med" len="med"/>
            <a:tailEnd type="none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9" name="Google Shape;764;p63">
            <a:extLst>
              <a:ext uri="{FF2B5EF4-FFF2-40B4-BE49-F238E27FC236}">
                <a16:creationId xmlns:a16="http://schemas.microsoft.com/office/drawing/2014/main" id="{D5058300-E490-11D0-EA97-458CD64DBEC6}"/>
              </a:ext>
            </a:extLst>
          </p:cNvPr>
          <p:cNvSpPr/>
          <p:nvPr/>
        </p:nvSpPr>
        <p:spPr>
          <a:xfrm>
            <a:off x="2260979" y="3768753"/>
            <a:ext cx="179700" cy="179700"/>
          </a:xfrm>
          <a:prstGeom prst="rect">
            <a:avLst/>
          </a:prstGeom>
          <a:solidFill>
            <a:srgbClr val="6F79E3">
              <a:alpha val="86360"/>
            </a:srgbClr>
          </a:solidFill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41" name="Google Shape;763;p63">
            <a:extLst>
              <a:ext uri="{FF2B5EF4-FFF2-40B4-BE49-F238E27FC236}">
                <a16:creationId xmlns:a16="http://schemas.microsoft.com/office/drawing/2014/main" id="{6919A822-17A8-CB6A-B01F-009E6745108B}"/>
              </a:ext>
            </a:extLst>
          </p:cNvPr>
          <p:cNvSpPr/>
          <p:nvPr/>
        </p:nvSpPr>
        <p:spPr>
          <a:xfrm>
            <a:off x="1125187" y="2747197"/>
            <a:ext cx="179700" cy="179700"/>
          </a:xfrm>
          <a:prstGeom prst="rect">
            <a:avLst/>
          </a:prstGeom>
          <a:solidFill>
            <a:srgbClr val="C1C1C1">
              <a:alpha val="85450"/>
            </a:srgbClr>
          </a:solidFill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chivo"/>
              <a:ea typeface="Archivo"/>
              <a:cs typeface="Archivo"/>
              <a:sym typeface="Archivo"/>
            </a:endParaRPr>
          </a:p>
        </p:txBody>
      </p:sp>
      <p:cxnSp>
        <p:nvCxnSpPr>
          <p:cNvPr id="42" name="Google Shape;769;p63">
            <a:extLst>
              <a:ext uri="{FF2B5EF4-FFF2-40B4-BE49-F238E27FC236}">
                <a16:creationId xmlns:a16="http://schemas.microsoft.com/office/drawing/2014/main" id="{CC349DD5-7501-541D-2535-187AD2B7BE03}"/>
              </a:ext>
            </a:extLst>
          </p:cNvPr>
          <p:cNvCxnSpPr>
            <a:cxnSpLocks/>
            <a:stCxn id="15" idx="1"/>
            <a:endCxn id="41" idx="2"/>
          </p:cNvCxnSpPr>
          <p:nvPr/>
        </p:nvCxnSpPr>
        <p:spPr>
          <a:xfrm rot="10800000">
            <a:off x="1215037" y="2926897"/>
            <a:ext cx="5143242" cy="1264406"/>
          </a:xfrm>
          <a:prstGeom prst="bentConnector2">
            <a:avLst/>
          </a:prstGeom>
          <a:ln>
            <a:headEnd type="oval" w="med" len="med"/>
            <a:tailEnd type="none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" name="Google Shape;927;p74">
            <a:extLst>
              <a:ext uri="{FF2B5EF4-FFF2-40B4-BE49-F238E27FC236}">
                <a16:creationId xmlns:a16="http://schemas.microsoft.com/office/drawing/2014/main" id="{C903C648-495C-CA91-8506-4748369560B2}"/>
              </a:ext>
            </a:extLst>
          </p:cNvPr>
          <p:cNvSpPr txBox="1">
            <a:spLocks/>
          </p:cNvSpPr>
          <p:nvPr/>
        </p:nvSpPr>
        <p:spPr>
          <a:xfrm>
            <a:off x="4400706" y="4627786"/>
            <a:ext cx="342588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pPr marL="0" indent="0" algn="ctr">
              <a:buClr>
                <a:schemeClr val="lt1"/>
              </a:buClr>
              <a:buSzPts val="1100"/>
              <a:buFont typeface="Arial"/>
              <a:buNone/>
            </a:pPr>
            <a:r>
              <a:rPr lang="fr-FR" sz="1200" dirty="0">
                <a:latin typeface="Anaheim"/>
                <a:ea typeface="Anaheim"/>
                <a:cs typeface="Anaheim"/>
                <a:sym typeface="Anaheim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7459379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8">
          <a:extLst>
            <a:ext uri="{FF2B5EF4-FFF2-40B4-BE49-F238E27FC236}">
              <a16:creationId xmlns:a16="http://schemas.microsoft.com/office/drawing/2014/main" id="{885F7C53-9DBC-DDDB-F3D3-3E5CB89256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p63">
            <a:extLst>
              <a:ext uri="{FF2B5EF4-FFF2-40B4-BE49-F238E27FC236}">
                <a16:creationId xmlns:a16="http://schemas.microsoft.com/office/drawing/2014/main" id="{757EDFD5-8C18-19A1-616C-AF7DDE64E23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dirty="0"/>
              <a:t>LE MONTAGE - CAPTEURS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A1741F6-8302-6518-819B-CA452B605C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795" y="1386736"/>
            <a:ext cx="4160941" cy="2788204"/>
          </a:xfrm>
          <a:prstGeom prst="rect">
            <a:avLst/>
          </a:prstGeom>
        </p:spPr>
      </p:pic>
      <p:sp>
        <p:nvSpPr>
          <p:cNvPr id="758" name="Google Shape;758;p63">
            <a:extLst>
              <a:ext uri="{FF2B5EF4-FFF2-40B4-BE49-F238E27FC236}">
                <a16:creationId xmlns:a16="http://schemas.microsoft.com/office/drawing/2014/main" id="{4CFD8DF7-F1CB-5E80-F64B-F2894BA5C446}"/>
              </a:ext>
            </a:extLst>
          </p:cNvPr>
          <p:cNvSpPr txBox="1"/>
          <p:nvPr/>
        </p:nvSpPr>
        <p:spPr>
          <a:xfrm>
            <a:off x="6358278" y="1818255"/>
            <a:ext cx="2248925" cy="6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Capteurs à effet Hall pour l‘odométrie</a:t>
            </a:r>
            <a:endParaRPr dirty="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760" name="Google Shape;760;p63">
            <a:extLst>
              <a:ext uri="{FF2B5EF4-FFF2-40B4-BE49-F238E27FC236}">
                <a16:creationId xmlns:a16="http://schemas.microsoft.com/office/drawing/2014/main" id="{2A024C2B-6D56-AC47-1FE3-66204B368921}"/>
              </a:ext>
            </a:extLst>
          </p:cNvPr>
          <p:cNvSpPr txBox="1"/>
          <p:nvPr/>
        </p:nvSpPr>
        <p:spPr>
          <a:xfrm>
            <a:off x="6358279" y="2415542"/>
            <a:ext cx="2248926" cy="6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Capteur de distance ToF VL53L1X (max 4m)</a:t>
            </a:r>
            <a:endParaRPr dirty="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763" name="Google Shape;763;p63">
            <a:extLst>
              <a:ext uri="{FF2B5EF4-FFF2-40B4-BE49-F238E27FC236}">
                <a16:creationId xmlns:a16="http://schemas.microsoft.com/office/drawing/2014/main" id="{86168C70-F263-B04C-B205-61CFB25DB530}"/>
              </a:ext>
            </a:extLst>
          </p:cNvPr>
          <p:cNvSpPr/>
          <p:nvPr/>
        </p:nvSpPr>
        <p:spPr>
          <a:xfrm>
            <a:off x="4206380" y="2381862"/>
            <a:ext cx="179700" cy="179700"/>
          </a:xfrm>
          <a:prstGeom prst="rect">
            <a:avLst/>
          </a:prstGeom>
          <a:solidFill>
            <a:srgbClr val="C1C1C1">
              <a:alpha val="85450"/>
            </a:srgbClr>
          </a:solidFill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764" name="Google Shape;764;p63">
            <a:extLst>
              <a:ext uri="{FF2B5EF4-FFF2-40B4-BE49-F238E27FC236}">
                <a16:creationId xmlns:a16="http://schemas.microsoft.com/office/drawing/2014/main" id="{E53AC6A0-094C-E30E-ADD7-140F9DE05B92}"/>
              </a:ext>
            </a:extLst>
          </p:cNvPr>
          <p:cNvSpPr/>
          <p:nvPr/>
        </p:nvSpPr>
        <p:spPr>
          <a:xfrm>
            <a:off x="3769916" y="2795286"/>
            <a:ext cx="179700" cy="179700"/>
          </a:xfrm>
          <a:prstGeom prst="rect">
            <a:avLst/>
          </a:prstGeom>
          <a:solidFill>
            <a:srgbClr val="6F79E3">
              <a:alpha val="86360"/>
            </a:srgbClr>
          </a:solidFill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765" name="Google Shape;765;p63">
            <a:extLst>
              <a:ext uri="{FF2B5EF4-FFF2-40B4-BE49-F238E27FC236}">
                <a16:creationId xmlns:a16="http://schemas.microsoft.com/office/drawing/2014/main" id="{38A7E8C9-E39A-33E9-C38F-AF1F910869B1}"/>
              </a:ext>
            </a:extLst>
          </p:cNvPr>
          <p:cNvSpPr/>
          <p:nvPr/>
        </p:nvSpPr>
        <p:spPr>
          <a:xfrm>
            <a:off x="3029100" y="2930573"/>
            <a:ext cx="179700" cy="179700"/>
          </a:xfrm>
          <a:prstGeom prst="rect">
            <a:avLst/>
          </a:prstGeom>
          <a:solidFill>
            <a:srgbClr val="130994">
              <a:alpha val="86820"/>
            </a:srgbClr>
          </a:solidFill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chivo"/>
              <a:ea typeface="Archivo"/>
              <a:cs typeface="Archivo"/>
              <a:sym typeface="Archivo"/>
            </a:endParaRPr>
          </a:p>
        </p:txBody>
      </p:sp>
      <p:cxnSp>
        <p:nvCxnSpPr>
          <p:cNvPr id="767" name="Google Shape;767;p63">
            <a:extLst>
              <a:ext uri="{FF2B5EF4-FFF2-40B4-BE49-F238E27FC236}">
                <a16:creationId xmlns:a16="http://schemas.microsoft.com/office/drawing/2014/main" id="{800B2757-60CD-D9B0-347F-7F077DF18DCC}"/>
              </a:ext>
            </a:extLst>
          </p:cNvPr>
          <p:cNvCxnSpPr>
            <a:cxnSpLocks/>
            <a:stCxn id="758" idx="1"/>
            <a:endCxn id="763" idx="3"/>
          </p:cNvCxnSpPr>
          <p:nvPr/>
        </p:nvCxnSpPr>
        <p:spPr>
          <a:xfrm rot="10800000" flipV="1">
            <a:off x="4386080" y="2150954"/>
            <a:ext cx="1972198" cy="320757"/>
          </a:xfrm>
          <a:prstGeom prst="bentConnector3">
            <a:avLst>
              <a:gd name="adj1" fmla="val 50000"/>
            </a:avLst>
          </a:prstGeom>
          <a:ln>
            <a:headEnd type="oval" w="med" len="med"/>
            <a:tailEnd type="none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768" name="Google Shape;768;p63">
            <a:extLst>
              <a:ext uri="{FF2B5EF4-FFF2-40B4-BE49-F238E27FC236}">
                <a16:creationId xmlns:a16="http://schemas.microsoft.com/office/drawing/2014/main" id="{400987A3-42ED-CC54-E91D-497A320A8B0D}"/>
              </a:ext>
            </a:extLst>
          </p:cNvPr>
          <p:cNvCxnSpPr>
            <a:cxnSpLocks/>
            <a:stCxn id="760" idx="1"/>
            <a:endCxn id="764" idx="3"/>
          </p:cNvCxnSpPr>
          <p:nvPr/>
        </p:nvCxnSpPr>
        <p:spPr>
          <a:xfrm rot="10800000" flipV="1">
            <a:off x="3949617" y="2748242"/>
            <a:ext cx="2408663" cy="136894"/>
          </a:xfrm>
          <a:prstGeom prst="bentConnector3">
            <a:avLst>
              <a:gd name="adj1" fmla="val 50000"/>
            </a:avLst>
          </a:prstGeom>
          <a:ln>
            <a:headEnd type="oval" w="med" len="med"/>
            <a:tailEnd type="none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769" name="Google Shape;769;p63">
            <a:extLst>
              <a:ext uri="{FF2B5EF4-FFF2-40B4-BE49-F238E27FC236}">
                <a16:creationId xmlns:a16="http://schemas.microsoft.com/office/drawing/2014/main" id="{F6FA2A15-25B2-EA5E-AE11-90800F521E41}"/>
              </a:ext>
            </a:extLst>
          </p:cNvPr>
          <p:cNvCxnSpPr>
            <a:cxnSpLocks/>
            <a:stCxn id="11" idx="1"/>
            <a:endCxn id="765" idx="3"/>
          </p:cNvCxnSpPr>
          <p:nvPr/>
        </p:nvCxnSpPr>
        <p:spPr>
          <a:xfrm rot="10800000">
            <a:off x="3208800" y="3020424"/>
            <a:ext cx="3149478" cy="379307"/>
          </a:xfrm>
          <a:prstGeom prst="bentConnector3">
            <a:avLst>
              <a:gd name="adj1" fmla="val 43779"/>
            </a:avLst>
          </a:prstGeom>
          <a:ln>
            <a:headEnd type="oval" w="med" len="med"/>
            <a:tailEnd type="none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1" name="Google Shape;760;p63">
            <a:extLst>
              <a:ext uri="{FF2B5EF4-FFF2-40B4-BE49-F238E27FC236}">
                <a16:creationId xmlns:a16="http://schemas.microsoft.com/office/drawing/2014/main" id="{D25FE9C0-2A23-240D-6098-B5729DB12538}"/>
              </a:ext>
            </a:extLst>
          </p:cNvPr>
          <p:cNvSpPr txBox="1"/>
          <p:nvPr/>
        </p:nvSpPr>
        <p:spPr>
          <a:xfrm>
            <a:off x="6358278" y="3067030"/>
            <a:ext cx="2248926" cy="6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MPU (accéléromètre, gyro, magnétomètre)</a:t>
            </a:r>
            <a:endParaRPr dirty="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2" name="Google Shape;927;p74">
            <a:extLst>
              <a:ext uri="{FF2B5EF4-FFF2-40B4-BE49-F238E27FC236}">
                <a16:creationId xmlns:a16="http://schemas.microsoft.com/office/drawing/2014/main" id="{9B56237D-A6BE-9B54-061B-20A1B7B74128}"/>
              </a:ext>
            </a:extLst>
          </p:cNvPr>
          <p:cNvSpPr txBox="1">
            <a:spLocks/>
          </p:cNvSpPr>
          <p:nvPr/>
        </p:nvSpPr>
        <p:spPr>
          <a:xfrm>
            <a:off x="4400706" y="4627786"/>
            <a:ext cx="342588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pPr marL="0" indent="0" algn="ctr">
              <a:buClr>
                <a:schemeClr val="lt1"/>
              </a:buClr>
              <a:buSzPts val="1100"/>
              <a:buFont typeface="Arial"/>
              <a:buNone/>
            </a:pPr>
            <a:r>
              <a:rPr lang="fr-FR" sz="1200" dirty="0">
                <a:latin typeface="Anaheim"/>
                <a:ea typeface="Anaheim"/>
                <a:cs typeface="Anaheim"/>
                <a:sym typeface="Anaheim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42457916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8">
          <a:extLst>
            <a:ext uri="{FF2B5EF4-FFF2-40B4-BE49-F238E27FC236}">
              <a16:creationId xmlns:a16="http://schemas.microsoft.com/office/drawing/2014/main" id="{269B71E0-336B-CBD3-5133-C933709FC6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33">
            <a:extLst>
              <a:ext uri="{FF2B5EF4-FFF2-40B4-BE49-F238E27FC236}">
                <a16:creationId xmlns:a16="http://schemas.microsoft.com/office/drawing/2014/main" id="{41E672F6-3270-A6CF-520D-40A7FC6D20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688" y="854339"/>
            <a:ext cx="4580598" cy="3289276"/>
          </a:xfrm>
          <a:prstGeom prst="rect">
            <a:avLst/>
          </a:prstGeom>
        </p:spPr>
      </p:pic>
      <p:sp>
        <p:nvSpPr>
          <p:cNvPr id="749" name="Google Shape;749;p63">
            <a:extLst>
              <a:ext uri="{FF2B5EF4-FFF2-40B4-BE49-F238E27FC236}">
                <a16:creationId xmlns:a16="http://schemas.microsoft.com/office/drawing/2014/main" id="{2CF6BD12-5D2F-FE0D-28D6-46707E60D69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dirty="0"/>
              <a:t>LE MONTAGE – VUE DE DERRIÈRE</a:t>
            </a:r>
            <a:endParaRPr dirty="0"/>
          </a:p>
        </p:txBody>
      </p:sp>
      <p:sp>
        <p:nvSpPr>
          <p:cNvPr id="756" name="Google Shape;756;p63">
            <a:extLst>
              <a:ext uri="{FF2B5EF4-FFF2-40B4-BE49-F238E27FC236}">
                <a16:creationId xmlns:a16="http://schemas.microsoft.com/office/drawing/2014/main" id="{DCB31CAA-9402-0368-C97E-765D1C8AD6E2}"/>
              </a:ext>
            </a:extLst>
          </p:cNvPr>
          <p:cNvSpPr txBox="1"/>
          <p:nvPr/>
        </p:nvSpPr>
        <p:spPr>
          <a:xfrm>
            <a:off x="6445365" y="1443376"/>
            <a:ext cx="2248924" cy="6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PCB fait moi-même et commandé sur JLCPCB</a:t>
            </a:r>
          </a:p>
        </p:txBody>
      </p:sp>
      <p:sp>
        <p:nvSpPr>
          <p:cNvPr id="763" name="Google Shape;763;p63">
            <a:extLst>
              <a:ext uri="{FF2B5EF4-FFF2-40B4-BE49-F238E27FC236}">
                <a16:creationId xmlns:a16="http://schemas.microsoft.com/office/drawing/2014/main" id="{DB342D69-3344-88C7-1C20-DA8D38B9D00D}"/>
              </a:ext>
            </a:extLst>
          </p:cNvPr>
          <p:cNvSpPr/>
          <p:nvPr/>
        </p:nvSpPr>
        <p:spPr>
          <a:xfrm>
            <a:off x="1988710" y="2542287"/>
            <a:ext cx="179700" cy="179700"/>
          </a:xfrm>
          <a:prstGeom prst="rect">
            <a:avLst/>
          </a:prstGeom>
          <a:solidFill>
            <a:srgbClr val="C1C1C1">
              <a:alpha val="85450"/>
            </a:srgbClr>
          </a:solidFill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764" name="Google Shape;764;p63">
            <a:extLst>
              <a:ext uri="{FF2B5EF4-FFF2-40B4-BE49-F238E27FC236}">
                <a16:creationId xmlns:a16="http://schemas.microsoft.com/office/drawing/2014/main" id="{A4AAF9B4-5B6B-8501-6555-FCC56232F4A3}"/>
              </a:ext>
            </a:extLst>
          </p:cNvPr>
          <p:cNvSpPr/>
          <p:nvPr/>
        </p:nvSpPr>
        <p:spPr>
          <a:xfrm>
            <a:off x="1518102" y="2657347"/>
            <a:ext cx="179700" cy="179700"/>
          </a:xfrm>
          <a:prstGeom prst="rect">
            <a:avLst/>
          </a:prstGeom>
          <a:solidFill>
            <a:srgbClr val="6F79E3">
              <a:alpha val="86360"/>
            </a:srgbClr>
          </a:solidFill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chivo"/>
              <a:ea typeface="Archivo"/>
              <a:cs typeface="Archivo"/>
              <a:sym typeface="Archivo"/>
            </a:endParaRPr>
          </a:p>
        </p:txBody>
      </p:sp>
      <p:cxnSp>
        <p:nvCxnSpPr>
          <p:cNvPr id="767" name="Google Shape;767;p63">
            <a:extLst>
              <a:ext uri="{FF2B5EF4-FFF2-40B4-BE49-F238E27FC236}">
                <a16:creationId xmlns:a16="http://schemas.microsoft.com/office/drawing/2014/main" id="{CFDE0DF7-A288-C9F6-F508-30F8C7C3648B}"/>
              </a:ext>
            </a:extLst>
          </p:cNvPr>
          <p:cNvCxnSpPr>
            <a:cxnSpLocks/>
            <a:stCxn id="756" idx="1"/>
            <a:endCxn id="763" idx="3"/>
          </p:cNvCxnSpPr>
          <p:nvPr/>
        </p:nvCxnSpPr>
        <p:spPr>
          <a:xfrm rot="10800000" flipV="1">
            <a:off x="2168411" y="1776075"/>
            <a:ext cx="4276955" cy="856061"/>
          </a:xfrm>
          <a:prstGeom prst="bentConnector3">
            <a:avLst>
              <a:gd name="adj1" fmla="val 30066"/>
            </a:avLst>
          </a:prstGeom>
          <a:ln>
            <a:headEnd type="oval" w="med" len="med"/>
            <a:tailEnd type="none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768" name="Google Shape;768;p63">
            <a:extLst>
              <a:ext uri="{FF2B5EF4-FFF2-40B4-BE49-F238E27FC236}">
                <a16:creationId xmlns:a16="http://schemas.microsoft.com/office/drawing/2014/main" id="{4DD763CB-4341-9ADF-336F-EABBA3BE1164}"/>
              </a:ext>
            </a:extLst>
          </p:cNvPr>
          <p:cNvCxnSpPr>
            <a:cxnSpLocks/>
            <a:endCxn id="764" idx="2"/>
          </p:cNvCxnSpPr>
          <p:nvPr/>
        </p:nvCxnSpPr>
        <p:spPr>
          <a:xfrm rot="10800000">
            <a:off x="1607953" y="2837048"/>
            <a:ext cx="4837413" cy="238415"/>
          </a:xfrm>
          <a:prstGeom prst="bentConnector2">
            <a:avLst/>
          </a:prstGeom>
          <a:ln>
            <a:headEnd type="oval" w="med" len="med"/>
            <a:tailEnd type="none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769" name="Google Shape;769;p63">
            <a:extLst>
              <a:ext uri="{FF2B5EF4-FFF2-40B4-BE49-F238E27FC236}">
                <a16:creationId xmlns:a16="http://schemas.microsoft.com/office/drawing/2014/main" id="{D8F5D6F8-A580-E394-599C-A149FD4FE613}"/>
              </a:ext>
            </a:extLst>
          </p:cNvPr>
          <p:cNvCxnSpPr>
            <a:cxnSpLocks/>
            <a:stCxn id="13" idx="1"/>
            <a:endCxn id="9" idx="2"/>
          </p:cNvCxnSpPr>
          <p:nvPr/>
        </p:nvCxnSpPr>
        <p:spPr>
          <a:xfrm rot="10800000">
            <a:off x="1324171" y="2786354"/>
            <a:ext cx="5121192" cy="717942"/>
          </a:xfrm>
          <a:prstGeom prst="bentConnector2">
            <a:avLst/>
          </a:prstGeom>
          <a:ln>
            <a:headEnd type="oval" w="med" len="med"/>
            <a:tailEnd type="none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2" name="Google Shape;760;p63">
            <a:extLst>
              <a:ext uri="{FF2B5EF4-FFF2-40B4-BE49-F238E27FC236}">
                <a16:creationId xmlns:a16="http://schemas.microsoft.com/office/drawing/2014/main" id="{16B6AE0B-9D97-D214-2F4F-B61530EA6F62}"/>
              </a:ext>
            </a:extLst>
          </p:cNvPr>
          <p:cNvSpPr txBox="1"/>
          <p:nvPr/>
        </p:nvSpPr>
        <p:spPr>
          <a:xfrm>
            <a:off x="6445363" y="2621664"/>
            <a:ext cx="2248926" cy="6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Bouton de démarrage sécurisé</a:t>
            </a:r>
            <a:endParaRPr dirty="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3" name="Google Shape;760;p63">
            <a:extLst>
              <a:ext uri="{FF2B5EF4-FFF2-40B4-BE49-F238E27FC236}">
                <a16:creationId xmlns:a16="http://schemas.microsoft.com/office/drawing/2014/main" id="{F4A320B8-9DA4-792C-046B-B6E16FFA67EA}"/>
              </a:ext>
            </a:extLst>
          </p:cNvPr>
          <p:cNvSpPr txBox="1"/>
          <p:nvPr/>
        </p:nvSpPr>
        <p:spPr>
          <a:xfrm>
            <a:off x="6445363" y="3171596"/>
            <a:ext cx="2248926" cy="6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Buzzer</a:t>
            </a:r>
            <a:endParaRPr dirty="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4" name="Google Shape;760;p63">
            <a:extLst>
              <a:ext uri="{FF2B5EF4-FFF2-40B4-BE49-F238E27FC236}">
                <a16:creationId xmlns:a16="http://schemas.microsoft.com/office/drawing/2014/main" id="{01690CCD-A842-3CDB-1E68-AC1C10A9A779}"/>
              </a:ext>
            </a:extLst>
          </p:cNvPr>
          <p:cNvSpPr txBox="1"/>
          <p:nvPr/>
        </p:nvSpPr>
        <p:spPr>
          <a:xfrm>
            <a:off x="6445363" y="3764664"/>
            <a:ext cx="2248926" cy="6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Moteurs pouvant faire aller le robot à 17 km/h</a:t>
            </a:r>
            <a:endParaRPr dirty="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cxnSp>
        <p:nvCxnSpPr>
          <p:cNvPr id="28" name="Google Shape;769;p63">
            <a:extLst>
              <a:ext uri="{FF2B5EF4-FFF2-40B4-BE49-F238E27FC236}">
                <a16:creationId xmlns:a16="http://schemas.microsoft.com/office/drawing/2014/main" id="{155D0365-050A-8DD2-CA3F-2B4DCF03E6A7}"/>
              </a:ext>
            </a:extLst>
          </p:cNvPr>
          <p:cNvCxnSpPr>
            <a:cxnSpLocks/>
            <a:stCxn id="14" idx="1"/>
            <a:endCxn id="39" idx="2"/>
          </p:cNvCxnSpPr>
          <p:nvPr/>
        </p:nvCxnSpPr>
        <p:spPr>
          <a:xfrm rot="10800000">
            <a:off x="1777399" y="3696886"/>
            <a:ext cx="4667964" cy="400478"/>
          </a:xfrm>
          <a:prstGeom prst="bentConnector2">
            <a:avLst/>
          </a:prstGeom>
          <a:ln>
            <a:headEnd type="oval" w="med" len="med"/>
            <a:tailEnd type="none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9" name="Google Shape;764;p63">
            <a:extLst>
              <a:ext uri="{FF2B5EF4-FFF2-40B4-BE49-F238E27FC236}">
                <a16:creationId xmlns:a16="http://schemas.microsoft.com/office/drawing/2014/main" id="{917D5B8D-6DFF-25FF-15DF-639CB2A52D5D}"/>
              </a:ext>
            </a:extLst>
          </p:cNvPr>
          <p:cNvSpPr/>
          <p:nvPr/>
        </p:nvSpPr>
        <p:spPr>
          <a:xfrm>
            <a:off x="1687549" y="3517186"/>
            <a:ext cx="179700" cy="179700"/>
          </a:xfrm>
          <a:prstGeom prst="rect">
            <a:avLst/>
          </a:prstGeom>
          <a:solidFill>
            <a:srgbClr val="6F79E3">
              <a:alpha val="86360"/>
            </a:srgbClr>
          </a:solidFill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9" name="Google Shape;763;p63">
            <a:extLst>
              <a:ext uri="{FF2B5EF4-FFF2-40B4-BE49-F238E27FC236}">
                <a16:creationId xmlns:a16="http://schemas.microsoft.com/office/drawing/2014/main" id="{2E4C60BB-F96D-4DF0-0F19-348C2E37BE0B}"/>
              </a:ext>
            </a:extLst>
          </p:cNvPr>
          <p:cNvSpPr/>
          <p:nvPr/>
        </p:nvSpPr>
        <p:spPr>
          <a:xfrm>
            <a:off x="1234321" y="2606654"/>
            <a:ext cx="179700" cy="179700"/>
          </a:xfrm>
          <a:prstGeom prst="rect">
            <a:avLst/>
          </a:prstGeom>
          <a:solidFill>
            <a:srgbClr val="C1C1C1">
              <a:alpha val="85450"/>
            </a:srgbClr>
          </a:solidFill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2" name="Google Shape;760;p63">
            <a:extLst>
              <a:ext uri="{FF2B5EF4-FFF2-40B4-BE49-F238E27FC236}">
                <a16:creationId xmlns:a16="http://schemas.microsoft.com/office/drawing/2014/main" id="{3BCC32AC-9AA5-D1AB-E0C4-26B3AD38A1E9}"/>
              </a:ext>
            </a:extLst>
          </p:cNvPr>
          <p:cNvSpPr txBox="1"/>
          <p:nvPr/>
        </p:nvSpPr>
        <p:spPr>
          <a:xfrm>
            <a:off x="6445363" y="2093864"/>
            <a:ext cx="2248926" cy="6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 err="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LEDs</a:t>
            </a:r>
            <a:r>
              <a:rPr lang="fr-FR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 de % de batterie</a:t>
            </a:r>
            <a:endParaRPr dirty="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7" name="Google Shape;762;p63">
            <a:extLst>
              <a:ext uri="{FF2B5EF4-FFF2-40B4-BE49-F238E27FC236}">
                <a16:creationId xmlns:a16="http://schemas.microsoft.com/office/drawing/2014/main" id="{ACFDFFA2-E394-F22C-6EB8-48633766BCF6}"/>
              </a:ext>
            </a:extLst>
          </p:cNvPr>
          <p:cNvSpPr/>
          <p:nvPr/>
        </p:nvSpPr>
        <p:spPr>
          <a:xfrm>
            <a:off x="2272490" y="2815245"/>
            <a:ext cx="179700" cy="179700"/>
          </a:xfrm>
          <a:prstGeom prst="rect">
            <a:avLst/>
          </a:prstGeom>
          <a:solidFill>
            <a:srgbClr val="E8E8E8">
              <a:alpha val="86820"/>
            </a:srgbClr>
          </a:solidFill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chivo"/>
              <a:ea typeface="Archivo"/>
              <a:cs typeface="Archivo"/>
              <a:sym typeface="Archivo"/>
            </a:endParaRPr>
          </a:p>
        </p:txBody>
      </p:sp>
      <p:cxnSp>
        <p:nvCxnSpPr>
          <p:cNvPr id="18" name="Google Shape;768;p63">
            <a:extLst>
              <a:ext uri="{FF2B5EF4-FFF2-40B4-BE49-F238E27FC236}">
                <a16:creationId xmlns:a16="http://schemas.microsoft.com/office/drawing/2014/main" id="{13374FAF-4D54-92BE-BD9C-F512B4EE8868}"/>
              </a:ext>
            </a:extLst>
          </p:cNvPr>
          <p:cNvCxnSpPr>
            <a:cxnSpLocks/>
            <a:stCxn id="2" idx="1"/>
            <a:endCxn id="17" idx="3"/>
          </p:cNvCxnSpPr>
          <p:nvPr/>
        </p:nvCxnSpPr>
        <p:spPr>
          <a:xfrm rot="10800000" flipV="1">
            <a:off x="2452191" y="2426563"/>
            <a:ext cx="3993173" cy="478531"/>
          </a:xfrm>
          <a:prstGeom prst="bentConnector3">
            <a:avLst>
              <a:gd name="adj1" fmla="val 23782"/>
            </a:avLst>
          </a:prstGeom>
          <a:ln>
            <a:headEnd type="oval" w="med" len="med"/>
            <a:tailEnd type="none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" name="Google Shape;927;p74">
            <a:extLst>
              <a:ext uri="{FF2B5EF4-FFF2-40B4-BE49-F238E27FC236}">
                <a16:creationId xmlns:a16="http://schemas.microsoft.com/office/drawing/2014/main" id="{EA2FFDC9-E07F-312A-EF44-A8A1C8179585}"/>
              </a:ext>
            </a:extLst>
          </p:cNvPr>
          <p:cNvSpPr txBox="1">
            <a:spLocks/>
          </p:cNvSpPr>
          <p:nvPr/>
        </p:nvSpPr>
        <p:spPr>
          <a:xfrm>
            <a:off x="4400706" y="4627786"/>
            <a:ext cx="342588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pPr marL="0" indent="0" algn="ctr">
              <a:buClr>
                <a:schemeClr val="lt1"/>
              </a:buClr>
              <a:buSzPts val="1100"/>
              <a:buFont typeface="Arial"/>
              <a:buNone/>
            </a:pPr>
            <a:r>
              <a:rPr lang="fr-FR" sz="1200" dirty="0">
                <a:latin typeface="Anaheim"/>
                <a:ea typeface="Anaheim"/>
                <a:cs typeface="Anaheim"/>
                <a:sym typeface="Anaheim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34037939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8">
          <a:extLst>
            <a:ext uri="{FF2B5EF4-FFF2-40B4-BE49-F238E27FC236}">
              <a16:creationId xmlns:a16="http://schemas.microsoft.com/office/drawing/2014/main" id="{22DBFF5C-F048-B6AD-5D63-8B75425159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C5550C15-5F7F-85A3-79BD-2097E3D526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2556" y="1893036"/>
            <a:ext cx="5504070" cy="2703664"/>
          </a:xfrm>
          <a:prstGeom prst="roundRect">
            <a:avLst>
              <a:gd name="adj" fmla="val 7681"/>
            </a:avLst>
          </a:prstGeom>
        </p:spPr>
      </p:pic>
      <p:sp>
        <p:nvSpPr>
          <p:cNvPr id="749" name="Google Shape;749;p63">
            <a:extLst>
              <a:ext uri="{FF2B5EF4-FFF2-40B4-BE49-F238E27FC236}">
                <a16:creationId xmlns:a16="http://schemas.microsoft.com/office/drawing/2014/main" id="{9182F324-B7C1-0161-981A-D4CA8096C81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dirty="0"/>
              <a:t>LE MONTAGE – PCB Custom</a:t>
            </a:r>
            <a:endParaRPr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34490A4-CC90-4221-842A-66ADB16D56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496" y="1093850"/>
            <a:ext cx="5327374" cy="2272828"/>
          </a:xfrm>
          <a:prstGeom prst="roundRect">
            <a:avLst>
              <a:gd name="adj" fmla="val 13946"/>
            </a:avLst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57B169B-3869-EB7F-AAFA-8AC67173E18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7463" y="3473359"/>
            <a:ext cx="2096518" cy="1016660"/>
          </a:xfrm>
          <a:prstGeom prst="round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25245F4D-C6FD-4BDE-FC0D-C807F679177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5338" y="777461"/>
            <a:ext cx="2067072" cy="976748"/>
          </a:xfrm>
          <a:prstGeom prst="roundRect">
            <a:avLst/>
          </a:prstGeom>
        </p:spPr>
      </p:pic>
      <p:sp>
        <p:nvSpPr>
          <p:cNvPr id="2" name="Google Shape;927;p74">
            <a:extLst>
              <a:ext uri="{FF2B5EF4-FFF2-40B4-BE49-F238E27FC236}">
                <a16:creationId xmlns:a16="http://schemas.microsoft.com/office/drawing/2014/main" id="{1FFD7F20-8BC0-201A-A567-64942CE8BEA5}"/>
              </a:ext>
            </a:extLst>
          </p:cNvPr>
          <p:cNvSpPr txBox="1">
            <a:spLocks/>
          </p:cNvSpPr>
          <p:nvPr/>
        </p:nvSpPr>
        <p:spPr>
          <a:xfrm>
            <a:off x="4400706" y="4627786"/>
            <a:ext cx="342588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pPr marL="0" indent="0" algn="ctr">
              <a:buClr>
                <a:schemeClr val="lt1"/>
              </a:buClr>
              <a:buSzPts val="1100"/>
              <a:buFont typeface="Arial"/>
              <a:buNone/>
            </a:pPr>
            <a:r>
              <a:rPr lang="fr-FR" sz="1200" dirty="0">
                <a:latin typeface="Anaheim"/>
                <a:ea typeface="Anaheim"/>
                <a:cs typeface="Anaheim"/>
                <a:sym typeface="Anaheim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2446491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9">
          <a:extLst>
            <a:ext uri="{FF2B5EF4-FFF2-40B4-BE49-F238E27FC236}">
              <a16:creationId xmlns:a16="http://schemas.microsoft.com/office/drawing/2014/main" id="{D8BAF2EA-195E-3659-368B-1548CDC893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Google Shape;810;p67">
            <a:extLst>
              <a:ext uri="{FF2B5EF4-FFF2-40B4-BE49-F238E27FC236}">
                <a16:creationId xmlns:a16="http://schemas.microsoft.com/office/drawing/2014/main" id="{494F5C1A-C64D-200B-75A3-A371B5AA435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960400" y="1867508"/>
            <a:ext cx="4833771" cy="152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dirty="0"/>
              <a:t>Technologies utilisées</a:t>
            </a:r>
            <a:endParaRPr dirty="0"/>
          </a:p>
        </p:txBody>
      </p:sp>
      <p:sp>
        <p:nvSpPr>
          <p:cNvPr id="811" name="Google Shape;811;p67">
            <a:extLst>
              <a:ext uri="{FF2B5EF4-FFF2-40B4-BE49-F238E27FC236}">
                <a16:creationId xmlns:a16="http://schemas.microsoft.com/office/drawing/2014/main" id="{3B15CCDE-8D79-D3D2-17D4-5C8294CC37C0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5234950" y="3619525"/>
            <a:ext cx="2697600" cy="60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12" name="Google Shape;812;p67">
            <a:extLst>
              <a:ext uri="{FF2B5EF4-FFF2-40B4-BE49-F238E27FC236}">
                <a16:creationId xmlns:a16="http://schemas.microsoft.com/office/drawing/2014/main" id="{EA05BAF9-5972-E355-8F04-9A8B2EBECBBA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827527" y="2172608"/>
            <a:ext cx="1995000" cy="915900"/>
          </a:xfrm>
          <a:prstGeom prst="rect">
            <a:avLst/>
          </a:prstGeom>
        </p:spPr>
        <p:txBody>
          <a:bodyPr spcFirstLastPara="1" wrap="square" lIns="91425" tIns="91425" rIns="91425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dirty="0"/>
              <a:t>03</a:t>
            </a:r>
            <a:endParaRPr dirty="0"/>
          </a:p>
        </p:txBody>
      </p:sp>
      <p:sp>
        <p:nvSpPr>
          <p:cNvPr id="2" name="Google Shape;927;p74">
            <a:extLst>
              <a:ext uri="{FF2B5EF4-FFF2-40B4-BE49-F238E27FC236}">
                <a16:creationId xmlns:a16="http://schemas.microsoft.com/office/drawing/2014/main" id="{BBD79F25-5656-D466-A577-D08C3FB492A4}"/>
              </a:ext>
            </a:extLst>
          </p:cNvPr>
          <p:cNvSpPr txBox="1">
            <a:spLocks/>
          </p:cNvSpPr>
          <p:nvPr/>
        </p:nvSpPr>
        <p:spPr>
          <a:xfrm>
            <a:off x="4400706" y="4627786"/>
            <a:ext cx="342588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pPr marL="0" indent="0" algn="ctr">
              <a:buClr>
                <a:schemeClr val="lt1"/>
              </a:buClr>
              <a:buSzPts val="1100"/>
              <a:buFont typeface="Arial"/>
              <a:buNone/>
            </a:pPr>
            <a:r>
              <a:rPr lang="fr-FR" sz="1200" dirty="0">
                <a:latin typeface="Anaheim"/>
                <a:ea typeface="Anaheim"/>
                <a:cs typeface="Anaheim"/>
                <a:sym typeface="Anaheim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752123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5">
          <a:extLst>
            <a:ext uri="{FF2B5EF4-FFF2-40B4-BE49-F238E27FC236}">
              <a16:creationId xmlns:a16="http://schemas.microsoft.com/office/drawing/2014/main" id="{C486790D-A2CB-F569-88DA-CFD8AA46A2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50">
            <a:extLst>
              <a:ext uri="{FF2B5EF4-FFF2-40B4-BE49-F238E27FC236}">
                <a16:creationId xmlns:a16="http://schemas.microsoft.com/office/drawing/2014/main" id="{AB7B5C2E-1139-C3F1-CB6A-5ACEB6F398A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dirty="0"/>
              <a:t>TECHNOLOGIES UTILISÉES</a:t>
            </a:r>
            <a:endParaRPr dirty="0"/>
          </a:p>
        </p:txBody>
      </p:sp>
      <p:sp>
        <p:nvSpPr>
          <p:cNvPr id="507" name="Google Shape;507;p50">
            <a:extLst>
              <a:ext uri="{FF2B5EF4-FFF2-40B4-BE49-F238E27FC236}">
                <a16:creationId xmlns:a16="http://schemas.microsoft.com/office/drawing/2014/main" id="{FC050808-77B4-F9D4-571E-4C8E65390D04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720000" y="3621948"/>
            <a:ext cx="22089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dirty="0"/>
              <a:t>Pour exporter et slicer depuis Onshape en SVG</a:t>
            </a:r>
            <a:endParaRPr dirty="0"/>
          </a:p>
        </p:txBody>
      </p:sp>
      <p:sp>
        <p:nvSpPr>
          <p:cNvPr id="508" name="Google Shape;508;p50">
            <a:extLst>
              <a:ext uri="{FF2B5EF4-FFF2-40B4-BE49-F238E27FC236}">
                <a16:creationId xmlns:a16="http://schemas.microsoft.com/office/drawing/2014/main" id="{CDCE3B85-7CB7-97AC-FBA3-3A8A594E295F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20000" y="1998386"/>
            <a:ext cx="22089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fr-FR" dirty="0"/>
              <a:t>Le compilateur attrape les bugs à la place du robot</a:t>
            </a:r>
            <a:endParaRPr dirty="0"/>
          </a:p>
        </p:txBody>
      </p:sp>
      <p:sp>
        <p:nvSpPr>
          <p:cNvPr id="509" name="Google Shape;509;p50">
            <a:extLst>
              <a:ext uri="{FF2B5EF4-FFF2-40B4-BE49-F238E27FC236}">
                <a16:creationId xmlns:a16="http://schemas.microsoft.com/office/drawing/2014/main" id="{914DD4DA-5D7C-7972-DFDE-0C68B623556A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3467622" y="1998386"/>
            <a:ext cx="252139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fr-FR" dirty="0" err="1"/>
              <a:t>Async</a:t>
            </a:r>
            <a:r>
              <a:rPr lang="fr-FR" dirty="0"/>
              <a:t>/</a:t>
            </a:r>
            <a:r>
              <a:rPr lang="fr-FR" dirty="0" err="1"/>
              <a:t>await</a:t>
            </a:r>
            <a:r>
              <a:rPr lang="fr-FR" dirty="0"/>
              <a:t> sur microcontrôleur — plusieurs tâches, zéro RTOS</a:t>
            </a:r>
            <a:endParaRPr dirty="0"/>
          </a:p>
        </p:txBody>
      </p:sp>
      <p:sp>
        <p:nvSpPr>
          <p:cNvPr id="510" name="Google Shape;510;p50">
            <a:extLst>
              <a:ext uri="{FF2B5EF4-FFF2-40B4-BE49-F238E27FC236}">
                <a16:creationId xmlns:a16="http://schemas.microsoft.com/office/drawing/2014/main" id="{9F9B69CB-5F07-284A-60F5-01C68B293D98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3467622" y="3621948"/>
            <a:ext cx="22089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dirty="0"/>
              <a:t>Pour designer le PCB custom</a:t>
            </a:r>
            <a:endParaRPr b="1" dirty="0"/>
          </a:p>
        </p:txBody>
      </p:sp>
      <p:sp>
        <p:nvSpPr>
          <p:cNvPr id="511" name="Google Shape;511;p50">
            <a:extLst>
              <a:ext uri="{FF2B5EF4-FFF2-40B4-BE49-F238E27FC236}">
                <a16:creationId xmlns:a16="http://schemas.microsoft.com/office/drawing/2014/main" id="{6B3EFFB5-E7E8-DB42-E7A8-F7C7B9D44913}"/>
              </a:ext>
            </a:extLst>
          </p:cNvPr>
          <p:cNvSpPr txBox="1">
            <a:spLocks noGrp="1"/>
          </p:cNvSpPr>
          <p:nvPr>
            <p:ph type="subTitle" idx="5"/>
          </p:nvPr>
        </p:nvSpPr>
        <p:spPr>
          <a:xfrm>
            <a:off x="6215244" y="1998386"/>
            <a:ext cx="2434008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dirty="0"/>
              <a:t>CAD gratuit, facile, intuitif mais tout de même puissant</a:t>
            </a:r>
            <a:endParaRPr dirty="0"/>
          </a:p>
        </p:txBody>
      </p:sp>
      <p:sp>
        <p:nvSpPr>
          <p:cNvPr id="512" name="Google Shape;512;p50">
            <a:extLst>
              <a:ext uri="{FF2B5EF4-FFF2-40B4-BE49-F238E27FC236}">
                <a16:creationId xmlns:a16="http://schemas.microsoft.com/office/drawing/2014/main" id="{F32887CE-215A-828B-32FE-0C1EA7EC3164}"/>
              </a:ext>
            </a:extLst>
          </p:cNvPr>
          <p:cNvSpPr txBox="1">
            <a:spLocks noGrp="1"/>
          </p:cNvSpPr>
          <p:nvPr>
            <p:ph type="subTitle" idx="6"/>
          </p:nvPr>
        </p:nvSpPr>
        <p:spPr>
          <a:xfrm>
            <a:off x="6215244" y="3621948"/>
            <a:ext cx="236333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dirty="0"/>
              <a:t>Beaucoup de vibe-coding… Mais pas inutile la plupart du temps</a:t>
            </a:r>
            <a:endParaRPr dirty="0"/>
          </a:p>
        </p:txBody>
      </p:sp>
      <p:sp>
        <p:nvSpPr>
          <p:cNvPr id="513" name="Google Shape;513;p50">
            <a:extLst>
              <a:ext uri="{FF2B5EF4-FFF2-40B4-BE49-F238E27FC236}">
                <a16:creationId xmlns:a16="http://schemas.microsoft.com/office/drawing/2014/main" id="{FC030A26-2ECE-A37E-7C3F-024B1ABA6A95}"/>
              </a:ext>
            </a:extLst>
          </p:cNvPr>
          <p:cNvSpPr txBox="1">
            <a:spLocks noGrp="1"/>
          </p:cNvSpPr>
          <p:nvPr>
            <p:ph type="subTitle" idx="7"/>
          </p:nvPr>
        </p:nvSpPr>
        <p:spPr>
          <a:xfrm>
            <a:off x="720976" y="1760150"/>
            <a:ext cx="2206800" cy="41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dirty="0"/>
              <a:t>RUST</a:t>
            </a:r>
            <a:endParaRPr dirty="0"/>
          </a:p>
        </p:txBody>
      </p:sp>
      <p:sp>
        <p:nvSpPr>
          <p:cNvPr id="514" name="Google Shape;514;p50">
            <a:extLst>
              <a:ext uri="{FF2B5EF4-FFF2-40B4-BE49-F238E27FC236}">
                <a16:creationId xmlns:a16="http://schemas.microsoft.com/office/drawing/2014/main" id="{BA2F68BD-E28D-CF49-BCD3-4F16551E2183}"/>
              </a:ext>
            </a:extLst>
          </p:cNvPr>
          <p:cNvSpPr txBox="1">
            <a:spLocks noGrp="1"/>
          </p:cNvSpPr>
          <p:nvPr>
            <p:ph type="subTitle" idx="8"/>
          </p:nvPr>
        </p:nvSpPr>
        <p:spPr>
          <a:xfrm>
            <a:off x="3468598" y="1760150"/>
            <a:ext cx="2206800" cy="41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dirty="0"/>
              <a:t>EMBASSY</a:t>
            </a:r>
            <a:endParaRPr dirty="0"/>
          </a:p>
        </p:txBody>
      </p:sp>
      <p:sp>
        <p:nvSpPr>
          <p:cNvPr id="515" name="Google Shape;515;p50">
            <a:extLst>
              <a:ext uri="{FF2B5EF4-FFF2-40B4-BE49-F238E27FC236}">
                <a16:creationId xmlns:a16="http://schemas.microsoft.com/office/drawing/2014/main" id="{C6E4710B-0A63-C52A-472F-B3C412044E32}"/>
              </a:ext>
            </a:extLst>
          </p:cNvPr>
          <p:cNvSpPr txBox="1">
            <a:spLocks noGrp="1"/>
          </p:cNvSpPr>
          <p:nvPr>
            <p:ph type="subTitle" idx="9"/>
          </p:nvPr>
        </p:nvSpPr>
        <p:spPr>
          <a:xfrm>
            <a:off x="6216220" y="1760150"/>
            <a:ext cx="2206800" cy="41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dirty="0"/>
              <a:t>ONSHAPE</a:t>
            </a:r>
            <a:endParaRPr dirty="0"/>
          </a:p>
        </p:txBody>
      </p:sp>
      <p:sp>
        <p:nvSpPr>
          <p:cNvPr id="516" name="Google Shape;516;p50">
            <a:extLst>
              <a:ext uri="{FF2B5EF4-FFF2-40B4-BE49-F238E27FC236}">
                <a16:creationId xmlns:a16="http://schemas.microsoft.com/office/drawing/2014/main" id="{0D183592-A0D5-A408-0AE5-C15D616F46B8}"/>
              </a:ext>
            </a:extLst>
          </p:cNvPr>
          <p:cNvSpPr txBox="1">
            <a:spLocks noGrp="1"/>
          </p:cNvSpPr>
          <p:nvPr>
            <p:ph type="subTitle" idx="13"/>
          </p:nvPr>
        </p:nvSpPr>
        <p:spPr>
          <a:xfrm>
            <a:off x="721001" y="3383725"/>
            <a:ext cx="2206800" cy="41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dirty="0"/>
              <a:t>KIRI:MOTO</a:t>
            </a:r>
            <a:endParaRPr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CD7ADCF-94B6-85B6-B3FA-06A8325ACEC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972" t="25984" r="69323" b="27758"/>
          <a:stretch>
            <a:fillRect/>
          </a:stretch>
        </p:blipFill>
        <p:spPr>
          <a:xfrm>
            <a:off x="6296584" y="1269763"/>
            <a:ext cx="373598" cy="441022"/>
          </a:xfrm>
          <a:prstGeom prst="rect">
            <a:avLst/>
          </a:prstGeom>
        </p:spPr>
      </p:pic>
      <p:sp>
        <p:nvSpPr>
          <p:cNvPr id="517" name="Google Shape;517;p50">
            <a:extLst>
              <a:ext uri="{FF2B5EF4-FFF2-40B4-BE49-F238E27FC236}">
                <a16:creationId xmlns:a16="http://schemas.microsoft.com/office/drawing/2014/main" id="{395C5C09-C181-4A74-88C0-5A7F691639AA}"/>
              </a:ext>
            </a:extLst>
          </p:cNvPr>
          <p:cNvSpPr txBox="1">
            <a:spLocks noGrp="1"/>
          </p:cNvSpPr>
          <p:nvPr>
            <p:ph type="subTitle" idx="14"/>
          </p:nvPr>
        </p:nvSpPr>
        <p:spPr>
          <a:xfrm>
            <a:off x="3468623" y="3383725"/>
            <a:ext cx="2206800" cy="41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dirty="0"/>
              <a:t>KICAD</a:t>
            </a:r>
            <a:endParaRPr dirty="0"/>
          </a:p>
        </p:txBody>
      </p:sp>
      <p:sp>
        <p:nvSpPr>
          <p:cNvPr id="518" name="Google Shape;518;p50">
            <a:extLst>
              <a:ext uri="{FF2B5EF4-FFF2-40B4-BE49-F238E27FC236}">
                <a16:creationId xmlns:a16="http://schemas.microsoft.com/office/drawing/2014/main" id="{47FCDC53-7E69-9D0D-6816-00CB802869B1}"/>
              </a:ext>
            </a:extLst>
          </p:cNvPr>
          <p:cNvSpPr txBox="1">
            <a:spLocks noGrp="1"/>
          </p:cNvSpPr>
          <p:nvPr>
            <p:ph type="subTitle" idx="15"/>
          </p:nvPr>
        </p:nvSpPr>
        <p:spPr>
          <a:xfrm>
            <a:off x="6216245" y="3383725"/>
            <a:ext cx="2206800" cy="41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dirty="0"/>
              <a:t>CLAUDE CODE</a:t>
            </a:r>
            <a:endParaRPr dirty="0"/>
          </a:p>
        </p:txBody>
      </p:sp>
      <p:sp>
        <p:nvSpPr>
          <p:cNvPr id="522" name="Google Shape;522;p50">
            <a:extLst>
              <a:ext uri="{FF2B5EF4-FFF2-40B4-BE49-F238E27FC236}">
                <a16:creationId xmlns:a16="http://schemas.microsoft.com/office/drawing/2014/main" id="{A8767756-16F3-2CBF-E274-BFAB4D7D3733}"/>
              </a:ext>
            </a:extLst>
          </p:cNvPr>
          <p:cNvSpPr/>
          <p:nvPr/>
        </p:nvSpPr>
        <p:spPr>
          <a:xfrm>
            <a:off x="789419" y="2949499"/>
            <a:ext cx="372727" cy="373539"/>
          </a:xfrm>
          <a:custGeom>
            <a:avLst/>
            <a:gdLst/>
            <a:ahLst/>
            <a:cxnLst/>
            <a:rect l="l" t="t" r="r" b="b"/>
            <a:pathLst>
              <a:path w="914" h="916" extrusionOk="0">
                <a:moveTo>
                  <a:pt x="347" y="516"/>
                </a:moveTo>
                <a:cubicBezTo>
                  <a:pt x="349" y="512"/>
                  <a:pt x="350" y="508"/>
                  <a:pt x="352" y="504"/>
                </a:cubicBezTo>
                <a:lnTo>
                  <a:pt x="344" y="491"/>
                </a:lnTo>
                <a:cubicBezTo>
                  <a:pt x="327" y="462"/>
                  <a:pt x="331" y="426"/>
                  <a:pt x="353" y="401"/>
                </a:cubicBezTo>
                <a:cubicBezTo>
                  <a:pt x="347" y="404"/>
                  <a:pt x="341" y="408"/>
                  <a:pt x="335" y="410"/>
                </a:cubicBezTo>
                <a:cubicBezTo>
                  <a:pt x="318" y="417"/>
                  <a:pt x="301" y="421"/>
                  <a:pt x="284" y="421"/>
                </a:cubicBezTo>
                <a:cubicBezTo>
                  <a:pt x="231" y="421"/>
                  <a:pt x="181" y="389"/>
                  <a:pt x="160" y="338"/>
                </a:cubicBezTo>
                <a:cubicBezTo>
                  <a:pt x="146" y="305"/>
                  <a:pt x="146" y="268"/>
                  <a:pt x="160" y="235"/>
                </a:cubicBezTo>
                <a:cubicBezTo>
                  <a:pt x="173" y="202"/>
                  <a:pt x="199" y="176"/>
                  <a:pt x="232" y="163"/>
                </a:cubicBezTo>
                <a:cubicBezTo>
                  <a:pt x="265" y="149"/>
                  <a:pt x="302" y="149"/>
                  <a:pt x="335" y="163"/>
                </a:cubicBezTo>
                <a:cubicBezTo>
                  <a:pt x="368" y="176"/>
                  <a:pt x="394" y="202"/>
                  <a:pt x="407" y="235"/>
                </a:cubicBezTo>
                <a:cubicBezTo>
                  <a:pt x="421" y="268"/>
                  <a:pt x="421" y="305"/>
                  <a:pt x="407" y="338"/>
                </a:cubicBezTo>
                <a:cubicBezTo>
                  <a:pt x="405" y="344"/>
                  <a:pt x="401" y="350"/>
                  <a:pt x="398" y="356"/>
                </a:cubicBezTo>
                <a:cubicBezTo>
                  <a:pt x="412" y="343"/>
                  <a:pt x="430" y="336"/>
                  <a:pt x="448" y="336"/>
                </a:cubicBezTo>
                <a:cubicBezTo>
                  <a:pt x="463" y="336"/>
                  <a:pt x="476" y="340"/>
                  <a:pt x="488" y="347"/>
                </a:cubicBezTo>
                <a:lnTo>
                  <a:pt x="501" y="355"/>
                </a:lnTo>
                <a:cubicBezTo>
                  <a:pt x="505" y="353"/>
                  <a:pt x="509" y="351"/>
                  <a:pt x="513" y="350"/>
                </a:cubicBezTo>
                <a:lnTo>
                  <a:pt x="517" y="335"/>
                </a:lnTo>
                <a:cubicBezTo>
                  <a:pt x="518" y="330"/>
                  <a:pt x="521" y="326"/>
                  <a:pt x="523" y="321"/>
                </a:cubicBezTo>
                <a:lnTo>
                  <a:pt x="520" y="319"/>
                </a:lnTo>
                <a:cubicBezTo>
                  <a:pt x="523" y="297"/>
                  <a:pt x="523" y="276"/>
                  <a:pt x="520" y="255"/>
                </a:cubicBezTo>
                <a:lnTo>
                  <a:pt x="556" y="228"/>
                </a:lnTo>
                <a:cubicBezTo>
                  <a:pt x="565" y="221"/>
                  <a:pt x="568" y="210"/>
                  <a:pt x="564" y="200"/>
                </a:cubicBezTo>
                <a:lnTo>
                  <a:pt x="543" y="150"/>
                </a:lnTo>
                <a:cubicBezTo>
                  <a:pt x="539" y="140"/>
                  <a:pt x="529" y="134"/>
                  <a:pt x="518" y="136"/>
                </a:cubicBezTo>
                <a:lnTo>
                  <a:pt x="473" y="142"/>
                </a:lnTo>
                <a:cubicBezTo>
                  <a:pt x="460" y="125"/>
                  <a:pt x="445" y="110"/>
                  <a:pt x="428" y="97"/>
                </a:cubicBezTo>
                <a:lnTo>
                  <a:pt x="435" y="48"/>
                </a:lnTo>
                <a:cubicBezTo>
                  <a:pt x="436" y="37"/>
                  <a:pt x="430" y="27"/>
                  <a:pt x="420" y="23"/>
                </a:cubicBezTo>
                <a:lnTo>
                  <a:pt x="371" y="2"/>
                </a:lnTo>
                <a:cubicBezTo>
                  <a:pt x="361" y="-2"/>
                  <a:pt x="349" y="1"/>
                  <a:pt x="342" y="10"/>
                </a:cubicBezTo>
                <a:lnTo>
                  <a:pt x="316" y="46"/>
                </a:lnTo>
                <a:cubicBezTo>
                  <a:pt x="295" y="43"/>
                  <a:pt x="273" y="43"/>
                  <a:pt x="252" y="46"/>
                </a:cubicBezTo>
                <a:lnTo>
                  <a:pt x="225" y="10"/>
                </a:lnTo>
                <a:cubicBezTo>
                  <a:pt x="219" y="1"/>
                  <a:pt x="207" y="-2"/>
                  <a:pt x="197" y="2"/>
                </a:cubicBezTo>
                <a:lnTo>
                  <a:pt x="147" y="23"/>
                </a:lnTo>
                <a:cubicBezTo>
                  <a:pt x="137" y="27"/>
                  <a:pt x="131" y="38"/>
                  <a:pt x="133" y="48"/>
                </a:cubicBezTo>
                <a:lnTo>
                  <a:pt x="139" y="97"/>
                </a:lnTo>
                <a:cubicBezTo>
                  <a:pt x="122" y="110"/>
                  <a:pt x="107" y="125"/>
                  <a:pt x="94" y="142"/>
                </a:cubicBezTo>
                <a:lnTo>
                  <a:pt x="50" y="136"/>
                </a:lnTo>
                <a:cubicBezTo>
                  <a:pt x="39" y="134"/>
                  <a:pt x="27" y="140"/>
                  <a:pt x="22" y="150"/>
                </a:cubicBezTo>
                <a:lnTo>
                  <a:pt x="2" y="200"/>
                </a:lnTo>
                <a:cubicBezTo>
                  <a:pt x="-2" y="210"/>
                  <a:pt x="1" y="221"/>
                  <a:pt x="10" y="228"/>
                </a:cubicBezTo>
                <a:lnTo>
                  <a:pt x="46" y="255"/>
                </a:lnTo>
                <a:cubicBezTo>
                  <a:pt x="43" y="276"/>
                  <a:pt x="43" y="297"/>
                  <a:pt x="46" y="319"/>
                </a:cubicBezTo>
                <a:lnTo>
                  <a:pt x="10" y="345"/>
                </a:lnTo>
                <a:cubicBezTo>
                  <a:pt x="1" y="352"/>
                  <a:pt x="-2" y="363"/>
                  <a:pt x="2" y="374"/>
                </a:cubicBezTo>
                <a:lnTo>
                  <a:pt x="23" y="423"/>
                </a:lnTo>
                <a:cubicBezTo>
                  <a:pt x="27" y="433"/>
                  <a:pt x="39" y="439"/>
                  <a:pt x="50" y="437"/>
                </a:cubicBezTo>
                <a:lnTo>
                  <a:pt x="94" y="431"/>
                </a:lnTo>
                <a:cubicBezTo>
                  <a:pt x="107" y="448"/>
                  <a:pt x="122" y="463"/>
                  <a:pt x="140" y="476"/>
                </a:cubicBezTo>
                <a:lnTo>
                  <a:pt x="133" y="520"/>
                </a:lnTo>
                <a:cubicBezTo>
                  <a:pt x="131" y="531"/>
                  <a:pt x="137" y="542"/>
                  <a:pt x="147" y="546"/>
                </a:cubicBezTo>
                <a:lnTo>
                  <a:pt x="197" y="566"/>
                </a:lnTo>
                <a:cubicBezTo>
                  <a:pt x="207" y="571"/>
                  <a:pt x="219" y="567"/>
                  <a:pt x="225" y="559"/>
                </a:cubicBezTo>
                <a:lnTo>
                  <a:pt x="252" y="523"/>
                </a:lnTo>
                <a:cubicBezTo>
                  <a:pt x="273" y="526"/>
                  <a:pt x="294" y="525"/>
                  <a:pt x="316" y="523"/>
                </a:cubicBezTo>
                <a:lnTo>
                  <a:pt x="318" y="526"/>
                </a:lnTo>
                <a:cubicBezTo>
                  <a:pt x="323" y="524"/>
                  <a:pt x="327" y="521"/>
                  <a:pt x="332" y="520"/>
                </a:cubicBezTo>
                <a:lnTo>
                  <a:pt x="347" y="516"/>
                </a:lnTo>
                <a:moveTo>
                  <a:pt x="896" y="572"/>
                </a:moveTo>
                <a:lnTo>
                  <a:pt x="848" y="561"/>
                </a:lnTo>
                <a:cubicBezTo>
                  <a:pt x="843" y="541"/>
                  <a:pt x="835" y="521"/>
                  <a:pt x="824" y="502"/>
                </a:cubicBezTo>
                <a:lnTo>
                  <a:pt x="847" y="464"/>
                </a:lnTo>
                <a:cubicBezTo>
                  <a:pt x="853" y="455"/>
                  <a:pt x="851" y="443"/>
                  <a:pt x="843" y="435"/>
                </a:cubicBezTo>
                <a:lnTo>
                  <a:pt x="805" y="397"/>
                </a:lnTo>
                <a:cubicBezTo>
                  <a:pt x="798" y="389"/>
                  <a:pt x="786" y="388"/>
                  <a:pt x="776" y="393"/>
                </a:cubicBezTo>
                <a:lnTo>
                  <a:pt x="738" y="416"/>
                </a:lnTo>
                <a:cubicBezTo>
                  <a:pt x="719" y="406"/>
                  <a:pt x="700" y="398"/>
                  <a:pt x="679" y="392"/>
                </a:cubicBezTo>
                <a:lnTo>
                  <a:pt x="668" y="348"/>
                </a:lnTo>
                <a:cubicBezTo>
                  <a:pt x="665" y="338"/>
                  <a:pt x="656" y="330"/>
                  <a:pt x="645" y="330"/>
                </a:cubicBezTo>
                <a:lnTo>
                  <a:pt x="591" y="330"/>
                </a:lnTo>
                <a:cubicBezTo>
                  <a:pt x="580" y="330"/>
                  <a:pt x="571" y="338"/>
                  <a:pt x="568" y="348"/>
                </a:cubicBezTo>
                <a:lnTo>
                  <a:pt x="557" y="392"/>
                </a:lnTo>
                <a:cubicBezTo>
                  <a:pt x="536" y="398"/>
                  <a:pt x="516" y="406"/>
                  <a:pt x="498" y="416"/>
                </a:cubicBezTo>
                <a:lnTo>
                  <a:pt x="460" y="393"/>
                </a:lnTo>
                <a:cubicBezTo>
                  <a:pt x="450" y="388"/>
                  <a:pt x="438" y="389"/>
                  <a:pt x="430" y="397"/>
                </a:cubicBezTo>
                <a:lnTo>
                  <a:pt x="393" y="435"/>
                </a:lnTo>
                <a:cubicBezTo>
                  <a:pt x="385" y="443"/>
                  <a:pt x="383" y="455"/>
                  <a:pt x="389" y="464"/>
                </a:cubicBezTo>
                <a:lnTo>
                  <a:pt x="412" y="502"/>
                </a:lnTo>
                <a:cubicBezTo>
                  <a:pt x="401" y="521"/>
                  <a:pt x="393" y="541"/>
                  <a:pt x="388" y="561"/>
                </a:cubicBezTo>
                <a:lnTo>
                  <a:pt x="344" y="572"/>
                </a:lnTo>
                <a:cubicBezTo>
                  <a:pt x="333" y="575"/>
                  <a:pt x="326" y="585"/>
                  <a:pt x="326" y="596"/>
                </a:cubicBezTo>
                <a:lnTo>
                  <a:pt x="326" y="649"/>
                </a:lnTo>
                <a:cubicBezTo>
                  <a:pt x="326" y="660"/>
                  <a:pt x="334" y="670"/>
                  <a:pt x="344" y="672"/>
                </a:cubicBezTo>
                <a:lnTo>
                  <a:pt x="388" y="683"/>
                </a:lnTo>
                <a:cubicBezTo>
                  <a:pt x="393" y="704"/>
                  <a:pt x="401" y="724"/>
                  <a:pt x="412" y="742"/>
                </a:cubicBezTo>
                <a:lnTo>
                  <a:pt x="389" y="781"/>
                </a:lnTo>
                <a:cubicBezTo>
                  <a:pt x="383" y="790"/>
                  <a:pt x="385" y="802"/>
                  <a:pt x="393" y="810"/>
                </a:cubicBezTo>
                <a:lnTo>
                  <a:pt x="430" y="848"/>
                </a:lnTo>
                <a:cubicBezTo>
                  <a:pt x="438" y="855"/>
                  <a:pt x="450" y="857"/>
                  <a:pt x="460" y="851"/>
                </a:cubicBezTo>
                <a:lnTo>
                  <a:pt x="498" y="828"/>
                </a:lnTo>
                <a:cubicBezTo>
                  <a:pt x="516" y="839"/>
                  <a:pt x="536" y="847"/>
                  <a:pt x="557" y="853"/>
                </a:cubicBezTo>
                <a:lnTo>
                  <a:pt x="568" y="898"/>
                </a:lnTo>
                <a:cubicBezTo>
                  <a:pt x="571" y="909"/>
                  <a:pt x="580" y="916"/>
                  <a:pt x="591" y="916"/>
                </a:cubicBezTo>
                <a:lnTo>
                  <a:pt x="645" y="916"/>
                </a:lnTo>
                <a:cubicBezTo>
                  <a:pt x="656" y="916"/>
                  <a:pt x="665" y="909"/>
                  <a:pt x="668" y="898"/>
                </a:cubicBezTo>
                <a:lnTo>
                  <a:pt x="679" y="853"/>
                </a:lnTo>
                <a:cubicBezTo>
                  <a:pt x="700" y="847"/>
                  <a:pt x="720" y="839"/>
                  <a:pt x="738" y="828"/>
                </a:cubicBezTo>
                <a:lnTo>
                  <a:pt x="777" y="851"/>
                </a:lnTo>
                <a:cubicBezTo>
                  <a:pt x="786" y="857"/>
                  <a:pt x="798" y="855"/>
                  <a:pt x="806" y="848"/>
                </a:cubicBezTo>
                <a:lnTo>
                  <a:pt x="844" y="810"/>
                </a:lnTo>
                <a:cubicBezTo>
                  <a:pt x="851" y="802"/>
                  <a:pt x="853" y="790"/>
                  <a:pt x="847" y="781"/>
                </a:cubicBezTo>
                <a:lnTo>
                  <a:pt x="824" y="742"/>
                </a:lnTo>
                <a:cubicBezTo>
                  <a:pt x="835" y="724"/>
                  <a:pt x="843" y="704"/>
                  <a:pt x="849" y="683"/>
                </a:cubicBezTo>
                <a:lnTo>
                  <a:pt x="896" y="672"/>
                </a:lnTo>
                <a:cubicBezTo>
                  <a:pt x="906" y="670"/>
                  <a:pt x="914" y="660"/>
                  <a:pt x="914" y="649"/>
                </a:cubicBezTo>
                <a:lnTo>
                  <a:pt x="914" y="596"/>
                </a:lnTo>
                <a:cubicBezTo>
                  <a:pt x="914" y="585"/>
                  <a:pt x="906" y="575"/>
                  <a:pt x="896" y="572"/>
                </a:cubicBezTo>
                <a:moveTo>
                  <a:pt x="619" y="756"/>
                </a:moveTo>
                <a:cubicBezTo>
                  <a:pt x="545" y="756"/>
                  <a:pt x="485" y="696"/>
                  <a:pt x="485" y="622"/>
                </a:cubicBezTo>
                <a:cubicBezTo>
                  <a:pt x="485" y="548"/>
                  <a:pt x="545" y="488"/>
                  <a:pt x="619" y="488"/>
                </a:cubicBezTo>
                <a:cubicBezTo>
                  <a:pt x="693" y="488"/>
                  <a:pt x="753" y="548"/>
                  <a:pt x="753" y="622"/>
                </a:cubicBezTo>
                <a:cubicBezTo>
                  <a:pt x="753" y="696"/>
                  <a:pt x="693" y="756"/>
                  <a:pt x="619" y="756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0000" tIns="45000" rIns="90000" bIns="450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B0041CA-BD8E-D9B9-683A-B2B6C345CE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9419" y="1231742"/>
            <a:ext cx="478861" cy="478861"/>
          </a:xfrm>
          <a:prstGeom prst="rect">
            <a:avLst/>
          </a:prstGeom>
        </p:spPr>
      </p:pic>
      <p:sp>
        <p:nvSpPr>
          <p:cNvPr id="10" name="Google Shape;519;p50">
            <a:extLst>
              <a:ext uri="{FF2B5EF4-FFF2-40B4-BE49-F238E27FC236}">
                <a16:creationId xmlns:a16="http://schemas.microsoft.com/office/drawing/2014/main" id="{E4F03437-2F8E-D4DB-4430-F431AB0DBE39}"/>
              </a:ext>
            </a:extLst>
          </p:cNvPr>
          <p:cNvSpPr/>
          <p:nvPr/>
        </p:nvSpPr>
        <p:spPr>
          <a:xfrm>
            <a:off x="3543835" y="1317415"/>
            <a:ext cx="373598" cy="374003"/>
          </a:xfrm>
          <a:custGeom>
            <a:avLst/>
            <a:gdLst/>
            <a:ahLst/>
            <a:cxnLst/>
            <a:rect l="l" t="t" r="r" b="b"/>
            <a:pathLst>
              <a:path w="915" h="916" extrusionOk="0">
                <a:moveTo>
                  <a:pt x="457" y="538"/>
                </a:moveTo>
                <a:cubicBezTo>
                  <a:pt x="502" y="538"/>
                  <a:pt x="538" y="502"/>
                  <a:pt x="538" y="458"/>
                </a:cubicBezTo>
                <a:cubicBezTo>
                  <a:pt x="538" y="413"/>
                  <a:pt x="502" y="377"/>
                  <a:pt x="457" y="377"/>
                </a:cubicBezTo>
                <a:cubicBezTo>
                  <a:pt x="413" y="377"/>
                  <a:pt x="377" y="413"/>
                  <a:pt x="377" y="458"/>
                </a:cubicBezTo>
                <a:cubicBezTo>
                  <a:pt x="377" y="502"/>
                  <a:pt x="413" y="538"/>
                  <a:pt x="457" y="538"/>
                </a:cubicBezTo>
                <a:moveTo>
                  <a:pt x="888" y="431"/>
                </a:moveTo>
                <a:cubicBezTo>
                  <a:pt x="902" y="431"/>
                  <a:pt x="914" y="421"/>
                  <a:pt x="915" y="407"/>
                </a:cubicBezTo>
                <a:cubicBezTo>
                  <a:pt x="917" y="391"/>
                  <a:pt x="904" y="378"/>
                  <a:pt x="889" y="378"/>
                </a:cubicBezTo>
                <a:lnTo>
                  <a:pt x="806" y="378"/>
                </a:lnTo>
                <a:lnTo>
                  <a:pt x="806" y="324"/>
                </a:lnTo>
                <a:lnTo>
                  <a:pt x="888" y="324"/>
                </a:lnTo>
                <a:cubicBezTo>
                  <a:pt x="902" y="324"/>
                  <a:pt x="914" y="314"/>
                  <a:pt x="915" y="300"/>
                </a:cubicBezTo>
                <a:cubicBezTo>
                  <a:pt x="917" y="284"/>
                  <a:pt x="904" y="271"/>
                  <a:pt x="889" y="271"/>
                </a:cubicBezTo>
                <a:lnTo>
                  <a:pt x="806" y="271"/>
                </a:lnTo>
                <a:lnTo>
                  <a:pt x="806" y="190"/>
                </a:lnTo>
                <a:cubicBezTo>
                  <a:pt x="806" y="146"/>
                  <a:pt x="770" y="110"/>
                  <a:pt x="726" y="110"/>
                </a:cubicBezTo>
                <a:lnTo>
                  <a:pt x="646" y="110"/>
                </a:lnTo>
                <a:lnTo>
                  <a:pt x="646" y="28"/>
                </a:lnTo>
                <a:cubicBezTo>
                  <a:pt x="646" y="14"/>
                  <a:pt x="635" y="2"/>
                  <a:pt x="621" y="1"/>
                </a:cubicBezTo>
                <a:cubicBezTo>
                  <a:pt x="605" y="-1"/>
                  <a:pt x="592" y="12"/>
                  <a:pt x="592" y="27"/>
                </a:cubicBezTo>
                <a:lnTo>
                  <a:pt x="592" y="110"/>
                </a:lnTo>
                <a:lnTo>
                  <a:pt x="538" y="110"/>
                </a:lnTo>
                <a:lnTo>
                  <a:pt x="538" y="28"/>
                </a:lnTo>
                <a:cubicBezTo>
                  <a:pt x="538" y="14"/>
                  <a:pt x="528" y="2"/>
                  <a:pt x="514" y="1"/>
                </a:cubicBezTo>
                <a:cubicBezTo>
                  <a:pt x="498" y="-1"/>
                  <a:pt x="485" y="12"/>
                  <a:pt x="485" y="27"/>
                </a:cubicBezTo>
                <a:lnTo>
                  <a:pt x="485" y="110"/>
                </a:lnTo>
                <a:lnTo>
                  <a:pt x="431" y="110"/>
                </a:lnTo>
                <a:lnTo>
                  <a:pt x="431" y="28"/>
                </a:lnTo>
                <a:cubicBezTo>
                  <a:pt x="431" y="14"/>
                  <a:pt x="421" y="2"/>
                  <a:pt x="407" y="1"/>
                </a:cubicBezTo>
                <a:cubicBezTo>
                  <a:pt x="391" y="-1"/>
                  <a:pt x="377" y="12"/>
                  <a:pt x="377" y="27"/>
                </a:cubicBezTo>
                <a:lnTo>
                  <a:pt x="377" y="110"/>
                </a:lnTo>
                <a:lnTo>
                  <a:pt x="324" y="110"/>
                </a:lnTo>
                <a:lnTo>
                  <a:pt x="324" y="28"/>
                </a:lnTo>
                <a:cubicBezTo>
                  <a:pt x="324" y="14"/>
                  <a:pt x="313" y="2"/>
                  <a:pt x="299" y="1"/>
                </a:cubicBezTo>
                <a:cubicBezTo>
                  <a:pt x="283" y="-1"/>
                  <a:pt x="270" y="12"/>
                  <a:pt x="270" y="27"/>
                </a:cubicBezTo>
                <a:lnTo>
                  <a:pt x="270" y="110"/>
                </a:lnTo>
                <a:lnTo>
                  <a:pt x="190" y="110"/>
                </a:lnTo>
                <a:cubicBezTo>
                  <a:pt x="145" y="110"/>
                  <a:pt x="109" y="146"/>
                  <a:pt x="109" y="190"/>
                </a:cubicBezTo>
                <a:lnTo>
                  <a:pt x="109" y="271"/>
                </a:lnTo>
                <a:lnTo>
                  <a:pt x="28" y="271"/>
                </a:lnTo>
                <a:cubicBezTo>
                  <a:pt x="14" y="271"/>
                  <a:pt x="2" y="281"/>
                  <a:pt x="0" y="295"/>
                </a:cubicBezTo>
                <a:cubicBezTo>
                  <a:pt x="-1" y="311"/>
                  <a:pt x="12" y="324"/>
                  <a:pt x="27" y="324"/>
                </a:cubicBezTo>
                <a:lnTo>
                  <a:pt x="109" y="324"/>
                </a:lnTo>
                <a:lnTo>
                  <a:pt x="109" y="378"/>
                </a:lnTo>
                <a:lnTo>
                  <a:pt x="28" y="378"/>
                </a:lnTo>
                <a:cubicBezTo>
                  <a:pt x="14" y="378"/>
                  <a:pt x="2" y="388"/>
                  <a:pt x="0" y="402"/>
                </a:cubicBezTo>
                <a:cubicBezTo>
                  <a:pt x="-1" y="418"/>
                  <a:pt x="12" y="431"/>
                  <a:pt x="27" y="431"/>
                </a:cubicBezTo>
                <a:lnTo>
                  <a:pt x="109" y="431"/>
                </a:lnTo>
                <a:lnTo>
                  <a:pt x="109" y="485"/>
                </a:lnTo>
                <a:lnTo>
                  <a:pt x="28" y="485"/>
                </a:lnTo>
                <a:cubicBezTo>
                  <a:pt x="14" y="485"/>
                  <a:pt x="2" y="495"/>
                  <a:pt x="0" y="509"/>
                </a:cubicBezTo>
                <a:cubicBezTo>
                  <a:pt x="-1" y="525"/>
                  <a:pt x="12" y="539"/>
                  <a:pt x="27" y="539"/>
                </a:cubicBezTo>
                <a:lnTo>
                  <a:pt x="109" y="539"/>
                </a:lnTo>
                <a:lnTo>
                  <a:pt x="109" y="592"/>
                </a:lnTo>
                <a:lnTo>
                  <a:pt x="28" y="592"/>
                </a:lnTo>
                <a:cubicBezTo>
                  <a:pt x="14" y="592"/>
                  <a:pt x="2" y="603"/>
                  <a:pt x="0" y="617"/>
                </a:cubicBezTo>
                <a:cubicBezTo>
                  <a:pt x="-1" y="633"/>
                  <a:pt x="12" y="646"/>
                  <a:pt x="27" y="646"/>
                </a:cubicBezTo>
                <a:lnTo>
                  <a:pt x="109" y="646"/>
                </a:lnTo>
                <a:lnTo>
                  <a:pt x="109" y="726"/>
                </a:lnTo>
                <a:cubicBezTo>
                  <a:pt x="109" y="771"/>
                  <a:pt x="145" y="807"/>
                  <a:pt x="190" y="807"/>
                </a:cubicBezTo>
                <a:lnTo>
                  <a:pt x="270" y="807"/>
                </a:lnTo>
                <a:lnTo>
                  <a:pt x="270" y="888"/>
                </a:lnTo>
                <a:cubicBezTo>
                  <a:pt x="270" y="902"/>
                  <a:pt x="281" y="914"/>
                  <a:pt x="295" y="916"/>
                </a:cubicBezTo>
                <a:cubicBezTo>
                  <a:pt x="311" y="917"/>
                  <a:pt x="324" y="905"/>
                  <a:pt x="324" y="889"/>
                </a:cubicBezTo>
                <a:lnTo>
                  <a:pt x="324" y="807"/>
                </a:lnTo>
                <a:lnTo>
                  <a:pt x="377" y="807"/>
                </a:lnTo>
                <a:lnTo>
                  <a:pt x="377" y="888"/>
                </a:lnTo>
                <a:cubicBezTo>
                  <a:pt x="377" y="902"/>
                  <a:pt x="388" y="914"/>
                  <a:pt x="402" y="916"/>
                </a:cubicBezTo>
                <a:cubicBezTo>
                  <a:pt x="418" y="917"/>
                  <a:pt x="431" y="905"/>
                  <a:pt x="431" y="889"/>
                </a:cubicBezTo>
                <a:lnTo>
                  <a:pt x="431" y="807"/>
                </a:lnTo>
                <a:lnTo>
                  <a:pt x="485" y="807"/>
                </a:lnTo>
                <a:lnTo>
                  <a:pt x="485" y="888"/>
                </a:lnTo>
                <a:cubicBezTo>
                  <a:pt x="485" y="902"/>
                  <a:pt x="495" y="914"/>
                  <a:pt x="509" y="916"/>
                </a:cubicBezTo>
                <a:cubicBezTo>
                  <a:pt x="525" y="917"/>
                  <a:pt x="538" y="905"/>
                  <a:pt x="538" y="889"/>
                </a:cubicBezTo>
                <a:lnTo>
                  <a:pt x="538" y="807"/>
                </a:lnTo>
                <a:lnTo>
                  <a:pt x="592" y="807"/>
                </a:lnTo>
                <a:lnTo>
                  <a:pt x="592" y="888"/>
                </a:lnTo>
                <a:cubicBezTo>
                  <a:pt x="592" y="902"/>
                  <a:pt x="602" y="914"/>
                  <a:pt x="616" y="916"/>
                </a:cubicBezTo>
                <a:cubicBezTo>
                  <a:pt x="632" y="917"/>
                  <a:pt x="646" y="905"/>
                  <a:pt x="646" y="889"/>
                </a:cubicBezTo>
                <a:lnTo>
                  <a:pt x="646" y="807"/>
                </a:lnTo>
                <a:lnTo>
                  <a:pt x="726" y="807"/>
                </a:lnTo>
                <a:cubicBezTo>
                  <a:pt x="770" y="807"/>
                  <a:pt x="806" y="771"/>
                  <a:pt x="806" y="726"/>
                </a:cubicBezTo>
                <a:lnTo>
                  <a:pt x="806" y="646"/>
                </a:lnTo>
                <a:lnTo>
                  <a:pt x="888" y="646"/>
                </a:lnTo>
                <a:cubicBezTo>
                  <a:pt x="902" y="646"/>
                  <a:pt x="914" y="635"/>
                  <a:pt x="915" y="622"/>
                </a:cubicBezTo>
                <a:cubicBezTo>
                  <a:pt x="917" y="606"/>
                  <a:pt x="904" y="592"/>
                  <a:pt x="889" y="592"/>
                </a:cubicBezTo>
                <a:lnTo>
                  <a:pt x="806" y="592"/>
                </a:lnTo>
                <a:lnTo>
                  <a:pt x="806" y="539"/>
                </a:lnTo>
                <a:lnTo>
                  <a:pt x="888" y="539"/>
                </a:lnTo>
                <a:cubicBezTo>
                  <a:pt x="902" y="539"/>
                  <a:pt x="914" y="528"/>
                  <a:pt x="915" y="514"/>
                </a:cubicBezTo>
                <a:cubicBezTo>
                  <a:pt x="917" y="498"/>
                  <a:pt x="904" y="485"/>
                  <a:pt x="889" y="485"/>
                </a:cubicBezTo>
                <a:lnTo>
                  <a:pt x="806" y="485"/>
                </a:lnTo>
                <a:lnTo>
                  <a:pt x="806" y="431"/>
                </a:lnTo>
                <a:lnTo>
                  <a:pt x="888" y="431"/>
                </a:lnTo>
                <a:moveTo>
                  <a:pt x="699" y="673"/>
                </a:moveTo>
                <a:cubicBezTo>
                  <a:pt x="699" y="687"/>
                  <a:pt x="687" y="699"/>
                  <a:pt x="672" y="699"/>
                </a:cubicBezTo>
                <a:lnTo>
                  <a:pt x="243" y="699"/>
                </a:lnTo>
                <a:cubicBezTo>
                  <a:pt x="228" y="699"/>
                  <a:pt x="216" y="687"/>
                  <a:pt x="216" y="673"/>
                </a:cubicBezTo>
                <a:lnTo>
                  <a:pt x="216" y="244"/>
                </a:lnTo>
                <a:cubicBezTo>
                  <a:pt x="216" y="229"/>
                  <a:pt x="228" y="217"/>
                  <a:pt x="243" y="217"/>
                </a:cubicBezTo>
                <a:lnTo>
                  <a:pt x="672" y="217"/>
                </a:lnTo>
                <a:cubicBezTo>
                  <a:pt x="687" y="217"/>
                  <a:pt x="699" y="229"/>
                  <a:pt x="699" y="244"/>
                </a:cubicBezTo>
                <a:lnTo>
                  <a:pt x="699" y="673"/>
                </a:lnTo>
                <a:moveTo>
                  <a:pt x="270" y="646"/>
                </a:moveTo>
                <a:lnTo>
                  <a:pt x="645" y="646"/>
                </a:lnTo>
                <a:lnTo>
                  <a:pt x="645" y="271"/>
                </a:lnTo>
                <a:lnTo>
                  <a:pt x="270" y="271"/>
                </a:lnTo>
                <a:lnTo>
                  <a:pt x="270" y="646"/>
                </a:lnTo>
                <a:moveTo>
                  <a:pt x="457" y="324"/>
                </a:moveTo>
                <a:cubicBezTo>
                  <a:pt x="531" y="324"/>
                  <a:pt x="591" y="384"/>
                  <a:pt x="591" y="458"/>
                </a:cubicBezTo>
                <a:cubicBezTo>
                  <a:pt x="591" y="532"/>
                  <a:pt x="531" y="592"/>
                  <a:pt x="457" y="592"/>
                </a:cubicBezTo>
                <a:cubicBezTo>
                  <a:pt x="383" y="592"/>
                  <a:pt x="323" y="532"/>
                  <a:pt x="323" y="458"/>
                </a:cubicBezTo>
                <a:cubicBezTo>
                  <a:pt x="323" y="384"/>
                  <a:pt x="383" y="324"/>
                  <a:pt x="457" y="324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0000" tIns="45000" rIns="90000" bIns="450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BA461EB-25D4-961F-4DF6-346B54C47C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43835" y="2943461"/>
            <a:ext cx="379184" cy="37957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E57DA9CF-56F8-DC23-DFF2-F786B479011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4708" y="2922375"/>
            <a:ext cx="406400" cy="406400"/>
          </a:xfrm>
          <a:prstGeom prst="rect">
            <a:avLst/>
          </a:prstGeom>
        </p:spPr>
      </p:pic>
      <p:sp>
        <p:nvSpPr>
          <p:cNvPr id="2" name="Google Shape;927;p74">
            <a:extLst>
              <a:ext uri="{FF2B5EF4-FFF2-40B4-BE49-F238E27FC236}">
                <a16:creationId xmlns:a16="http://schemas.microsoft.com/office/drawing/2014/main" id="{E98E1217-F08F-9B26-1AC9-B7B9AB04F1C7}"/>
              </a:ext>
            </a:extLst>
          </p:cNvPr>
          <p:cNvSpPr txBox="1">
            <a:spLocks/>
          </p:cNvSpPr>
          <p:nvPr/>
        </p:nvSpPr>
        <p:spPr>
          <a:xfrm>
            <a:off x="4400706" y="4627786"/>
            <a:ext cx="342588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pPr marL="0" indent="0" algn="ctr">
              <a:buClr>
                <a:schemeClr val="lt1"/>
              </a:buClr>
              <a:buSzPts val="1100"/>
              <a:buFont typeface="Arial"/>
              <a:buNone/>
            </a:pPr>
            <a:r>
              <a:rPr lang="fr-FR" sz="1200" dirty="0">
                <a:latin typeface="Anaheim"/>
                <a:ea typeface="Anaheim"/>
                <a:cs typeface="Anaheim"/>
                <a:sym typeface="Anaheim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8126503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9">
          <a:extLst>
            <a:ext uri="{FF2B5EF4-FFF2-40B4-BE49-F238E27FC236}">
              <a16:creationId xmlns:a16="http://schemas.microsoft.com/office/drawing/2014/main" id="{D8BAF2EA-195E-3659-368B-1548CDC893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Google Shape;810;p67">
            <a:extLst>
              <a:ext uri="{FF2B5EF4-FFF2-40B4-BE49-F238E27FC236}">
                <a16:creationId xmlns:a16="http://schemas.microsoft.com/office/drawing/2014/main" id="{494F5C1A-C64D-200B-75A3-A371B5AA435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960400" y="1867508"/>
            <a:ext cx="4833771" cy="152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dirty="0"/>
              <a:t>Architecture du code</a:t>
            </a:r>
            <a:endParaRPr dirty="0"/>
          </a:p>
        </p:txBody>
      </p:sp>
      <p:sp>
        <p:nvSpPr>
          <p:cNvPr id="811" name="Google Shape;811;p67">
            <a:extLst>
              <a:ext uri="{FF2B5EF4-FFF2-40B4-BE49-F238E27FC236}">
                <a16:creationId xmlns:a16="http://schemas.microsoft.com/office/drawing/2014/main" id="{3B15CCDE-8D79-D3D2-17D4-5C8294CC37C0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5234950" y="3619525"/>
            <a:ext cx="2697600" cy="60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12" name="Google Shape;812;p67">
            <a:extLst>
              <a:ext uri="{FF2B5EF4-FFF2-40B4-BE49-F238E27FC236}">
                <a16:creationId xmlns:a16="http://schemas.microsoft.com/office/drawing/2014/main" id="{EA05BAF9-5972-E355-8F04-9A8B2EBECBBA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827527" y="2172608"/>
            <a:ext cx="1995000" cy="915900"/>
          </a:xfrm>
          <a:prstGeom prst="rect">
            <a:avLst/>
          </a:prstGeom>
        </p:spPr>
        <p:txBody>
          <a:bodyPr spcFirstLastPara="1" wrap="square" lIns="91425" tIns="91425" rIns="91425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dirty="0"/>
              <a:t>04</a:t>
            </a:r>
            <a:endParaRPr dirty="0"/>
          </a:p>
        </p:txBody>
      </p:sp>
      <p:sp>
        <p:nvSpPr>
          <p:cNvPr id="2" name="Google Shape;927;p74">
            <a:extLst>
              <a:ext uri="{FF2B5EF4-FFF2-40B4-BE49-F238E27FC236}">
                <a16:creationId xmlns:a16="http://schemas.microsoft.com/office/drawing/2014/main" id="{8BEC22BA-E428-9C48-3610-48CAB9FF1407}"/>
              </a:ext>
            </a:extLst>
          </p:cNvPr>
          <p:cNvSpPr txBox="1">
            <a:spLocks/>
          </p:cNvSpPr>
          <p:nvPr/>
        </p:nvSpPr>
        <p:spPr>
          <a:xfrm>
            <a:off x="4400706" y="4627786"/>
            <a:ext cx="342588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pPr marL="0" indent="0" algn="ctr">
              <a:buClr>
                <a:schemeClr val="lt1"/>
              </a:buClr>
              <a:buSzPts val="1100"/>
              <a:buFont typeface="Arial"/>
              <a:buNone/>
            </a:pPr>
            <a:r>
              <a:rPr lang="fr-FR" sz="1200" dirty="0">
                <a:latin typeface="Anaheim"/>
                <a:ea typeface="Anaheim"/>
                <a:cs typeface="Anaheim"/>
                <a:sym typeface="Anaheim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752123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3">
          <a:extLst>
            <a:ext uri="{FF2B5EF4-FFF2-40B4-BE49-F238E27FC236}">
              <a16:creationId xmlns:a16="http://schemas.microsoft.com/office/drawing/2014/main" id="{63CB3801-4478-B7BE-E4A2-1E8E32FDC9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AA690A16-54B7-F2DF-C456-ADE8FC3075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495" y="184940"/>
            <a:ext cx="6335924" cy="4773620"/>
          </a:xfrm>
          <a:prstGeom prst="rect">
            <a:avLst/>
          </a:prstGeom>
        </p:spPr>
      </p:pic>
      <p:sp>
        <p:nvSpPr>
          <p:cNvPr id="2" name="Google Shape;927;p74">
            <a:extLst>
              <a:ext uri="{FF2B5EF4-FFF2-40B4-BE49-F238E27FC236}">
                <a16:creationId xmlns:a16="http://schemas.microsoft.com/office/drawing/2014/main" id="{8DDFABFA-8E19-6D3C-B743-E79A25C3DD32}"/>
              </a:ext>
            </a:extLst>
          </p:cNvPr>
          <p:cNvSpPr txBox="1">
            <a:spLocks/>
          </p:cNvSpPr>
          <p:nvPr/>
        </p:nvSpPr>
        <p:spPr>
          <a:xfrm>
            <a:off x="4400706" y="4627786"/>
            <a:ext cx="342588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pPr marL="0" indent="0" algn="ctr">
              <a:buClr>
                <a:schemeClr val="lt1"/>
              </a:buClr>
              <a:buSzPts val="1100"/>
              <a:buFont typeface="Arial"/>
              <a:buNone/>
            </a:pPr>
            <a:r>
              <a:rPr lang="fr-FR" sz="1200" dirty="0">
                <a:latin typeface="Anaheim"/>
                <a:ea typeface="Anaheim"/>
                <a:cs typeface="Anaheim"/>
                <a:sym typeface="Anaheim"/>
              </a:rPr>
              <a:t>14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30B6F30-47CD-4981-DBB5-AF21A514B28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491317" y="701626"/>
            <a:ext cx="1034505" cy="306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89571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8">
          <a:extLst>
            <a:ext uri="{FF2B5EF4-FFF2-40B4-BE49-F238E27FC236}">
              <a16:creationId xmlns:a16="http://schemas.microsoft.com/office/drawing/2014/main" id="{D54DF3F0-7651-DE6B-89FF-E170A6655B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44">
            <a:extLst>
              <a:ext uri="{FF2B5EF4-FFF2-40B4-BE49-F238E27FC236}">
                <a16:creationId xmlns:a16="http://schemas.microsoft.com/office/drawing/2014/main" id="{BF4FD93A-2052-4EF7-CBEE-BB0443A3C71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02336" y="2352475"/>
            <a:ext cx="5067600" cy="1047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dirty="0"/>
              <a:t>DÉROULÉ</a:t>
            </a:r>
            <a:endParaRPr dirty="0"/>
          </a:p>
        </p:txBody>
      </p:sp>
      <p:sp>
        <p:nvSpPr>
          <p:cNvPr id="440" name="Google Shape;440;p44">
            <a:extLst>
              <a:ext uri="{FF2B5EF4-FFF2-40B4-BE49-F238E27FC236}">
                <a16:creationId xmlns:a16="http://schemas.microsoft.com/office/drawing/2014/main" id="{41446E69-C336-9FFA-5E08-35C68E0F9C5A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2042402" y="1436575"/>
            <a:ext cx="1995000" cy="915900"/>
          </a:xfrm>
          <a:prstGeom prst="rect">
            <a:avLst/>
          </a:prstGeom>
        </p:spPr>
        <p:txBody>
          <a:bodyPr spcFirstLastPara="1" wrap="square" lIns="91425" tIns="91425" rIns="91425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dirty="0"/>
              <a:t>05</a:t>
            </a:r>
            <a:endParaRPr dirty="0"/>
          </a:p>
        </p:txBody>
      </p:sp>
      <p:sp>
        <p:nvSpPr>
          <p:cNvPr id="441" name="Google Shape;441;p44">
            <a:extLst>
              <a:ext uri="{FF2B5EF4-FFF2-40B4-BE49-F238E27FC236}">
                <a16:creationId xmlns:a16="http://schemas.microsoft.com/office/drawing/2014/main" id="{B4D1776E-94B6-768C-08F0-B03252244418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902324" y="3344388"/>
            <a:ext cx="5067600" cy="37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>
                <a:hlinkClick r:id="rId3" action="ppaction://hlinkfile"/>
              </a:rPr>
              <a:t>Timeline</a:t>
            </a:r>
            <a:endParaRPr lang="fr-F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>
                <a:hlinkClick r:id="rId4"/>
              </a:rPr>
              <a:t>Inspiration pour les composants - </a:t>
            </a:r>
            <a:r>
              <a:rPr lang="fr-FR" dirty="0" err="1">
                <a:hlinkClick r:id="rId4"/>
              </a:rPr>
              <a:t>Greenye</a:t>
            </a:r>
            <a:endParaRPr dirty="0"/>
          </a:p>
        </p:txBody>
      </p:sp>
      <p:pic>
        <p:nvPicPr>
          <p:cNvPr id="442" name="Google Shape;442;p44">
            <a:extLst>
              <a:ext uri="{FF2B5EF4-FFF2-40B4-BE49-F238E27FC236}">
                <a16:creationId xmlns:a16="http://schemas.microsoft.com/office/drawing/2014/main" id="{F2A326A8-9F26-AE4B-A6B5-C45635772623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t="19097" r="5042" b="2954"/>
          <a:stretch/>
        </p:blipFill>
        <p:spPr>
          <a:xfrm flipH="1">
            <a:off x="4037238" y="1481775"/>
            <a:ext cx="3716124" cy="95884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43" name="Google Shape;443;p44">
            <a:extLst>
              <a:ext uri="{FF2B5EF4-FFF2-40B4-BE49-F238E27FC236}">
                <a16:creationId xmlns:a16="http://schemas.microsoft.com/office/drawing/2014/main" id="{BFF1E63D-6784-2870-CF12-0BCB53EFAB6E}"/>
              </a:ext>
            </a:extLst>
          </p:cNvPr>
          <p:cNvGrpSpPr/>
          <p:nvPr/>
        </p:nvGrpSpPr>
        <p:grpSpPr>
          <a:xfrm>
            <a:off x="8400" y="69700"/>
            <a:ext cx="9135601" cy="5004101"/>
            <a:chOff x="8400" y="69700"/>
            <a:chExt cx="9135601" cy="5004101"/>
          </a:xfrm>
        </p:grpSpPr>
        <p:pic>
          <p:nvPicPr>
            <p:cNvPr id="444" name="Google Shape;444;p44">
              <a:extLst>
                <a:ext uri="{FF2B5EF4-FFF2-40B4-BE49-F238E27FC236}">
                  <a16:creationId xmlns:a16="http://schemas.microsoft.com/office/drawing/2014/main" id="{EC36C1C6-76F7-6C36-D5ED-B0834647F673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 t="1400" r="83036" b="-1400"/>
            <a:stretch/>
          </p:blipFill>
          <p:spPr>
            <a:xfrm>
              <a:off x="8010525" y="69700"/>
              <a:ext cx="1133476" cy="50041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45" name="Google Shape;445;p44">
              <a:extLst>
                <a:ext uri="{FF2B5EF4-FFF2-40B4-BE49-F238E27FC236}">
                  <a16:creationId xmlns:a16="http://schemas.microsoft.com/office/drawing/2014/main" id="{F00AE76E-243A-75E3-E5F3-DFD72C3AA9A6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 t="1400" r="83036" b="-1400"/>
            <a:stretch/>
          </p:blipFill>
          <p:spPr>
            <a:xfrm rot="10800000">
              <a:off x="8400" y="69700"/>
              <a:ext cx="1133476" cy="500410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" name="Google Shape;927;p74">
            <a:extLst>
              <a:ext uri="{FF2B5EF4-FFF2-40B4-BE49-F238E27FC236}">
                <a16:creationId xmlns:a16="http://schemas.microsoft.com/office/drawing/2014/main" id="{A18D33EA-CB63-0549-454A-7E717D141E63}"/>
              </a:ext>
            </a:extLst>
          </p:cNvPr>
          <p:cNvSpPr txBox="1">
            <a:spLocks/>
          </p:cNvSpPr>
          <p:nvPr/>
        </p:nvSpPr>
        <p:spPr>
          <a:xfrm>
            <a:off x="4400706" y="4627786"/>
            <a:ext cx="342588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pPr marL="0" indent="0" algn="ctr">
              <a:buClr>
                <a:schemeClr val="lt1"/>
              </a:buClr>
              <a:buSzPts val="1100"/>
              <a:buFont typeface="Arial"/>
              <a:buNone/>
            </a:pPr>
            <a:r>
              <a:rPr lang="fr-FR" sz="1200" dirty="0">
                <a:latin typeface="Anaheim"/>
                <a:ea typeface="Anaheim"/>
                <a:cs typeface="Anaheim"/>
                <a:sym typeface="Anaheim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5717160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8">
          <a:extLst>
            <a:ext uri="{FF2B5EF4-FFF2-40B4-BE49-F238E27FC236}">
              <a16:creationId xmlns:a16="http://schemas.microsoft.com/office/drawing/2014/main" id="{4FC5A118-D1B6-AEA6-3DB4-43AF1A0EA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2" name="Google Shape;442;p44">
            <a:extLst>
              <a:ext uri="{FF2B5EF4-FFF2-40B4-BE49-F238E27FC236}">
                <a16:creationId xmlns:a16="http://schemas.microsoft.com/office/drawing/2014/main" id="{D455D95A-9E73-35F1-F3D2-246D5132AA2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t="19097" r="5042" b="2954"/>
          <a:stretch/>
        </p:blipFill>
        <p:spPr>
          <a:xfrm flipH="1">
            <a:off x="4294401" y="284662"/>
            <a:ext cx="3716124" cy="95884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43" name="Google Shape;443;p44">
            <a:extLst>
              <a:ext uri="{FF2B5EF4-FFF2-40B4-BE49-F238E27FC236}">
                <a16:creationId xmlns:a16="http://schemas.microsoft.com/office/drawing/2014/main" id="{8575BA0F-89E8-7E35-506C-90E2D7799803}"/>
              </a:ext>
            </a:extLst>
          </p:cNvPr>
          <p:cNvGrpSpPr/>
          <p:nvPr/>
        </p:nvGrpSpPr>
        <p:grpSpPr>
          <a:xfrm>
            <a:off x="8400" y="69700"/>
            <a:ext cx="9135601" cy="5004101"/>
            <a:chOff x="8400" y="69700"/>
            <a:chExt cx="9135601" cy="5004101"/>
          </a:xfrm>
        </p:grpSpPr>
        <p:pic>
          <p:nvPicPr>
            <p:cNvPr id="444" name="Google Shape;444;p44">
              <a:extLst>
                <a:ext uri="{FF2B5EF4-FFF2-40B4-BE49-F238E27FC236}">
                  <a16:creationId xmlns:a16="http://schemas.microsoft.com/office/drawing/2014/main" id="{8532122D-65D2-86B2-7A29-AE67029DBD74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 t="1400" r="83036" b="-1400"/>
            <a:stretch/>
          </p:blipFill>
          <p:spPr>
            <a:xfrm>
              <a:off x="8010525" y="69700"/>
              <a:ext cx="1133476" cy="50041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45" name="Google Shape;445;p44">
              <a:extLst>
                <a:ext uri="{FF2B5EF4-FFF2-40B4-BE49-F238E27FC236}">
                  <a16:creationId xmlns:a16="http://schemas.microsoft.com/office/drawing/2014/main" id="{3E194E35-EE07-AF1C-3DAA-694E3401BE11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 t="1400" r="83036" b="-1400"/>
            <a:stretch/>
          </p:blipFill>
          <p:spPr>
            <a:xfrm rot="10800000">
              <a:off x="8400" y="69700"/>
              <a:ext cx="1133476" cy="500410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" name="Google Shape;463;p47">
            <a:extLst>
              <a:ext uri="{FF2B5EF4-FFF2-40B4-BE49-F238E27FC236}">
                <a16:creationId xmlns:a16="http://schemas.microsoft.com/office/drawing/2014/main" id="{8BACC017-1735-EA48-53EE-637833E3AF3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90901" y="477736"/>
            <a:ext cx="4691304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800" dirty="0"/>
              <a:t>Ce que j’ai commandé</a:t>
            </a:r>
            <a:endParaRPr sz="2800" dirty="0"/>
          </a:p>
        </p:txBody>
      </p:sp>
      <p:sp>
        <p:nvSpPr>
          <p:cNvPr id="11" name="Google Shape;458;p46">
            <a:extLst>
              <a:ext uri="{FF2B5EF4-FFF2-40B4-BE49-F238E27FC236}">
                <a16:creationId xmlns:a16="http://schemas.microsoft.com/office/drawing/2014/main" id="{91FBF6CD-9FF3-C446-AF27-8CE378A8FEB5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285424" y="1243510"/>
            <a:ext cx="3136385" cy="296647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600"/>
            </a:pPr>
            <a:r>
              <a:rPr lang="fr-FR" sz="1300" dirty="0"/>
              <a:t>Commande Conrad (80€, merci la note de frais Ensimag)</a:t>
            </a:r>
          </a:p>
          <a:p>
            <a:pPr marL="320040" lvl="0" indent="-330200">
              <a:buSzPts val="1600"/>
              <a:buFont typeface="Archivo Light"/>
              <a:buChar char="●"/>
            </a:pPr>
            <a:r>
              <a:rPr lang="fr-FR" sz="1300" dirty="0"/>
              <a:t>Batteries</a:t>
            </a:r>
          </a:p>
          <a:p>
            <a:pPr marL="320040" lvl="0" indent="-330200">
              <a:buSzPts val="1600"/>
              <a:buFont typeface="Archivo Light"/>
              <a:buChar char="●"/>
            </a:pPr>
            <a:r>
              <a:rPr lang="fr-FR" sz="1300" dirty="0"/>
              <a:t>Câbles connectique batterie</a:t>
            </a:r>
          </a:p>
          <a:p>
            <a:pPr marL="320040" lvl="0" indent="-330200">
              <a:buSzPts val="1600"/>
              <a:buFont typeface="Archivo Light"/>
              <a:buChar char="●"/>
            </a:pPr>
            <a:r>
              <a:rPr lang="fr-FR" sz="1300" dirty="0"/>
              <a:t>Set de résistance</a:t>
            </a:r>
          </a:p>
          <a:p>
            <a:pPr marL="32004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Archivo Light"/>
              <a:buChar char="●"/>
            </a:pPr>
            <a:r>
              <a:rPr lang="fr-FR" sz="1300" dirty="0"/>
              <a:t>Chargeur de batteries</a:t>
            </a:r>
          </a:p>
          <a:p>
            <a:pPr marL="32004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Archivo Light"/>
              <a:buChar char="●"/>
            </a:pPr>
            <a:r>
              <a:rPr lang="fr-FR" sz="1300" dirty="0"/>
              <a:t>Moteurs</a:t>
            </a:r>
          </a:p>
          <a:p>
            <a:pPr marL="320040" lvl="0" indent="-330200">
              <a:buSzPts val="1600"/>
              <a:buFont typeface="Archivo Light"/>
              <a:buChar char="●"/>
            </a:pPr>
            <a:r>
              <a:rPr lang="fr-FR" sz="1300" dirty="0"/>
              <a:t>Petites roues dentées métalliques</a:t>
            </a:r>
          </a:p>
          <a:p>
            <a:pPr marL="0" lvl="0" indent="0">
              <a:buSzPts val="1600"/>
            </a:pPr>
            <a:endParaRPr lang="fr-FR" sz="1300" dirty="0"/>
          </a:p>
          <a:p>
            <a:pPr marL="0" lvl="0" indent="0">
              <a:buSzPts val="1600"/>
            </a:pPr>
            <a:r>
              <a:rPr lang="fr-FR" sz="1300" dirty="0"/>
              <a:t>Amazon:	</a:t>
            </a:r>
          </a:p>
          <a:p>
            <a:pPr marL="320040" lvl="0" indent="-330200">
              <a:buSzPts val="1600"/>
              <a:buFont typeface="Archivo Light"/>
              <a:buChar char="●"/>
            </a:pPr>
            <a:r>
              <a:rPr lang="fr-FR" sz="1300" dirty="0"/>
              <a:t>Élastiques → pneus</a:t>
            </a:r>
          </a:p>
          <a:p>
            <a:pPr marL="320040" lvl="0" indent="-330200">
              <a:buSzPts val="1600"/>
              <a:buFont typeface="Archivo Light"/>
              <a:buChar char="●"/>
            </a:pPr>
            <a:r>
              <a:rPr lang="fr-FR" sz="1300" dirty="0"/>
              <a:t>Petits aimants → odométrie</a:t>
            </a:r>
          </a:p>
          <a:p>
            <a:pPr marL="320040" lvl="0" indent="-330200">
              <a:buSzPts val="1600"/>
              <a:buFont typeface="Archivo Light"/>
              <a:buChar char="●"/>
            </a:pPr>
            <a:endParaRPr lang="fr-FR" sz="1300" dirty="0"/>
          </a:p>
          <a:p>
            <a:pPr marL="0" lvl="0" indent="0">
              <a:buSzPts val="1600"/>
            </a:pPr>
            <a:r>
              <a:rPr lang="fr-FR" sz="1300" dirty="0"/>
              <a:t>JLCPCB</a:t>
            </a:r>
          </a:p>
          <a:p>
            <a:pPr marL="320040" lvl="0" indent="-330200">
              <a:buSzPts val="1600"/>
              <a:buFont typeface="Archivo Light"/>
              <a:buChar char="●"/>
            </a:pPr>
            <a:r>
              <a:rPr lang="fr-FR" sz="1300" dirty="0"/>
              <a:t>PCB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48B5F54-3D8D-82AF-6DF3-221CCE854E7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1" y="1345110"/>
            <a:ext cx="3136384" cy="3230218"/>
          </a:xfrm>
          <a:prstGeom prst="rect">
            <a:avLst/>
          </a:prstGeom>
        </p:spPr>
      </p:pic>
      <p:sp>
        <p:nvSpPr>
          <p:cNvPr id="2" name="Google Shape;927;p74">
            <a:extLst>
              <a:ext uri="{FF2B5EF4-FFF2-40B4-BE49-F238E27FC236}">
                <a16:creationId xmlns:a16="http://schemas.microsoft.com/office/drawing/2014/main" id="{442EEF91-0C8C-63FD-A1FC-62FAB00A5237}"/>
              </a:ext>
            </a:extLst>
          </p:cNvPr>
          <p:cNvSpPr txBox="1">
            <a:spLocks/>
          </p:cNvSpPr>
          <p:nvPr/>
        </p:nvSpPr>
        <p:spPr>
          <a:xfrm>
            <a:off x="4400706" y="4627786"/>
            <a:ext cx="342588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pPr marL="0" indent="0" algn="ctr">
              <a:buClr>
                <a:schemeClr val="lt1"/>
              </a:buClr>
              <a:buSzPts val="1100"/>
              <a:buFont typeface="Arial"/>
              <a:buNone/>
            </a:pPr>
            <a:r>
              <a:rPr lang="fr-FR" sz="1200" dirty="0">
                <a:latin typeface="Anaheim"/>
                <a:ea typeface="Anaheim"/>
                <a:cs typeface="Anaheim"/>
                <a:sym typeface="Anaheim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21548675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9">
          <a:extLst>
            <a:ext uri="{FF2B5EF4-FFF2-40B4-BE49-F238E27FC236}">
              <a16:creationId xmlns:a16="http://schemas.microsoft.com/office/drawing/2014/main" id="{261CC4BF-D652-8CF5-BC28-481B4B7018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Google Shape;810;p67">
            <a:extLst>
              <a:ext uri="{FF2B5EF4-FFF2-40B4-BE49-F238E27FC236}">
                <a16:creationId xmlns:a16="http://schemas.microsoft.com/office/drawing/2014/main" id="{369DF310-0BB7-405E-9C4C-1E38887E0E1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960400" y="1482025"/>
            <a:ext cx="4833771" cy="152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dirty="0"/>
              <a:t>PROBLÈMES VARIÉS</a:t>
            </a:r>
            <a:endParaRPr dirty="0"/>
          </a:p>
        </p:txBody>
      </p:sp>
      <p:sp>
        <p:nvSpPr>
          <p:cNvPr id="811" name="Google Shape;811;p67">
            <a:extLst>
              <a:ext uri="{FF2B5EF4-FFF2-40B4-BE49-F238E27FC236}">
                <a16:creationId xmlns:a16="http://schemas.microsoft.com/office/drawing/2014/main" id="{AFF6A9FF-ED79-C6A6-6494-E63EB09356BF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5234950" y="3619525"/>
            <a:ext cx="2697600" cy="60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12" name="Google Shape;812;p67">
            <a:extLst>
              <a:ext uri="{FF2B5EF4-FFF2-40B4-BE49-F238E27FC236}">
                <a16:creationId xmlns:a16="http://schemas.microsoft.com/office/drawing/2014/main" id="{36D880DF-B3DF-C7E8-5A7B-B7B1FA0ECDDA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827527" y="1787125"/>
            <a:ext cx="1995000" cy="915900"/>
          </a:xfrm>
          <a:prstGeom prst="rect">
            <a:avLst/>
          </a:prstGeom>
        </p:spPr>
        <p:txBody>
          <a:bodyPr spcFirstLastPara="1" wrap="square" lIns="91425" tIns="91425" rIns="91425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dirty="0"/>
              <a:t>06</a:t>
            </a:r>
            <a:endParaRPr dirty="0"/>
          </a:p>
        </p:txBody>
      </p:sp>
      <p:sp>
        <p:nvSpPr>
          <p:cNvPr id="2" name="Google Shape;927;p74">
            <a:extLst>
              <a:ext uri="{FF2B5EF4-FFF2-40B4-BE49-F238E27FC236}">
                <a16:creationId xmlns:a16="http://schemas.microsoft.com/office/drawing/2014/main" id="{3FD426D4-F732-14DD-C411-BCAD49E0FAFC}"/>
              </a:ext>
            </a:extLst>
          </p:cNvPr>
          <p:cNvSpPr txBox="1">
            <a:spLocks/>
          </p:cNvSpPr>
          <p:nvPr/>
        </p:nvSpPr>
        <p:spPr>
          <a:xfrm>
            <a:off x="4400706" y="4627786"/>
            <a:ext cx="342588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pPr marL="0" indent="0" algn="ctr">
              <a:buClr>
                <a:schemeClr val="lt1"/>
              </a:buClr>
              <a:buSzPts val="1100"/>
              <a:buFont typeface="Arial"/>
              <a:buNone/>
            </a:pPr>
            <a:r>
              <a:rPr lang="fr-FR" sz="1200" dirty="0">
                <a:latin typeface="Anaheim"/>
                <a:ea typeface="Anaheim"/>
                <a:cs typeface="Anaheim"/>
                <a:sym typeface="Anaheim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38158455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2">
          <a:extLst>
            <a:ext uri="{FF2B5EF4-FFF2-40B4-BE49-F238E27FC236}">
              <a16:creationId xmlns:a16="http://schemas.microsoft.com/office/drawing/2014/main" id="{BA268E6E-ABB1-F903-CFFB-71C6F9F0F1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FF16AD3C-11D7-53C3-04B1-1A985405A1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6220" y="2966677"/>
            <a:ext cx="2972226" cy="1891417"/>
          </a:xfrm>
          <a:prstGeom prst="rect">
            <a:avLst/>
          </a:prstGeom>
        </p:spPr>
      </p:pic>
      <p:sp>
        <p:nvSpPr>
          <p:cNvPr id="463" name="Google Shape;463;p47">
            <a:extLst>
              <a:ext uri="{FF2B5EF4-FFF2-40B4-BE49-F238E27FC236}">
                <a16:creationId xmlns:a16="http://schemas.microsoft.com/office/drawing/2014/main" id="{ADB298F0-3876-94B6-8ABE-221A730E919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De drôles de graphiques…</a:t>
            </a:r>
            <a:endParaRPr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B65716D-49E0-A34A-1F52-4071A0B368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8683" y="1700696"/>
            <a:ext cx="3458076" cy="231467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8290D19-258D-471D-5EFA-EC5073E3F5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54833" y="536644"/>
            <a:ext cx="1593716" cy="86367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4101EBE-223C-D97A-3FC0-27CF026828B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96759" y="1051338"/>
            <a:ext cx="2887445" cy="1915339"/>
          </a:xfrm>
          <a:prstGeom prst="rect">
            <a:avLst/>
          </a:prstGeom>
        </p:spPr>
      </p:pic>
      <p:sp>
        <p:nvSpPr>
          <p:cNvPr id="20" name="Google Shape;811;p67">
            <a:extLst>
              <a:ext uri="{FF2B5EF4-FFF2-40B4-BE49-F238E27FC236}">
                <a16:creationId xmlns:a16="http://schemas.microsoft.com/office/drawing/2014/main" id="{ABDE3990-7E02-AAFC-C6EB-D632F40125D7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054574" y="4096375"/>
            <a:ext cx="1562672" cy="60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Et beaucoup de </a:t>
            </a:r>
            <a:r>
              <a:rPr lang="fr-FR" dirty="0" err="1"/>
              <a:t>tweaking</a:t>
            </a:r>
            <a:endParaRPr dirty="0"/>
          </a:p>
        </p:txBody>
      </p:sp>
      <p:sp>
        <p:nvSpPr>
          <p:cNvPr id="2" name="Google Shape;927;p74">
            <a:extLst>
              <a:ext uri="{FF2B5EF4-FFF2-40B4-BE49-F238E27FC236}">
                <a16:creationId xmlns:a16="http://schemas.microsoft.com/office/drawing/2014/main" id="{8434F6F4-11F7-78A4-0C7C-AB82AF3D2953}"/>
              </a:ext>
            </a:extLst>
          </p:cNvPr>
          <p:cNvSpPr txBox="1">
            <a:spLocks/>
          </p:cNvSpPr>
          <p:nvPr/>
        </p:nvSpPr>
        <p:spPr>
          <a:xfrm>
            <a:off x="4400706" y="4627786"/>
            <a:ext cx="342588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pPr marL="0" indent="0" algn="ctr">
              <a:buClr>
                <a:schemeClr val="lt1"/>
              </a:buClr>
              <a:buSzPts val="1100"/>
              <a:buFont typeface="Arial"/>
              <a:buNone/>
            </a:pPr>
            <a:r>
              <a:rPr lang="fr-FR" sz="1200" dirty="0">
                <a:latin typeface="Anaheim"/>
                <a:ea typeface="Anaheim"/>
                <a:cs typeface="Anaheim"/>
                <a:sym typeface="Anaheim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485299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2">
          <a:extLst>
            <a:ext uri="{FF2B5EF4-FFF2-40B4-BE49-F238E27FC236}">
              <a16:creationId xmlns:a16="http://schemas.microsoft.com/office/drawing/2014/main" id="{F827D3D7-48D2-38AB-E033-4D29DF36C6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80C38A3-876A-0608-6F30-DF0752FFF5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8265" y="1017725"/>
            <a:ext cx="5847470" cy="3432434"/>
          </a:xfrm>
          <a:prstGeom prst="rect">
            <a:avLst/>
          </a:prstGeom>
        </p:spPr>
      </p:pic>
      <p:sp>
        <p:nvSpPr>
          <p:cNvPr id="463" name="Google Shape;463;p47">
            <a:extLst>
              <a:ext uri="{FF2B5EF4-FFF2-40B4-BE49-F238E27FC236}">
                <a16:creationId xmlns:a16="http://schemas.microsoft.com/office/drawing/2014/main" id="{138F3205-1F54-212B-D4D1-F9510F23D26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Un design compliqué…</a:t>
            </a:r>
            <a:endParaRPr dirty="0"/>
          </a:p>
        </p:txBody>
      </p:sp>
      <p:sp>
        <p:nvSpPr>
          <p:cNvPr id="4" name="Google Shape;811;p67">
            <a:extLst>
              <a:ext uri="{FF2B5EF4-FFF2-40B4-BE49-F238E27FC236}">
                <a16:creationId xmlns:a16="http://schemas.microsoft.com/office/drawing/2014/main" id="{887476EA-B64B-1F68-3B00-33E233640EA8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5919646" y="4096375"/>
            <a:ext cx="2697600" cy="60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Et beaucoup de dépendances circulaires</a:t>
            </a:r>
            <a:endParaRPr dirty="0"/>
          </a:p>
        </p:txBody>
      </p:sp>
      <p:sp>
        <p:nvSpPr>
          <p:cNvPr id="2" name="Google Shape;927;p74">
            <a:extLst>
              <a:ext uri="{FF2B5EF4-FFF2-40B4-BE49-F238E27FC236}">
                <a16:creationId xmlns:a16="http://schemas.microsoft.com/office/drawing/2014/main" id="{D22DC995-920B-5257-A3EE-1FDE05897BC7}"/>
              </a:ext>
            </a:extLst>
          </p:cNvPr>
          <p:cNvSpPr txBox="1">
            <a:spLocks/>
          </p:cNvSpPr>
          <p:nvPr/>
        </p:nvSpPr>
        <p:spPr>
          <a:xfrm>
            <a:off x="4400706" y="4627786"/>
            <a:ext cx="342588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pPr marL="0" indent="0" algn="ctr">
              <a:buClr>
                <a:schemeClr val="lt1"/>
              </a:buClr>
              <a:buSzPts val="1100"/>
              <a:buFont typeface="Arial"/>
              <a:buNone/>
            </a:pPr>
            <a:r>
              <a:rPr lang="fr-FR" sz="1200" dirty="0">
                <a:latin typeface="Anaheim"/>
                <a:ea typeface="Anaheim"/>
                <a:cs typeface="Anaheim"/>
                <a:sym typeface="Anaheim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2625704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8">
          <a:extLst>
            <a:ext uri="{FF2B5EF4-FFF2-40B4-BE49-F238E27FC236}">
              <a16:creationId xmlns:a16="http://schemas.microsoft.com/office/drawing/2014/main" id="{5ABBB4D5-44D8-2AC6-763A-44E2599AD5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2" name="Google Shape;442;p44">
            <a:extLst>
              <a:ext uri="{FF2B5EF4-FFF2-40B4-BE49-F238E27FC236}">
                <a16:creationId xmlns:a16="http://schemas.microsoft.com/office/drawing/2014/main" id="{BD69B7C9-A131-69F3-7E56-EB9D50F7281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t="19097" r="5042" b="2954"/>
          <a:stretch/>
        </p:blipFill>
        <p:spPr>
          <a:xfrm flipH="1">
            <a:off x="4294401" y="284662"/>
            <a:ext cx="3716124" cy="95884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43" name="Google Shape;443;p44">
            <a:extLst>
              <a:ext uri="{FF2B5EF4-FFF2-40B4-BE49-F238E27FC236}">
                <a16:creationId xmlns:a16="http://schemas.microsoft.com/office/drawing/2014/main" id="{CA734083-A9A9-D49C-E6B3-32007CA51C78}"/>
              </a:ext>
            </a:extLst>
          </p:cNvPr>
          <p:cNvGrpSpPr/>
          <p:nvPr/>
        </p:nvGrpSpPr>
        <p:grpSpPr>
          <a:xfrm>
            <a:off x="8400" y="69700"/>
            <a:ext cx="9135601" cy="5004101"/>
            <a:chOff x="8400" y="69700"/>
            <a:chExt cx="9135601" cy="5004101"/>
          </a:xfrm>
        </p:grpSpPr>
        <p:pic>
          <p:nvPicPr>
            <p:cNvPr id="444" name="Google Shape;444;p44">
              <a:extLst>
                <a:ext uri="{FF2B5EF4-FFF2-40B4-BE49-F238E27FC236}">
                  <a16:creationId xmlns:a16="http://schemas.microsoft.com/office/drawing/2014/main" id="{5DB14229-3140-ADBC-EBA6-5072B6EDAAB3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 t="1400" r="83036" b="-1400"/>
            <a:stretch/>
          </p:blipFill>
          <p:spPr>
            <a:xfrm>
              <a:off x="8010525" y="69700"/>
              <a:ext cx="1133476" cy="50041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45" name="Google Shape;445;p44">
              <a:extLst>
                <a:ext uri="{FF2B5EF4-FFF2-40B4-BE49-F238E27FC236}">
                  <a16:creationId xmlns:a16="http://schemas.microsoft.com/office/drawing/2014/main" id="{4E1A0255-8703-2FC5-2F98-49C504FA3153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 t="1400" r="83036" b="-1400"/>
            <a:stretch/>
          </p:blipFill>
          <p:spPr>
            <a:xfrm rot="10800000">
              <a:off x="8400" y="69700"/>
              <a:ext cx="1133476" cy="500410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" name="Google Shape;463;p47">
            <a:extLst>
              <a:ext uri="{FF2B5EF4-FFF2-40B4-BE49-F238E27FC236}">
                <a16:creationId xmlns:a16="http://schemas.microsoft.com/office/drawing/2014/main" id="{F314A826-99DE-267A-5BF9-96D15DE61EA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90901" y="477736"/>
            <a:ext cx="4691304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800" dirty="0"/>
              <a:t>Des problèmes TORDUS…</a:t>
            </a:r>
            <a:endParaRPr sz="2800" dirty="0"/>
          </a:p>
        </p:txBody>
      </p:sp>
      <p:sp>
        <p:nvSpPr>
          <p:cNvPr id="11" name="Google Shape;458;p46">
            <a:extLst>
              <a:ext uri="{FF2B5EF4-FFF2-40B4-BE49-F238E27FC236}">
                <a16:creationId xmlns:a16="http://schemas.microsoft.com/office/drawing/2014/main" id="{E58E2A67-E796-A66F-02EC-3B24CE5B550F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285424" y="1243510"/>
            <a:ext cx="6767479" cy="296647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2004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Archivo Light"/>
              <a:buChar char="●"/>
            </a:pPr>
            <a:r>
              <a:rPr lang="fr-FR" sz="1100" dirty="0"/>
              <a:t>Les roues dentées découpées à la laser sont légèrement coniques</a:t>
            </a:r>
          </a:p>
          <a:p>
            <a:pPr marL="777240" lvl="1" indent="-330200" algn="l">
              <a:buSzPts val="1600"/>
              <a:buFont typeface="Archivo Light"/>
              <a:buChar char="●"/>
            </a:pPr>
            <a:r>
              <a:rPr lang="fr-FR" sz="1100" dirty="0"/>
              <a:t>Faire attention au sens de montage</a:t>
            </a:r>
          </a:p>
          <a:p>
            <a:pPr marL="320040" indent="-330200">
              <a:buSzPts val="1600"/>
              <a:buFont typeface="Archivo Light"/>
              <a:buChar char="●"/>
            </a:pPr>
            <a:r>
              <a:rPr lang="fr-FR" sz="1100" dirty="0"/>
              <a:t>Communications I²C qui crashent régulièrement</a:t>
            </a:r>
          </a:p>
          <a:p>
            <a:pPr marL="777240" lvl="1" indent="-330200" algn="l">
              <a:buSzPts val="1600"/>
              <a:buFont typeface="Archivo Light"/>
              <a:buChar char="●"/>
            </a:pPr>
            <a:r>
              <a:rPr lang="fr-FR" sz="1100" dirty="0"/>
              <a:t>Le module de communication I²C du STM32 ne répond plus</a:t>
            </a:r>
          </a:p>
          <a:p>
            <a:pPr marL="777240" lvl="1" indent="-330200" algn="l">
              <a:buSzPts val="1600"/>
              <a:buFont typeface="Archivo Light"/>
              <a:buChar char="●"/>
            </a:pPr>
            <a:r>
              <a:rPr lang="fr-FR" sz="1100" dirty="0"/>
              <a:t>→ Reset via registres (merci Claude)</a:t>
            </a:r>
          </a:p>
          <a:p>
            <a:pPr marL="32004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Archivo Light"/>
              <a:buChar char="●"/>
            </a:pPr>
            <a:r>
              <a:rPr lang="fr-FR" sz="1100" dirty="0"/>
              <a:t>Communications I²C ne fonctionnant pas  quand les moteurs tournent</a:t>
            </a:r>
          </a:p>
          <a:p>
            <a:pPr marL="777240" lvl="1" indent="-330200" algn="l">
              <a:buSzPts val="1600"/>
              <a:buFont typeface="Archivo Light"/>
              <a:buChar char="●"/>
            </a:pPr>
            <a:r>
              <a:rPr lang="fr-FR" sz="1100" dirty="0"/>
              <a:t>Résistance 47kΩ rangées dans les 4,7kΩ. Fix → ne change rien</a:t>
            </a:r>
          </a:p>
          <a:p>
            <a:pPr marL="777240" lvl="1" indent="-330200" algn="l">
              <a:buSzPts val="1600"/>
              <a:buFont typeface="Archivo Light"/>
              <a:buChar char="●"/>
            </a:pPr>
            <a:r>
              <a:rPr lang="fr-FR" sz="1100" dirty="0"/>
              <a:t>Baisse de tension ?</a:t>
            </a:r>
            <a:endParaRPr sz="1100" dirty="0"/>
          </a:p>
          <a:p>
            <a:pPr marL="32004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Archivo Light"/>
              <a:buChar char="●"/>
            </a:pPr>
            <a:r>
              <a:rPr lang="fr-FR" sz="1100" dirty="0"/>
              <a:t>Communications I²C ne fonctionnant pas uniquement pour UN capteur</a:t>
            </a:r>
          </a:p>
          <a:p>
            <a:pPr marL="777240" lvl="1" indent="-330200" algn="l">
              <a:buSzPts val="1600"/>
              <a:buFont typeface="Archivo Light"/>
              <a:buChar char="●"/>
            </a:pPr>
            <a:r>
              <a:rPr lang="fr-FR" sz="1100" dirty="0"/>
              <a:t>Trop d’utilisation CPU → Select3 prend la valeur du premier capteur prêt</a:t>
            </a:r>
          </a:p>
          <a:p>
            <a:pPr marL="777240" lvl="1" indent="-330200" algn="l">
              <a:buSzPts val="1600"/>
              <a:buFont typeface="Archivo Light"/>
              <a:buChar char="●"/>
            </a:pPr>
            <a:r>
              <a:rPr lang="fr-FR" sz="1100" dirty="0"/>
              <a:t>Fix: </a:t>
            </a:r>
            <a:r>
              <a:rPr lang="fr-FR" sz="1100" b="1" dirty="0"/>
              <a:t>Round Robin</a:t>
            </a:r>
            <a:endParaRPr sz="1100" b="1" dirty="0"/>
          </a:p>
          <a:p>
            <a:pPr marL="32004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Archivo Light"/>
              <a:buChar char="●"/>
            </a:pPr>
            <a:r>
              <a:rPr lang="de" sz="1100" dirty="0"/>
              <a:t>L‘ODOMÉTRIE et Tick counting</a:t>
            </a:r>
          </a:p>
          <a:p>
            <a:pPr marL="777240" lvl="1" indent="-330200" algn="l">
              <a:buSzPts val="1600"/>
              <a:buFont typeface="Archivo Light"/>
              <a:buChar char="●"/>
            </a:pPr>
            <a:r>
              <a:rPr lang="de" sz="1100" dirty="0"/>
              <a:t>Changement de clock CPU et utilisation de celle-ci pour compter des cycles CPU et non des microsecondes</a:t>
            </a:r>
          </a:p>
          <a:p>
            <a:pPr marL="32004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Archivo Light"/>
              <a:buChar char="●"/>
            </a:pPr>
            <a:r>
              <a:rPr lang="de" sz="1100" dirty="0"/>
              <a:t>La poussière</a:t>
            </a:r>
          </a:p>
          <a:p>
            <a:pPr marL="32004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Archivo Light"/>
              <a:buChar char="●"/>
            </a:pPr>
            <a:r>
              <a:rPr lang="de" sz="1100" dirty="0"/>
              <a:t>Les roues en général</a:t>
            </a:r>
          </a:p>
          <a:p>
            <a:pPr marL="32004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Archivo Light"/>
              <a:buChar char="●"/>
            </a:pPr>
            <a:r>
              <a:rPr lang="de" sz="1100" dirty="0"/>
              <a:t>Le délais des capteurs de distance</a:t>
            </a:r>
            <a:endParaRPr sz="1100" dirty="0"/>
          </a:p>
        </p:txBody>
      </p:sp>
      <p:sp>
        <p:nvSpPr>
          <p:cNvPr id="2" name="Google Shape;927;p74">
            <a:extLst>
              <a:ext uri="{FF2B5EF4-FFF2-40B4-BE49-F238E27FC236}">
                <a16:creationId xmlns:a16="http://schemas.microsoft.com/office/drawing/2014/main" id="{36435036-9C83-6D69-9AEF-10A2E63CC746}"/>
              </a:ext>
            </a:extLst>
          </p:cNvPr>
          <p:cNvSpPr txBox="1">
            <a:spLocks/>
          </p:cNvSpPr>
          <p:nvPr/>
        </p:nvSpPr>
        <p:spPr>
          <a:xfrm>
            <a:off x="4400706" y="4627786"/>
            <a:ext cx="342588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pPr marL="0" indent="0" algn="ctr">
              <a:buClr>
                <a:schemeClr val="lt1"/>
              </a:buClr>
              <a:buSzPts val="1100"/>
              <a:buFont typeface="Arial"/>
              <a:buNone/>
            </a:pPr>
            <a:r>
              <a:rPr lang="fr-FR" sz="1200" dirty="0">
                <a:latin typeface="Anaheim"/>
                <a:ea typeface="Anaheim"/>
                <a:cs typeface="Anaheim"/>
                <a:sym typeface="Anaheim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33017867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9">
          <a:extLst>
            <a:ext uri="{FF2B5EF4-FFF2-40B4-BE49-F238E27FC236}">
              <a16:creationId xmlns:a16="http://schemas.microsoft.com/office/drawing/2014/main" id="{E301F567-ABB9-8540-A798-0C50D1C02E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Google Shape;810;p67">
            <a:extLst>
              <a:ext uri="{FF2B5EF4-FFF2-40B4-BE49-F238E27FC236}">
                <a16:creationId xmlns:a16="http://schemas.microsoft.com/office/drawing/2014/main" id="{2D62AED5-8E8C-409D-8229-230A4328F4A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960400" y="1482025"/>
            <a:ext cx="5556330" cy="152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dirty="0"/>
              <a:t>PISTES D‘AMÉLIORATION</a:t>
            </a:r>
            <a:endParaRPr dirty="0"/>
          </a:p>
        </p:txBody>
      </p:sp>
      <p:sp>
        <p:nvSpPr>
          <p:cNvPr id="811" name="Google Shape;811;p67">
            <a:extLst>
              <a:ext uri="{FF2B5EF4-FFF2-40B4-BE49-F238E27FC236}">
                <a16:creationId xmlns:a16="http://schemas.microsoft.com/office/drawing/2014/main" id="{F70E671F-9ACB-6821-3CE6-92295D50249F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5234950" y="3619525"/>
            <a:ext cx="2697600" cy="60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12" name="Google Shape;812;p67">
            <a:extLst>
              <a:ext uri="{FF2B5EF4-FFF2-40B4-BE49-F238E27FC236}">
                <a16:creationId xmlns:a16="http://schemas.microsoft.com/office/drawing/2014/main" id="{3BEED90C-EEDD-47A6-54EA-61A042454B88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827527" y="1787125"/>
            <a:ext cx="1995000" cy="915900"/>
          </a:xfrm>
          <a:prstGeom prst="rect">
            <a:avLst/>
          </a:prstGeom>
        </p:spPr>
        <p:txBody>
          <a:bodyPr spcFirstLastPara="1" wrap="square" lIns="91425" tIns="91425" rIns="91425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dirty="0"/>
              <a:t>07</a:t>
            </a:r>
            <a:endParaRPr dirty="0"/>
          </a:p>
        </p:txBody>
      </p:sp>
      <p:sp>
        <p:nvSpPr>
          <p:cNvPr id="2" name="Google Shape;927;p74">
            <a:extLst>
              <a:ext uri="{FF2B5EF4-FFF2-40B4-BE49-F238E27FC236}">
                <a16:creationId xmlns:a16="http://schemas.microsoft.com/office/drawing/2014/main" id="{D29D15CB-DDD7-3E22-0D70-2F6E06F505A0}"/>
              </a:ext>
            </a:extLst>
          </p:cNvPr>
          <p:cNvSpPr txBox="1">
            <a:spLocks/>
          </p:cNvSpPr>
          <p:nvPr/>
        </p:nvSpPr>
        <p:spPr>
          <a:xfrm>
            <a:off x="4400706" y="4627786"/>
            <a:ext cx="342588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pPr marL="0" indent="0" algn="ctr">
              <a:buClr>
                <a:schemeClr val="lt1"/>
              </a:buClr>
              <a:buSzPts val="1100"/>
              <a:buFont typeface="Arial"/>
              <a:buNone/>
            </a:pPr>
            <a:r>
              <a:rPr lang="fr-FR" sz="1200" dirty="0">
                <a:latin typeface="Anaheim"/>
                <a:ea typeface="Anaheim"/>
                <a:cs typeface="Anaheim"/>
                <a:sym typeface="Anaheim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1041917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8">
          <a:extLst>
            <a:ext uri="{FF2B5EF4-FFF2-40B4-BE49-F238E27FC236}">
              <a16:creationId xmlns:a16="http://schemas.microsoft.com/office/drawing/2014/main" id="{63258445-0DCA-6D93-F239-1B2E76320C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2" name="Google Shape;442;p44">
            <a:extLst>
              <a:ext uri="{FF2B5EF4-FFF2-40B4-BE49-F238E27FC236}">
                <a16:creationId xmlns:a16="http://schemas.microsoft.com/office/drawing/2014/main" id="{881BCF04-BDB8-3363-F3E7-B178764CEA1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t="19097" r="5042" b="2954"/>
          <a:stretch/>
        </p:blipFill>
        <p:spPr>
          <a:xfrm flipH="1">
            <a:off x="4294401" y="284662"/>
            <a:ext cx="3716124" cy="95884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43" name="Google Shape;443;p44">
            <a:extLst>
              <a:ext uri="{FF2B5EF4-FFF2-40B4-BE49-F238E27FC236}">
                <a16:creationId xmlns:a16="http://schemas.microsoft.com/office/drawing/2014/main" id="{42AEDF40-9E22-A074-B143-7075CCF7A13A}"/>
              </a:ext>
            </a:extLst>
          </p:cNvPr>
          <p:cNvGrpSpPr/>
          <p:nvPr/>
        </p:nvGrpSpPr>
        <p:grpSpPr>
          <a:xfrm>
            <a:off x="8400" y="69700"/>
            <a:ext cx="9135601" cy="5004101"/>
            <a:chOff x="8400" y="69700"/>
            <a:chExt cx="9135601" cy="5004101"/>
          </a:xfrm>
        </p:grpSpPr>
        <p:pic>
          <p:nvPicPr>
            <p:cNvPr id="444" name="Google Shape;444;p44">
              <a:extLst>
                <a:ext uri="{FF2B5EF4-FFF2-40B4-BE49-F238E27FC236}">
                  <a16:creationId xmlns:a16="http://schemas.microsoft.com/office/drawing/2014/main" id="{582C9AB7-005C-BAC9-4DFD-2992DE4D999B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 t="1400" r="83036" b="-1400"/>
            <a:stretch/>
          </p:blipFill>
          <p:spPr>
            <a:xfrm>
              <a:off x="8010525" y="69700"/>
              <a:ext cx="1133476" cy="50041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45" name="Google Shape;445;p44">
              <a:extLst>
                <a:ext uri="{FF2B5EF4-FFF2-40B4-BE49-F238E27FC236}">
                  <a16:creationId xmlns:a16="http://schemas.microsoft.com/office/drawing/2014/main" id="{B7223DCA-4FEC-7D9A-71DE-7AC91E379D66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 t="1400" r="83036" b="-1400"/>
            <a:stretch/>
          </p:blipFill>
          <p:spPr>
            <a:xfrm rot="10800000">
              <a:off x="8400" y="69700"/>
              <a:ext cx="1133476" cy="500410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" name="Google Shape;463;p47">
            <a:extLst>
              <a:ext uri="{FF2B5EF4-FFF2-40B4-BE49-F238E27FC236}">
                <a16:creationId xmlns:a16="http://schemas.microsoft.com/office/drawing/2014/main" id="{E748A540-9ADD-F539-2500-51D6323A133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90901" y="477736"/>
            <a:ext cx="4691304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800" dirty="0"/>
              <a:t>Pistes d’amélioration</a:t>
            </a:r>
            <a:endParaRPr sz="2800" dirty="0"/>
          </a:p>
        </p:txBody>
      </p:sp>
      <p:sp>
        <p:nvSpPr>
          <p:cNvPr id="11" name="Google Shape;458;p46">
            <a:extLst>
              <a:ext uri="{FF2B5EF4-FFF2-40B4-BE49-F238E27FC236}">
                <a16:creationId xmlns:a16="http://schemas.microsoft.com/office/drawing/2014/main" id="{0F2B389B-4910-E3D0-CA81-9E4E757C12B6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285424" y="1243510"/>
            <a:ext cx="6767479" cy="296647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600"/>
            </a:pPr>
            <a:r>
              <a:rPr lang="fr-FR" sz="1300" dirty="0"/>
              <a:t>Software:</a:t>
            </a:r>
          </a:p>
          <a:p>
            <a:pPr marL="320040" indent="-330200">
              <a:buSzPts val="1600"/>
              <a:buFont typeface="Archivo Light"/>
              <a:buChar char="●"/>
            </a:pPr>
            <a:r>
              <a:rPr lang="fr-FR" sz="1300" dirty="0"/>
              <a:t>Faire marcher les primitives de déplacement (</a:t>
            </a:r>
            <a:r>
              <a:rPr lang="fr-FR" sz="1300" dirty="0" err="1"/>
              <a:t>StraightLine</a:t>
            </a:r>
            <a:r>
              <a:rPr lang="fr-FR" sz="1300" dirty="0"/>
              <a:t>, </a:t>
            </a:r>
            <a:r>
              <a:rPr lang="fr-FR" sz="1300" dirty="0" err="1"/>
              <a:t>InPlaceTurn</a:t>
            </a:r>
            <a:r>
              <a:rPr lang="fr-FR" sz="1300" dirty="0"/>
              <a:t>) de manière plus précise et reproductible</a:t>
            </a:r>
          </a:p>
          <a:p>
            <a:pPr marL="777240" lvl="1" indent="-330200" algn="l">
              <a:buSzPts val="1600"/>
              <a:buFont typeface="Archivo Light"/>
              <a:buChar char="●"/>
            </a:pPr>
            <a:r>
              <a:rPr lang="fr-FR" sz="1200" dirty="0"/>
              <a:t>Auto calibration</a:t>
            </a:r>
          </a:p>
          <a:p>
            <a:pPr marL="320040" indent="-330200">
              <a:buSzPts val="1600"/>
              <a:buFont typeface="Archivo Light"/>
              <a:buChar char="●"/>
            </a:pPr>
            <a:r>
              <a:rPr lang="fr-FR" sz="1300" dirty="0"/>
              <a:t>Faire la logique d’exploration du labyrinthe</a:t>
            </a:r>
          </a:p>
          <a:p>
            <a:pPr marL="320040" indent="-330200">
              <a:buSzPts val="1600"/>
              <a:buFont typeface="Archivo Light"/>
              <a:buChar char="●"/>
            </a:pPr>
            <a:r>
              <a:rPr lang="fr-FR" sz="1300" dirty="0"/>
              <a:t>Optimiser la trajectoire comme un humain le ferait (diagonales, arcs)</a:t>
            </a:r>
            <a:endParaRPr lang="fr-FR" sz="1200" dirty="0"/>
          </a:p>
          <a:p>
            <a:pPr marL="320040" indent="-330200">
              <a:buSzPts val="1600"/>
              <a:buFont typeface="Archivo Light"/>
              <a:buChar char="●"/>
            </a:pPr>
            <a:r>
              <a:rPr lang="fr-FR" sz="1300" dirty="0"/>
              <a:t>Stratégie multi-run pour les règles de compétition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600"/>
            </a:pPr>
            <a:r>
              <a:rPr lang="fr-FR" sz="1300" dirty="0"/>
              <a:t>Hardware:</a:t>
            </a:r>
          </a:p>
          <a:p>
            <a:pPr marL="320040" indent="-330200">
              <a:buSzPts val="1600"/>
              <a:buFont typeface="Archivo Light"/>
              <a:buChar char="●"/>
            </a:pPr>
            <a:r>
              <a:rPr lang="fr-FR" sz="1300" dirty="0"/>
              <a:t>Plus de capteurs de distance</a:t>
            </a:r>
          </a:p>
          <a:p>
            <a:pPr marL="320040" indent="-330200">
              <a:buSzPts val="1600"/>
              <a:buFont typeface="Archivo Light"/>
              <a:buChar char="●"/>
            </a:pPr>
            <a:r>
              <a:rPr lang="fr-FR" sz="1300" dirty="0"/>
              <a:t>Moteurs pouvant tourner moins vite (mais peut coûter cher)</a:t>
            </a:r>
          </a:p>
          <a:p>
            <a:pPr marL="320040" indent="-330200">
              <a:buSzPts val="1600"/>
              <a:buFont typeface="Archivo Light"/>
              <a:buChar char="●"/>
            </a:pPr>
            <a:r>
              <a:rPr lang="fr-FR" sz="1300" dirty="0"/>
              <a:t>Des roues plus stables (ex. avec roulements à billes ?)</a:t>
            </a:r>
          </a:p>
          <a:p>
            <a:pPr marL="320040" indent="-330200">
              <a:buSzPts val="1600"/>
              <a:buFont typeface="Archivo Light"/>
              <a:buChar char="●"/>
            </a:pPr>
            <a:r>
              <a:rPr lang="fr-FR" sz="1300" dirty="0">
                <a:solidFill>
                  <a:schemeClr val="accent5">
                    <a:lumMod val="50000"/>
                  </a:schemeClr>
                </a:solidFill>
              </a:rPr>
              <a:t>Une « </a:t>
            </a:r>
            <a:r>
              <a:rPr lang="fr-FR" sz="1300" dirty="0" err="1">
                <a:solidFill>
                  <a:schemeClr val="accent5">
                    <a:lumMod val="50000"/>
                  </a:schemeClr>
                </a:solidFill>
              </a:rPr>
              <a:t>suction</a:t>
            </a:r>
            <a:r>
              <a:rPr lang="fr-FR" sz="1300" dirty="0">
                <a:solidFill>
                  <a:schemeClr val="accent5">
                    <a:lumMod val="50000"/>
                  </a:schemeClr>
                </a:solidFill>
              </a:rPr>
              <a:t> fan »</a:t>
            </a:r>
            <a:endParaRPr lang="fr-FR" sz="1300" dirty="0"/>
          </a:p>
          <a:p>
            <a:pPr marL="320040" indent="-330200">
              <a:buSzPts val="1600"/>
              <a:buFont typeface="Archivo Light"/>
              <a:buChar char="●"/>
            </a:pPr>
            <a:r>
              <a:rPr lang="fr-FR" sz="1300" dirty="0">
                <a:solidFill>
                  <a:schemeClr val="accent5">
                    <a:lumMod val="50000"/>
                  </a:schemeClr>
                </a:solidFill>
              </a:rPr>
              <a:t>PCB complètement custom</a:t>
            </a:r>
            <a:endParaRPr lang="fr-FR" sz="1300" dirty="0"/>
          </a:p>
          <a:p>
            <a:pPr marL="0" lvl="0" indent="0">
              <a:buSzPts val="1600"/>
            </a:pPr>
            <a:r>
              <a:rPr lang="fr-FR" sz="1300" dirty="0"/>
              <a:t>Autre:</a:t>
            </a:r>
          </a:p>
          <a:p>
            <a:pPr marL="320040" indent="-330200">
              <a:buSzPts val="1600"/>
              <a:buFont typeface="Archivo Light"/>
              <a:buChar char="●"/>
            </a:pPr>
            <a:r>
              <a:rPr lang="fr-FR" sz="1300" dirty="0"/>
              <a:t>Utiliser le robot pour faire quelque chose de complètement différent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F436532-6F85-C0AF-80C1-5A2F178F89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5887" y="3349083"/>
            <a:ext cx="1579733" cy="1053978"/>
          </a:xfrm>
          <a:prstGeom prst="snip2DiagRect">
            <a:avLst/>
          </a:prstGeom>
        </p:spPr>
      </p:pic>
      <p:sp>
        <p:nvSpPr>
          <p:cNvPr id="3" name="Google Shape;927;p74">
            <a:extLst>
              <a:ext uri="{FF2B5EF4-FFF2-40B4-BE49-F238E27FC236}">
                <a16:creationId xmlns:a16="http://schemas.microsoft.com/office/drawing/2014/main" id="{D58A037A-D1DF-27A1-41C1-8EC2756A553E}"/>
              </a:ext>
            </a:extLst>
          </p:cNvPr>
          <p:cNvSpPr txBox="1">
            <a:spLocks/>
          </p:cNvSpPr>
          <p:nvPr/>
        </p:nvSpPr>
        <p:spPr>
          <a:xfrm>
            <a:off x="4400706" y="4627786"/>
            <a:ext cx="342588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pPr marL="0" indent="0" algn="ctr">
              <a:buClr>
                <a:schemeClr val="lt1"/>
              </a:buClr>
              <a:buSzPts val="1100"/>
              <a:buFont typeface="Arial"/>
              <a:buNone/>
            </a:pPr>
            <a:r>
              <a:rPr lang="fr-FR" sz="1200" dirty="0">
                <a:latin typeface="Anaheim"/>
                <a:ea typeface="Anaheim"/>
                <a:cs typeface="Anaheim"/>
                <a:sym typeface="Anaheim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14190050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5">
          <a:extLst>
            <a:ext uri="{FF2B5EF4-FFF2-40B4-BE49-F238E27FC236}">
              <a16:creationId xmlns:a16="http://schemas.microsoft.com/office/drawing/2014/main" id="{4AF5D6A0-9B76-F747-F45A-A969ABBF87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6" name="Google Shape;926;p74">
            <a:extLst>
              <a:ext uri="{FF2B5EF4-FFF2-40B4-BE49-F238E27FC236}">
                <a16:creationId xmlns:a16="http://schemas.microsoft.com/office/drawing/2014/main" id="{4037F1E3-DA5D-ED98-EFEA-A59FE560962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59125" y="1292000"/>
            <a:ext cx="3000600" cy="98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dirty="0"/>
              <a:t>MERCI!</a:t>
            </a:r>
            <a:endParaRPr dirty="0"/>
          </a:p>
        </p:txBody>
      </p:sp>
      <p:sp>
        <p:nvSpPr>
          <p:cNvPr id="927" name="Google Shape;927;p74">
            <a:extLst>
              <a:ext uri="{FF2B5EF4-FFF2-40B4-BE49-F238E27FC236}">
                <a16:creationId xmlns:a16="http://schemas.microsoft.com/office/drawing/2014/main" id="{01702C44-C3D2-4A19-F81A-34813B229849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859099" y="2279275"/>
            <a:ext cx="4389736" cy="116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fr-FR" b="1" dirty="0"/>
              <a:t>Avez-vous des questions ?</a:t>
            </a:r>
            <a:endParaRPr b="1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fr-FR" sz="1600" dirty="0">
                <a:latin typeface="Anaheim"/>
                <a:ea typeface="Anaheim"/>
                <a:cs typeface="Anaheim"/>
                <a:sym typeface="Anaheim"/>
              </a:rPr>
              <a:t>Tout est disponible sur https://github.com/bananasmoothii/micromouse</a:t>
            </a:r>
            <a:endParaRPr sz="1600" dirty="0">
              <a:latin typeface="Anaheim"/>
              <a:ea typeface="Anaheim"/>
              <a:cs typeface="Anaheim"/>
              <a:sym typeface="Anaheim"/>
            </a:endParaRPr>
          </a:p>
        </p:txBody>
      </p:sp>
      <p:grpSp>
        <p:nvGrpSpPr>
          <p:cNvPr id="928" name="Google Shape;928;p74">
            <a:extLst>
              <a:ext uri="{FF2B5EF4-FFF2-40B4-BE49-F238E27FC236}">
                <a16:creationId xmlns:a16="http://schemas.microsoft.com/office/drawing/2014/main" id="{96E93328-784D-64D1-80FD-EDF92DD6ACBF}"/>
              </a:ext>
            </a:extLst>
          </p:cNvPr>
          <p:cNvGrpSpPr/>
          <p:nvPr/>
        </p:nvGrpSpPr>
        <p:grpSpPr>
          <a:xfrm flipH="1">
            <a:off x="2911187" y="3266575"/>
            <a:ext cx="4209137" cy="1046592"/>
            <a:chOff x="5000213" y="4370187"/>
            <a:chExt cx="4209137" cy="1046592"/>
          </a:xfrm>
        </p:grpSpPr>
        <p:pic>
          <p:nvPicPr>
            <p:cNvPr id="929" name="Google Shape;929;p74">
              <a:extLst>
                <a:ext uri="{FF2B5EF4-FFF2-40B4-BE49-F238E27FC236}">
                  <a16:creationId xmlns:a16="http://schemas.microsoft.com/office/drawing/2014/main" id="{214302BD-3CC2-4197-006C-CA513704E385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 t="19097" r="5042" b="2954"/>
            <a:stretch/>
          </p:blipFill>
          <p:spPr>
            <a:xfrm flipH="1">
              <a:off x="5493226" y="4400655"/>
              <a:ext cx="3716124" cy="10161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30" name="Google Shape;930;p74">
              <a:extLst>
                <a:ext uri="{FF2B5EF4-FFF2-40B4-BE49-F238E27FC236}">
                  <a16:creationId xmlns:a16="http://schemas.microsoft.com/office/drawing/2014/main" id="{7EDE3E1A-E18A-AAEC-0B7F-56616DD0095D}"/>
                </a:ext>
              </a:extLst>
            </p:cNvPr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10800000" flipH="1">
              <a:off x="5000213" y="4370187"/>
              <a:ext cx="456876" cy="2429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31" name="Google Shape;931;p74">
            <a:extLst>
              <a:ext uri="{FF2B5EF4-FFF2-40B4-BE49-F238E27FC236}">
                <a16:creationId xmlns:a16="http://schemas.microsoft.com/office/drawing/2014/main" id="{9BE8888F-9829-D16B-5C66-61789114E0CF}"/>
              </a:ext>
            </a:extLst>
          </p:cNvPr>
          <p:cNvGrpSpPr/>
          <p:nvPr/>
        </p:nvGrpSpPr>
        <p:grpSpPr>
          <a:xfrm>
            <a:off x="3327936" y="147724"/>
            <a:ext cx="5550839" cy="1296576"/>
            <a:chOff x="3327936" y="147724"/>
            <a:chExt cx="5550839" cy="1296576"/>
          </a:xfrm>
        </p:grpSpPr>
        <p:pic>
          <p:nvPicPr>
            <p:cNvPr id="932" name="Google Shape;932;p74">
              <a:extLst>
                <a:ext uri="{FF2B5EF4-FFF2-40B4-BE49-F238E27FC236}">
                  <a16:creationId xmlns:a16="http://schemas.microsoft.com/office/drawing/2014/main" id="{09C4C7DE-FE1B-4264-447D-E4C075A8C164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 b="23354"/>
            <a:stretch/>
          </p:blipFill>
          <p:spPr>
            <a:xfrm rot="10800000">
              <a:off x="3327936" y="147725"/>
              <a:ext cx="4763251" cy="756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33" name="Google Shape;933;p74">
              <a:extLst>
                <a:ext uri="{FF2B5EF4-FFF2-40B4-BE49-F238E27FC236}">
                  <a16:creationId xmlns:a16="http://schemas.microsoft.com/office/drawing/2014/main" id="{61641433-2DDE-2CF3-CA22-92A5AD31185C}"/>
                </a:ext>
              </a:extLst>
            </p:cNvPr>
            <p:cNvPicPr preferRelativeResize="0"/>
            <p:nvPr/>
          </p:nvPicPr>
          <p:blipFill rotWithShape="1">
            <a:blip r:embed="rId6">
              <a:alphaModFix amt="86000"/>
            </a:blip>
            <a:srcRect b="5918"/>
            <a:stretch/>
          </p:blipFill>
          <p:spPr>
            <a:xfrm rot="10800000">
              <a:off x="6138400" y="147724"/>
              <a:ext cx="2740375" cy="129657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" name="Google Shape;927;p74">
            <a:extLst>
              <a:ext uri="{FF2B5EF4-FFF2-40B4-BE49-F238E27FC236}">
                <a16:creationId xmlns:a16="http://schemas.microsoft.com/office/drawing/2014/main" id="{D6CFAC14-B930-D0C3-2340-FE3F74B92672}"/>
              </a:ext>
            </a:extLst>
          </p:cNvPr>
          <p:cNvSpPr txBox="1">
            <a:spLocks/>
          </p:cNvSpPr>
          <p:nvPr/>
        </p:nvSpPr>
        <p:spPr>
          <a:xfrm>
            <a:off x="5068571" y="3446875"/>
            <a:ext cx="2313864" cy="116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pPr marL="0" indent="0">
              <a:spcBef>
                <a:spcPts val="1000"/>
              </a:spcBef>
              <a:buClr>
                <a:schemeClr val="lt1"/>
              </a:buClr>
              <a:buSzPts val="1100"/>
              <a:buFont typeface="Arial"/>
              <a:buNone/>
            </a:pPr>
            <a:r>
              <a:rPr lang="fr-FR" sz="1200" dirty="0">
                <a:latin typeface="Anaheim"/>
                <a:ea typeface="Anaheim"/>
                <a:cs typeface="Anaheim"/>
                <a:sym typeface="Anaheim"/>
              </a:rPr>
              <a:t>PS: J’ai voulu avancer au maximum pour cette soutenance, le rapport et l’archive seront rendus semaine prochaine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8EF3D37-F68D-9104-7FD8-92BB8B8A4234}"/>
              </a:ext>
            </a:extLst>
          </p:cNvPr>
          <p:cNvSpPr/>
          <p:nvPr/>
        </p:nvSpPr>
        <p:spPr>
          <a:xfrm>
            <a:off x="4357897" y="2207941"/>
            <a:ext cx="4094727" cy="6824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Google Shape;927;p74">
            <a:extLst>
              <a:ext uri="{FF2B5EF4-FFF2-40B4-BE49-F238E27FC236}">
                <a16:creationId xmlns:a16="http://schemas.microsoft.com/office/drawing/2014/main" id="{62D93801-6A24-8B70-8D2C-B1EB8E15DC74}"/>
              </a:ext>
            </a:extLst>
          </p:cNvPr>
          <p:cNvSpPr txBox="1">
            <a:spLocks/>
          </p:cNvSpPr>
          <p:nvPr/>
        </p:nvSpPr>
        <p:spPr>
          <a:xfrm>
            <a:off x="4400706" y="4627786"/>
            <a:ext cx="342588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None/>
              <a:defRPr sz="1400" b="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pPr marL="0" indent="0" algn="ctr">
              <a:buClr>
                <a:schemeClr val="lt1"/>
              </a:buClr>
              <a:buSzPts val="1100"/>
              <a:buFont typeface="Arial"/>
              <a:buNone/>
            </a:pPr>
            <a:r>
              <a:rPr lang="fr-FR" sz="1200" dirty="0">
                <a:latin typeface="Anaheim"/>
                <a:ea typeface="Anaheim"/>
                <a:cs typeface="Anaheim"/>
                <a:sym typeface="Anaheim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35620065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Bachelor in Robotics Engineering by Slidesgo">
  <a:themeElements>
    <a:clrScheme name="Simple Light">
      <a:dk1>
        <a:srgbClr val="1F164D"/>
      </a:dk1>
      <a:lt1>
        <a:srgbClr val="F9F9F9"/>
      </a:lt1>
      <a:dk2>
        <a:srgbClr val="E8E8E8"/>
      </a:dk2>
      <a:lt2>
        <a:srgbClr val="C1C1C1"/>
      </a:lt2>
      <a:accent1>
        <a:srgbClr val="6F79E3"/>
      </a:accent1>
      <a:accent2>
        <a:srgbClr val="433ABA"/>
      </a:accent2>
      <a:accent3>
        <a:srgbClr val="130994"/>
      </a:accent3>
      <a:accent4>
        <a:srgbClr val="FFFFFF"/>
      </a:accent4>
      <a:accent5>
        <a:srgbClr val="FFFFFF"/>
      </a:accent5>
      <a:accent6>
        <a:srgbClr val="FFFFFF"/>
      </a:accent6>
      <a:hlink>
        <a:srgbClr val="1F164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981</TotalTime>
  <Words>609</Words>
  <Application>Microsoft Office PowerPoint</Application>
  <PresentationFormat>On-screen Show (16:9)</PresentationFormat>
  <Paragraphs>140</Paragraphs>
  <Slides>23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Arial</vt:lpstr>
      <vt:lpstr>Archivo</vt:lpstr>
      <vt:lpstr>Archivo Light</vt:lpstr>
      <vt:lpstr>Anaheim</vt:lpstr>
      <vt:lpstr>IBM Plex Mono</vt:lpstr>
      <vt:lpstr>Bachelor in Robotics Engineering by Slidesgo</vt:lpstr>
      <vt:lpstr>PROJET FABLAB MICROMOUSE</vt:lpstr>
      <vt:lpstr>BEAUCOUP DE TRAVAIL</vt:lpstr>
      <vt:lpstr>~300h</vt:lpstr>
      <vt:lpstr>UN TRAVAIL EXTRÊMEMENT BIEN RÉPARTI</vt:lpstr>
      <vt:lpstr>2 CONTRIBUTIONS OPEN-SOURCE</vt:lpstr>
      <vt:lpstr>HARDWARE</vt:lpstr>
      <vt:lpstr>LE MONTAGE - GÉNÉRAL</vt:lpstr>
      <vt:lpstr>LE MONTAGE - CAPTEURS</vt:lpstr>
      <vt:lpstr>LE MONTAGE – VUE DE DERRIÈRE</vt:lpstr>
      <vt:lpstr>LE MONTAGE – PCB Custom</vt:lpstr>
      <vt:lpstr>Technologies utilisées</vt:lpstr>
      <vt:lpstr>TECHNOLOGIES UTILISÉES</vt:lpstr>
      <vt:lpstr>Architecture du code</vt:lpstr>
      <vt:lpstr>PowerPoint Presentation</vt:lpstr>
      <vt:lpstr>DÉROULÉ</vt:lpstr>
      <vt:lpstr>Ce que j’ai commandé</vt:lpstr>
      <vt:lpstr>PROBLÈMES VARIÉS</vt:lpstr>
      <vt:lpstr>De drôles de graphiques…</vt:lpstr>
      <vt:lpstr>Un design compliqué…</vt:lpstr>
      <vt:lpstr>Des problèmes TORDUS…</vt:lpstr>
      <vt:lpstr>PISTES D‘AMÉLIORATION</vt:lpstr>
      <vt:lpstr>Pistes d’amélioration</vt:lpstr>
      <vt:lpstr>MERCI!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Nils Bezard</cp:lastModifiedBy>
  <cp:revision>40</cp:revision>
  <dcterms:modified xsi:type="dcterms:W3CDTF">2026-05-22T07:09:47Z</dcterms:modified>
</cp:coreProperties>
</file>