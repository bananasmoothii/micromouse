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5" r:id="rId1"/>
  </p:sldMasterIdLst>
  <p:notesMasterIdLst>
    <p:notesMasterId r:id="rId54"/>
  </p:notesMasterIdLst>
  <p:sldIdLst>
    <p:sldId id="256" r:id="rId2"/>
    <p:sldId id="314" r:id="rId3"/>
    <p:sldId id="313" r:id="rId4"/>
    <p:sldId id="321" r:id="rId5"/>
    <p:sldId id="322" r:id="rId6"/>
    <p:sldId id="320" r:id="rId7"/>
    <p:sldId id="317" r:id="rId8"/>
    <p:sldId id="318" r:id="rId9"/>
    <p:sldId id="319" r:id="rId10"/>
    <p:sldId id="323" r:id="rId11"/>
    <p:sldId id="326" r:id="rId12"/>
    <p:sldId id="327" r:id="rId13"/>
    <p:sldId id="324" r:id="rId14"/>
    <p:sldId id="325" r:id="rId15"/>
    <p:sldId id="328" r:id="rId16"/>
    <p:sldId id="257" r:id="rId17"/>
    <p:sldId id="258" r:id="rId18"/>
    <p:sldId id="259" r:id="rId19"/>
    <p:sldId id="260" r:id="rId20"/>
    <p:sldId id="261" r:id="rId21"/>
    <p:sldId id="262" r:id="rId22"/>
    <p:sldId id="263" r:id="rId23"/>
    <p:sldId id="264" r:id="rId24"/>
    <p:sldId id="265" r:id="rId25"/>
    <p:sldId id="266" r:id="rId26"/>
    <p:sldId id="267" r:id="rId27"/>
    <p:sldId id="268" r:id="rId28"/>
    <p:sldId id="269" r:id="rId29"/>
    <p:sldId id="270" r:id="rId30"/>
    <p:sldId id="271" r:id="rId31"/>
    <p:sldId id="272" r:id="rId32"/>
    <p:sldId id="273" r:id="rId33"/>
    <p:sldId id="274" r:id="rId34"/>
    <p:sldId id="275" r:id="rId35"/>
    <p:sldId id="276" r:id="rId36"/>
    <p:sldId id="277" r:id="rId37"/>
    <p:sldId id="278" r:id="rId38"/>
    <p:sldId id="279" r:id="rId39"/>
    <p:sldId id="280" r:id="rId40"/>
    <p:sldId id="281" r:id="rId41"/>
    <p:sldId id="282" r:id="rId42"/>
    <p:sldId id="283" r:id="rId43"/>
    <p:sldId id="284" r:id="rId44"/>
    <p:sldId id="285" r:id="rId45"/>
    <p:sldId id="286" r:id="rId46"/>
    <p:sldId id="287" r:id="rId47"/>
    <p:sldId id="288" r:id="rId48"/>
    <p:sldId id="289" r:id="rId49"/>
    <p:sldId id="290" r:id="rId50"/>
    <p:sldId id="291" r:id="rId51"/>
    <p:sldId id="292" r:id="rId52"/>
    <p:sldId id="293" r:id="rId53"/>
  </p:sldIdLst>
  <p:sldSz cx="9144000" cy="5143500" type="screen16x9"/>
  <p:notesSz cx="6858000" cy="9144000"/>
  <p:embeddedFontLst>
    <p:embeddedFont>
      <p:font typeface="Anaheim" panose="020B0604020202020204" charset="0"/>
      <p:regular r:id="rId55"/>
      <p:bold r:id="rId56"/>
    </p:embeddedFont>
    <p:embeddedFont>
      <p:font typeface="Archivo" pitchFamily="2" charset="0"/>
      <p:regular r:id="rId57"/>
      <p:bold r:id="rId58"/>
      <p:italic r:id="rId59"/>
      <p:boldItalic r:id="rId60"/>
    </p:embeddedFont>
    <p:embeddedFont>
      <p:font typeface="Archivo Light" pitchFamily="2" charset="0"/>
      <p:regular r:id="rId61"/>
      <p:italic r:id="rId62"/>
    </p:embeddedFont>
    <p:embeddedFont>
      <p:font typeface="IBM Plex Mono" panose="020B0509050203000203" pitchFamily="49" charset="0"/>
      <p:regular r:id="rId63"/>
      <p:bold r:id="rId64"/>
      <p:italic r:id="rId65"/>
      <p:boldItalic r:id="rId66"/>
    </p:embeddedFont>
    <p:embeddedFont>
      <p:font typeface="Nunito Light" pitchFamily="2" charset="0"/>
      <p:regular r:id="rId67"/>
      <p:italic r:id="rId6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9F79010-8A3C-4446-BAD6-73539BAE8ED8}">
  <a:tblStyle styleId="{09F79010-8A3C-4446-BAD6-73539BAE8ED8}"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B08355A5-54BC-4747-950D-78D2389A24D2}" styleName="Table_1">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73" d="100"/>
          <a:sy n="173" d="100"/>
        </p:scale>
        <p:origin x="154" y="125"/>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9.fntdata"/><Relationship Id="rId68" Type="http://schemas.openxmlformats.org/officeDocument/2006/relationships/font" Target="fonts/font14.fntdata"/><Relationship Id="rId7" Type="http://schemas.openxmlformats.org/officeDocument/2006/relationships/slide" Target="slides/slide6.xml"/><Relationship Id="rId71"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font" Target="fonts/font4.fntdata"/><Relationship Id="rId66" Type="http://schemas.openxmlformats.org/officeDocument/2006/relationships/font" Target="fonts/font12.fntdata"/><Relationship Id="rId5" Type="http://schemas.openxmlformats.org/officeDocument/2006/relationships/slide" Target="slides/slide4.xml"/><Relationship Id="rId61" Type="http://schemas.openxmlformats.org/officeDocument/2006/relationships/font" Target="fonts/font7.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2.fntdata"/><Relationship Id="rId64" Type="http://schemas.openxmlformats.org/officeDocument/2006/relationships/font" Target="fonts/font10.fntdata"/><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5.fntdata"/><Relationship Id="rId67" Type="http://schemas.openxmlformats.org/officeDocument/2006/relationships/font" Target="fonts/font13.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62" Type="http://schemas.openxmlformats.org/officeDocument/2006/relationships/font" Target="fonts/font8.fntdata"/><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3.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font" Target="fonts/font6.fntdata"/><Relationship Id="rId65" Type="http://schemas.openxmlformats.org/officeDocument/2006/relationships/font" Target="fonts/font11.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font" Target="fonts/font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
        <p:cNvGrpSpPr/>
        <p:nvPr/>
      </p:nvGrpSpPr>
      <p:grpSpPr>
        <a:xfrm>
          <a:off x="0" y="0"/>
          <a:ext cx="0" cy="0"/>
          <a:chOff x="0" y="0"/>
          <a:chExt cx="0" cy="0"/>
        </a:xfrm>
      </p:grpSpPr>
      <p:sp>
        <p:nvSpPr>
          <p:cNvPr id="387" name="Google Shape;387;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8" name="Google Shape;388;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6">
          <a:extLst>
            <a:ext uri="{FF2B5EF4-FFF2-40B4-BE49-F238E27FC236}">
              <a16:creationId xmlns:a16="http://schemas.microsoft.com/office/drawing/2014/main" id="{345EE765-F893-99DB-0979-0CCE7719D701}"/>
            </a:ext>
          </a:extLst>
        </p:cNvPr>
        <p:cNvGrpSpPr/>
        <p:nvPr/>
      </p:nvGrpSpPr>
      <p:grpSpPr>
        <a:xfrm>
          <a:off x="0" y="0"/>
          <a:ext cx="0" cy="0"/>
          <a:chOff x="0" y="0"/>
          <a:chExt cx="0" cy="0"/>
        </a:xfrm>
      </p:grpSpPr>
      <p:sp>
        <p:nvSpPr>
          <p:cNvPr id="807" name="Google Shape;807;g2933ed14694_0_48:notes">
            <a:extLst>
              <a:ext uri="{FF2B5EF4-FFF2-40B4-BE49-F238E27FC236}">
                <a16:creationId xmlns:a16="http://schemas.microsoft.com/office/drawing/2014/main" id="{513468CB-94D7-E6D5-F06D-6904F90972C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8" name="Google Shape;808;g2933ed14694_0_48:notes">
            <a:extLst>
              <a:ext uri="{FF2B5EF4-FFF2-40B4-BE49-F238E27FC236}">
                <a16:creationId xmlns:a16="http://schemas.microsoft.com/office/drawing/2014/main" id="{DC8DFC38-CC2B-A492-2FFF-E7B9AEB65DA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637196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2">
          <a:extLst>
            <a:ext uri="{FF2B5EF4-FFF2-40B4-BE49-F238E27FC236}">
              <a16:creationId xmlns:a16="http://schemas.microsoft.com/office/drawing/2014/main" id="{C2FF93C2-8EA6-7182-0ECC-DB9D3BAD9C8F}"/>
            </a:ext>
          </a:extLst>
        </p:cNvPr>
        <p:cNvGrpSpPr/>
        <p:nvPr/>
      </p:nvGrpSpPr>
      <p:grpSpPr>
        <a:xfrm>
          <a:off x="0" y="0"/>
          <a:ext cx="0" cy="0"/>
          <a:chOff x="0" y="0"/>
          <a:chExt cx="0" cy="0"/>
        </a:xfrm>
      </p:grpSpPr>
      <p:sp>
        <p:nvSpPr>
          <p:cNvPr id="563" name="Google Shape;563;g292a81341b2_3_79:notes">
            <a:extLst>
              <a:ext uri="{FF2B5EF4-FFF2-40B4-BE49-F238E27FC236}">
                <a16:creationId xmlns:a16="http://schemas.microsoft.com/office/drawing/2014/main" id="{00C90BAA-F949-E0D6-4C69-63E584D1CBB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4" name="Google Shape;564;g292a81341b2_3_79:notes">
            <a:extLst>
              <a:ext uri="{FF2B5EF4-FFF2-40B4-BE49-F238E27FC236}">
                <a16:creationId xmlns:a16="http://schemas.microsoft.com/office/drawing/2014/main" id="{9F27C5C5-3BF6-FEE9-F1EE-C28B35B94FA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92208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5">
          <a:extLst>
            <a:ext uri="{FF2B5EF4-FFF2-40B4-BE49-F238E27FC236}">
              <a16:creationId xmlns:a16="http://schemas.microsoft.com/office/drawing/2014/main" id="{144C2A56-EF56-A8A0-C1A3-91480EE666C9}"/>
            </a:ext>
          </a:extLst>
        </p:cNvPr>
        <p:cNvGrpSpPr/>
        <p:nvPr/>
      </p:nvGrpSpPr>
      <p:grpSpPr>
        <a:xfrm>
          <a:off x="0" y="0"/>
          <a:ext cx="0" cy="0"/>
          <a:chOff x="0" y="0"/>
          <a:chExt cx="0" cy="0"/>
        </a:xfrm>
      </p:grpSpPr>
      <p:sp>
        <p:nvSpPr>
          <p:cNvPr id="556" name="Google Shape;556;g292a81341b2_3_59:notes">
            <a:extLst>
              <a:ext uri="{FF2B5EF4-FFF2-40B4-BE49-F238E27FC236}">
                <a16:creationId xmlns:a16="http://schemas.microsoft.com/office/drawing/2014/main" id="{06234DE8-FA52-DBBE-7DF9-50E19B30A89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7" name="Google Shape;557;g292a81341b2_3_59:notes">
            <a:extLst>
              <a:ext uri="{FF2B5EF4-FFF2-40B4-BE49-F238E27FC236}">
                <a16:creationId xmlns:a16="http://schemas.microsoft.com/office/drawing/2014/main" id="{B8490489-14FA-B7D8-FBA9-46A7B9A7D8A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812102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0">
          <a:extLst>
            <a:ext uri="{FF2B5EF4-FFF2-40B4-BE49-F238E27FC236}">
              <a16:creationId xmlns:a16="http://schemas.microsoft.com/office/drawing/2014/main" id="{986F9452-4276-765A-3E71-327736C1E813}"/>
            </a:ext>
          </a:extLst>
        </p:cNvPr>
        <p:cNvGrpSpPr/>
        <p:nvPr/>
      </p:nvGrpSpPr>
      <p:grpSpPr>
        <a:xfrm>
          <a:off x="0" y="0"/>
          <a:ext cx="0" cy="0"/>
          <a:chOff x="0" y="0"/>
          <a:chExt cx="0" cy="0"/>
        </a:xfrm>
      </p:grpSpPr>
      <p:sp>
        <p:nvSpPr>
          <p:cNvPr id="631" name="Google Shape;631;g292b8f97649_1_119:notes">
            <a:extLst>
              <a:ext uri="{FF2B5EF4-FFF2-40B4-BE49-F238E27FC236}">
                <a16:creationId xmlns:a16="http://schemas.microsoft.com/office/drawing/2014/main" id="{EAC425BD-6A28-189F-FF9D-7A29BFE923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2" name="Google Shape;632;g292b8f97649_1_119:notes">
            <a:extLst>
              <a:ext uri="{FF2B5EF4-FFF2-40B4-BE49-F238E27FC236}">
                <a16:creationId xmlns:a16="http://schemas.microsoft.com/office/drawing/2014/main" id="{A2F806A6-D0C0-8F5F-65D8-DDEC76EDE52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214535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6">
          <a:extLst>
            <a:ext uri="{FF2B5EF4-FFF2-40B4-BE49-F238E27FC236}">
              <a16:creationId xmlns:a16="http://schemas.microsoft.com/office/drawing/2014/main" id="{5D6DF83C-E8A4-1C27-C97B-F85D023EC186}"/>
            </a:ext>
          </a:extLst>
        </p:cNvPr>
        <p:cNvGrpSpPr/>
        <p:nvPr/>
      </p:nvGrpSpPr>
      <p:grpSpPr>
        <a:xfrm>
          <a:off x="0" y="0"/>
          <a:ext cx="0" cy="0"/>
          <a:chOff x="0" y="0"/>
          <a:chExt cx="0" cy="0"/>
        </a:xfrm>
      </p:grpSpPr>
      <p:sp>
        <p:nvSpPr>
          <p:cNvPr id="807" name="Google Shape;807;g2933ed14694_0_48:notes">
            <a:extLst>
              <a:ext uri="{FF2B5EF4-FFF2-40B4-BE49-F238E27FC236}">
                <a16:creationId xmlns:a16="http://schemas.microsoft.com/office/drawing/2014/main" id="{831355A8-843E-7886-4942-BE756C4882B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8" name="Google Shape;808;g2933ed14694_0_48:notes">
            <a:extLst>
              <a:ext uri="{FF2B5EF4-FFF2-40B4-BE49-F238E27FC236}">
                <a16:creationId xmlns:a16="http://schemas.microsoft.com/office/drawing/2014/main" id="{DC97AFD2-5C73-212D-45D0-4819D2EDA6F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635891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5">
          <a:extLst>
            <a:ext uri="{FF2B5EF4-FFF2-40B4-BE49-F238E27FC236}">
              <a16:creationId xmlns:a16="http://schemas.microsoft.com/office/drawing/2014/main" id="{209318CD-27AE-DA41-D923-221D52A7CC1A}"/>
            </a:ext>
          </a:extLst>
        </p:cNvPr>
        <p:cNvGrpSpPr/>
        <p:nvPr/>
      </p:nvGrpSpPr>
      <p:grpSpPr>
        <a:xfrm>
          <a:off x="0" y="0"/>
          <a:ext cx="0" cy="0"/>
          <a:chOff x="0" y="0"/>
          <a:chExt cx="0" cy="0"/>
        </a:xfrm>
      </p:grpSpPr>
      <p:sp>
        <p:nvSpPr>
          <p:cNvPr id="746" name="Google Shape;746;g292b8f97649_1_414:notes">
            <a:extLst>
              <a:ext uri="{FF2B5EF4-FFF2-40B4-BE49-F238E27FC236}">
                <a16:creationId xmlns:a16="http://schemas.microsoft.com/office/drawing/2014/main" id="{774055EC-42F3-EF6F-E80D-0A10E39600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7" name="Google Shape;747;g292b8f97649_1_414:notes">
            <a:extLst>
              <a:ext uri="{FF2B5EF4-FFF2-40B4-BE49-F238E27FC236}">
                <a16:creationId xmlns:a16="http://schemas.microsoft.com/office/drawing/2014/main" id="{90C7C7A4-1731-665D-4D45-9DD0C230CD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018946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5">
          <a:extLst>
            <a:ext uri="{FF2B5EF4-FFF2-40B4-BE49-F238E27FC236}">
              <a16:creationId xmlns:a16="http://schemas.microsoft.com/office/drawing/2014/main" id="{3D9CD2AA-CAE2-1AAD-1CAD-DB6660C5D692}"/>
            </a:ext>
          </a:extLst>
        </p:cNvPr>
        <p:cNvGrpSpPr/>
        <p:nvPr/>
      </p:nvGrpSpPr>
      <p:grpSpPr>
        <a:xfrm>
          <a:off x="0" y="0"/>
          <a:ext cx="0" cy="0"/>
          <a:chOff x="0" y="0"/>
          <a:chExt cx="0" cy="0"/>
        </a:xfrm>
      </p:grpSpPr>
      <p:sp>
        <p:nvSpPr>
          <p:cNvPr id="746" name="Google Shape;746;g292b8f97649_1_414:notes">
            <a:extLst>
              <a:ext uri="{FF2B5EF4-FFF2-40B4-BE49-F238E27FC236}">
                <a16:creationId xmlns:a16="http://schemas.microsoft.com/office/drawing/2014/main" id="{EB6EB909-FC3B-6F98-F38A-6410F22918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7" name="Google Shape;747;g292b8f97649_1_414:notes">
            <a:extLst>
              <a:ext uri="{FF2B5EF4-FFF2-40B4-BE49-F238E27FC236}">
                <a16:creationId xmlns:a16="http://schemas.microsoft.com/office/drawing/2014/main" id="{4A83487E-7D9F-991E-D88A-0576EE19391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347150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5">
          <a:extLst>
            <a:ext uri="{FF2B5EF4-FFF2-40B4-BE49-F238E27FC236}">
              <a16:creationId xmlns:a16="http://schemas.microsoft.com/office/drawing/2014/main" id="{C4EC52B2-9A6A-88A4-B4D6-88CF9D4C8F7F}"/>
            </a:ext>
          </a:extLst>
        </p:cNvPr>
        <p:cNvGrpSpPr/>
        <p:nvPr/>
      </p:nvGrpSpPr>
      <p:grpSpPr>
        <a:xfrm>
          <a:off x="0" y="0"/>
          <a:ext cx="0" cy="0"/>
          <a:chOff x="0" y="0"/>
          <a:chExt cx="0" cy="0"/>
        </a:xfrm>
      </p:grpSpPr>
      <p:sp>
        <p:nvSpPr>
          <p:cNvPr id="746" name="Google Shape;746;g292b8f97649_1_414:notes">
            <a:extLst>
              <a:ext uri="{FF2B5EF4-FFF2-40B4-BE49-F238E27FC236}">
                <a16:creationId xmlns:a16="http://schemas.microsoft.com/office/drawing/2014/main" id="{4FB27262-34BD-390D-6A1E-5754B7A93E5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7" name="Google Shape;747;g292b8f97649_1_414:notes">
            <a:extLst>
              <a:ext uri="{FF2B5EF4-FFF2-40B4-BE49-F238E27FC236}">
                <a16:creationId xmlns:a16="http://schemas.microsoft.com/office/drawing/2014/main" id="{2A48618F-AD25-A7CC-C77F-73D7DED721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688352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5">
          <a:extLst>
            <a:ext uri="{FF2B5EF4-FFF2-40B4-BE49-F238E27FC236}">
              <a16:creationId xmlns:a16="http://schemas.microsoft.com/office/drawing/2014/main" id="{99FF168E-337A-F6F5-BD8D-07A315BC6996}"/>
            </a:ext>
          </a:extLst>
        </p:cNvPr>
        <p:cNvGrpSpPr/>
        <p:nvPr/>
      </p:nvGrpSpPr>
      <p:grpSpPr>
        <a:xfrm>
          <a:off x="0" y="0"/>
          <a:ext cx="0" cy="0"/>
          <a:chOff x="0" y="0"/>
          <a:chExt cx="0" cy="0"/>
        </a:xfrm>
      </p:grpSpPr>
      <p:sp>
        <p:nvSpPr>
          <p:cNvPr id="746" name="Google Shape;746;g292b8f97649_1_414:notes">
            <a:extLst>
              <a:ext uri="{FF2B5EF4-FFF2-40B4-BE49-F238E27FC236}">
                <a16:creationId xmlns:a16="http://schemas.microsoft.com/office/drawing/2014/main" id="{E837FF8D-A5F3-9ADB-2A89-8669C97CA3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7" name="Google Shape;747;g292b8f97649_1_414:notes">
            <a:extLst>
              <a:ext uri="{FF2B5EF4-FFF2-40B4-BE49-F238E27FC236}">
                <a16:creationId xmlns:a16="http://schemas.microsoft.com/office/drawing/2014/main" id="{0B93A816-C176-2198-35E6-7B5650FC7EC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710768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6">
          <a:extLst>
            <a:ext uri="{FF2B5EF4-FFF2-40B4-BE49-F238E27FC236}">
              <a16:creationId xmlns:a16="http://schemas.microsoft.com/office/drawing/2014/main" id="{516586A6-0EA1-5A90-8F38-B0FEDD115BD3}"/>
            </a:ext>
          </a:extLst>
        </p:cNvPr>
        <p:cNvGrpSpPr/>
        <p:nvPr/>
      </p:nvGrpSpPr>
      <p:grpSpPr>
        <a:xfrm>
          <a:off x="0" y="0"/>
          <a:ext cx="0" cy="0"/>
          <a:chOff x="0" y="0"/>
          <a:chExt cx="0" cy="0"/>
        </a:xfrm>
      </p:grpSpPr>
      <p:sp>
        <p:nvSpPr>
          <p:cNvPr id="807" name="Google Shape;807;g2933ed14694_0_48:notes">
            <a:extLst>
              <a:ext uri="{FF2B5EF4-FFF2-40B4-BE49-F238E27FC236}">
                <a16:creationId xmlns:a16="http://schemas.microsoft.com/office/drawing/2014/main" id="{43859982-1761-9136-E52B-3A5BB78543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8" name="Google Shape;808;g2933ed14694_0_48:notes">
            <a:extLst>
              <a:ext uri="{FF2B5EF4-FFF2-40B4-BE49-F238E27FC236}">
                <a16:creationId xmlns:a16="http://schemas.microsoft.com/office/drawing/2014/main" id="{28584479-034A-75D7-3CE2-9A23FFD036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50949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a:extLst>
            <a:ext uri="{FF2B5EF4-FFF2-40B4-BE49-F238E27FC236}">
              <a16:creationId xmlns:a16="http://schemas.microsoft.com/office/drawing/2014/main" id="{A7E0D819-BDDA-90CC-16D9-A0F31BEFE4AD}"/>
            </a:ext>
          </a:extLst>
        </p:cNvPr>
        <p:cNvGrpSpPr/>
        <p:nvPr/>
      </p:nvGrpSpPr>
      <p:grpSpPr>
        <a:xfrm>
          <a:off x="0" y="0"/>
          <a:ext cx="0" cy="0"/>
          <a:chOff x="0" y="0"/>
          <a:chExt cx="0" cy="0"/>
        </a:xfrm>
      </p:grpSpPr>
      <p:sp>
        <p:nvSpPr>
          <p:cNvPr id="503" name="Google Shape;503;g292581b7e23_0_148:notes">
            <a:extLst>
              <a:ext uri="{FF2B5EF4-FFF2-40B4-BE49-F238E27FC236}">
                <a16:creationId xmlns:a16="http://schemas.microsoft.com/office/drawing/2014/main" id="{7DBB1343-165E-2EEF-C912-59E4BEAD5D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4" name="Google Shape;504;g292581b7e23_0_148:notes">
            <a:extLst>
              <a:ext uri="{FF2B5EF4-FFF2-40B4-BE49-F238E27FC236}">
                <a16:creationId xmlns:a16="http://schemas.microsoft.com/office/drawing/2014/main" id="{CCDFBEB5-7FC8-C2A0-3273-A15B5832FE5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4277718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5">
          <a:extLst>
            <a:ext uri="{FF2B5EF4-FFF2-40B4-BE49-F238E27FC236}">
              <a16:creationId xmlns:a16="http://schemas.microsoft.com/office/drawing/2014/main" id="{05486E44-0CB2-29E4-3FFD-6E89AE7E8E42}"/>
            </a:ext>
          </a:extLst>
        </p:cNvPr>
        <p:cNvGrpSpPr/>
        <p:nvPr/>
      </p:nvGrpSpPr>
      <p:grpSpPr>
        <a:xfrm>
          <a:off x="0" y="0"/>
          <a:ext cx="0" cy="0"/>
          <a:chOff x="0" y="0"/>
          <a:chExt cx="0" cy="0"/>
        </a:xfrm>
      </p:grpSpPr>
      <p:sp>
        <p:nvSpPr>
          <p:cNvPr id="436" name="Google Shape;436;g292581b7e23_0_92:notes">
            <a:extLst>
              <a:ext uri="{FF2B5EF4-FFF2-40B4-BE49-F238E27FC236}">
                <a16:creationId xmlns:a16="http://schemas.microsoft.com/office/drawing/2014/main" id="{5AE9D40E-40A4-9ACD-5883-666037F1C5E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7" name="Google Shape;437;g292581b7e23_0_92:notes">
            <a:extLst>
              <a:ext uri="{FF2B5EF4-FFF2-40B4-BE49-F238E27FC236}">
                <a16:creationId xmlns:a16="http://schemas.microsoft.com/office/drawing/2014/main" id="{F4F5F016-D682-51FE-1757-9EB7B9D145C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7077393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6">
          <a:extLst>
            <a:ext uri="{FF2B5EF4-FFF2-40B4-BE49-F238E27FC236}">
              <a16:creationId xmlns:a16="http://schemas.microsoft.com/office/drawing/2014/main" id="{EA8CA71E-232D-77A2-2909-67794B7786FA}"/>
            </a:ext>
          </a:extLst>
        </p:cNvPr>
        <p:cNvGrpSpPr/>
        <p:nvPr/>
      </p:nvGrpSpPr>
      <p:grpSpPr>
        <a:xfrm>
          <a:off x="0" y="0"/>
          <a:ext cx="0" cy="0"/>
          <a:chOff x="0" y="0"/>
          <a:chExt cx="0" cy="0"/>
        </a:xfrm>
      </p:grpSpPr>
      <p:sp>
        <p:nvSpPr>
          <p:cNvPr id="807" name="Google Shape;807;g2933ed14694_0_48:notes">
            <a:extLst>
              <a:ext uri="{FF2B5EF4-FFF2-40B4-BE49-F238E27FC236}">
                <a16:creationId xmlns:a16="http://schemas.microsoft.com/office/drawing/2014/main" id="{793A593D-107C-628A-8C16-8C1865E929B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8" name="Google Shape;808;g2933ed14694_0_48:notes">
            <a:extLst>
              <a:ext uri="{FF2B5EF4-FFF2-40B4-BE49-F238E27FC236}">
                <a16:creationId xmlns:a16="http://schemas.microsoft.com/office/drawing/2014/main" id="{070E383E-027B-04D5-B2EB-5FE974AF301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877920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9">
          <a:extLst>
            <a:ext uri="{FF2B5EF4-FFF2-40B4-BE49-F238E27FC236}">
              <a16:creationId xmlns:a16="http://schemas.microsoft.com/office/drawing/2014/main" id="{F3AFDBB5-60E0-6435-E68F-C5A469136249}"/>
            </a:ext>
          </a:extLst>
        </p:cNvPr>
        <p:cNvGrpSpPr/>
        <p:nvPr/>
      </p:nvGrpSpPr>
      <p:grpSpPr>
        <a:xfrm>
          <a:off x="0" y="0"/>
          <a:ext cx="0" cy="0"/>
          <a:chOff x="0" y="0"/>
          <a:chExt cx="0" cy="0"/>
        </a:xfrm>
      </p:grpSpPr>
      <p:sp>
        <p:nvSpPr>
          <p:cNvPr id="460" name="Google Shape;460;g292a81341b2_2_99:notes">
            <a:extLst>
              <a:ext uri="{FF2B5EF4-FFF2-40B4-BE49-F238E27FC236}">
                <a16:creationId xmlns:a16="http://schemas.microsoft.com/office/drawing/2014/main" id="{44296028-E7FF-6087-D9AF-84AC03DE465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1" name="Google Shape;461;g292a81341b2_2_99:notes">
            <a:extLst>
              <a:ext uri="{FF2B5EF4-FFF2-40B4-BE49-F238E27FC236}">
                <a16:creationId xmlns:a16="http://schemas.microsoft.com/office/drawing/2014/main" id="{2CBE608C-1081-8EED-4844-3121B28500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117064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5"/>
        <p:cNvGrpSpPr/>
        <p:nvPr/>
      </p:nvGrpSpPr>
      <p:grpSpPr>
        <a:xfrm>
          <a:off x="0" y="0"/>
          <a:ext cx="0" cy="0"/>
          <a:chOff x="0" y="0"/>
          <a:chExt cx="0" cy="0"/>
        </a:xfrm>
      </p:grpSpPr>
      <p:sp>
        <p:nvSpPr>
          <p:cNvPr id="396" name="Google Shape;396;g292a81341b2_2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7" name="Google Shape;397;g292a81341b2_2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g292581b7e23_0_10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6" name="Google Shape;406;g292581b7e23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292a81341b2_2_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3" name="Google Shape;423;g292a81341b2_2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5"/>
        <p:cNvGrpSpPr/>
        <p:nvPr/>
      </p:nvGrpSpPr>
      <p:grpSpPr>
        <a:xfrm>
          <a:off x="0" y="0"/>
          <a:ext cx="0" cy="0"/>
          <a:chOff x="0" y="0"/>
          <a:chExt cx="0" cy="0"/>
        </a:xfrm>
      </p:grpSpPr>
      <p:sp>
        <p:nvSpPr>
          <p:cNvPr id="436" name="Google Shape;436;g292581b7e23_0_9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7" name="Google Shape;437;g292581b7e23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6"/>
        <p:cNvGrpSpPr/>
        <p:nvPr/>
      </p:nvGrpSpPr>
      <p:grpSpPr>
        <a:xfrm>
          <a:off x="0" y="0"/>
          <a:ext cx="0" cy="0"/>
          <a:chOff x="0" y="0"/>
          <a:chExt cx="0" cy="0"/>
        </a:xfrm>
      </p:grpSpPr>
      <p:sp>
        <p:nvSpPr>
          <p:cNvPr id="447" name="Google Shape;447;g292a81341b2_2_6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8" name="Google Shape;448;g292a81341b2_2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3"/>
        <p:cNvGrpSpPr/>
        <p:nvPr/>
      </p:nvGrpSpPr>
      <p:grpSpPr>
        <a:xfrm>
          <a:off x="0" y="0"/>
          <a:ext cx="0" cy="0"/>
          <a:chOff x="0" y="0"/>
          <a:chExt cx="0" cy="0"/>
        </a:xfrm>
      </p:grpSpPr>
      <p:sp>
        <p:nvSpPr>
          <p:cNvPr id="454" name="Google Shape;454;g292a81341b2_2_7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5" name="Google Shape;455;g292a81341b2_2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9"/>
        <p:cNvGrpSpPr/>
        <p:nvPr/>
      </p:nvGrpSpPr>
      <p:grpSpPr>
        <a:xfrm>
          <a:off x="0" y="0"/>
          <a:ext cx="0" cy="0"/>
          <a:chOff x="0" y="0"/>
          <a:chExt cx="0" cy="0"/>
        </a:xfrm>
      </p:grpSpPr>
      <p:sp>
        <p:nvSpPr>
          <p:cNvPr id="460" name="Google Shape;460;g292a81341b2_2_9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1" name="Google Shape;461;g292a81341b2_2_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0"/>
        <p:cNvGrpSpPr/>
        <p:nvPr/>
      </p:nvGrpSpPr>
      <p:grpSpPr>
        <a:xfrm>
          <a:off x="0" y="0"/>
          <a:ext cx="0" cy="0"/>
          <a:chOff x="0" y="0"/>
          <a:chExt cx="0" cy="0"/>
        </a:xfrm>
      </p:grpSpPr>
      <p:sp>
        <p:nvSpPr>
          <p:cNvPr id="471" name="Google Shape;471;g292a81341b2_2_1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2" name="Google Shape;472;g292a81341b2_2_1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292a81341b2_3_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292a81341b2_3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g292581b7e23_0_1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4" name="Google Shape;504;g292581b7e23_0_1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5"/>
        <p:cNvGrpSpPr/>
        <p:nvPr/>
      </p:nvGrpSpPr>
      <p:grpSpPr>
        <a:xfrm>
          <a:off x="0" y="0"/>
          <a:ext cx="0" cy="0"/>
          <a:chOff x="0" y="0"/>
          <a:chExt cx="0" cy="0"/>
        </a:xfrm>
      </p:grpSpPr>
      <p:sp>
        <p:nvSpPr>
          <p:cNvPr id="526" name="Google Shape;526;g292581b7e23_0_2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7" name="Google Shape;527;g292581b7e23_0_2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4"/>
        <p:cNvGrpSpPr/>
        <p:nvPr/>
      </p:nvGrpSpPr>
      <p:grpSpPr>
        <a:xfrm>
          <a:off x="0" y="0"/>
          <a:ext cx="0" cy="0"/>
          <a:chOff x="0" y="0"/>
          <a:chExt cx="0" cy="0"/>
        </a:xfrm>
      </p:grpSpPr>
      <p:sp>
        <p:nvSpPr>
          <p:cNvPr id="535" name="Google Shape;535;g292a81341b2_3_4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6" name="Google Shape;536;g292a81341b2_3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7"/>
        <p:cNvGrpSpPr/>
        <p:nvPr/>
      </p:nvGrpSpPr>
      <p:grpSpPr>
        <a:xfrm>
          <a:off x="0" y="0"/>
          <a:ext cx="0" cy="0"/>
          <a:chOff x="0" y="0"/>
          <a:chExt cx="0" cy="0"/>
        </a:xfrm>
      </p:grpSpPr>
      <p:sp>
        <p:nvSpPr>
          <p:cNvPr id="548" name="Google Shape;548;g292581b7e23_0_23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9" name="Google Shape;549;g292581b7e23_0_2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5"/>
        <p:cNvGrpSpPr/>
        <p:nvPr/>
      </p:nvGrpSpPr>
      <p:grpSpPr>
        <a:xfrm>
          <a:off x="0" y="0"/>
          <a:ext cx="0" cy="0"/>
          <a:chOff x="0" y="0"/>
          <a:chExt cx="0" cy="0"/>
        </a:xfrm>
      </p:grpSpPr>
      <p:sp>
        <p:nvSpPr>
          <p:cNvPr id="556" name="Google Shape;556;g292a81341b2_3_5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7" name="Google Shape;557;g292a81341b2_3_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2"/>
        <p:cNvGrpSpPr/>
        <p:nvPr/>
      </p:nvGrpSpPr>
      <p:grpSpPr>
        <a:xfrm>
          <a:off x="0" y="0"/>
          <a:ext cx="0" cy="0"/>
          <a:chOff x="0" y="0"/>
          <a:chExt cx="0" cy="0"/>
        </a:xfrm>
      </p:grpSpPr>
      <p:sp>
        <p:nvSpPr>
          <p:cNvPr id="563" name="Google Shape;563;g292a81341b2_3_7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4" name="Google Shape;564;g292a81341b2_3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7"/>
        <p:cNvGrpSpPr/>
        <p:nvPr/>
      </p:nvGrpSpPr>
      <p:grpSpPr>
        <a:xfrm>
          <a:off x="0" y="0"/>
          <a:ext cx="0" cy="0"/>
          <a:chOff x="0" y="0"/>
          <a:chExt cx="0" cy="0"/>
        </a:xfrm>
      </p:grpSpPr>
      <p:sp>
        <p:nvSpPr>
          <p:cNvPr id="578" name="Google Shape;578;g292a81341b2_3_1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9" name="Google Shape;579;g292a81341b2_3_1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8"/>
        <p:cNvGrpSpPr/>
        <p:nvPr/>
      </p:nvGrpSpPr>
      <p:grpSpPr>
        <a:xfrm>
          <a:off x="0" y="0"/>
          <a:ext cx="0" cy="0"/>
          <a:chOff x="0" y="0"/>
          <a:chExt cx="0" cy="0"/>
        </a:xfrm>
      </p:grpSpPr>
      <p:sp>
        <p:nvSpPr>
          <p:cNvPr id="589" name="Google Shape;589;g292b8f97649_0_3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0" name="Google Shape;590;g292b8f9764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g292b8f97649_1_5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6" name="Google Shape;616;g292b8f97649_1_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0"/>
        <p:cNvGrpSpPr/>
        <p:nvPr/>
      </p:nvGrpSpPr>
      <p:grpSpPr>
        <a:xfrm>
          <a:off x="0" y="0"/>
          <a:ext cx="0" cy="0"/>
          <a:chOff x="0" y="0"/>
          <a:chExt cx="0" cy="0"/>
        </a:xfrm>
      </p:grpSpPr>
      <p:sp>
        <p:nvSpPr>
          <p:cNvPr id="631" name="Google Shape;631;g292b8f97649_1_1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2" name="Google Shape;632;g292b8f97649_1_1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1"/>
        <p:cNvGrpSpPr/>
        <p:nvPr/>
      </p:nvGrpSpPr>
      <p:grpSpPr>
        <a:xfrm>
          <a:off x="0" y="0"/>
          <a:ext cx="0" cy="0"/>
          <a:chOff x="0" y="0"/>
          <a:chExt cx="0" cy="0"/>
        </a:xfrm>
      </p:grpSpPr>
      <p:sp>
        <p:nvSpPr>
          <p:cNvPr id="642" name="Google Shape;642;g292b8f97649_1_15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3" name="Google Shape;643;g292b8f97649_1_1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3"/>
        <p:cNvGrpSpPr/>
        <p:nvPr/>
      </p:nvGrpSpPr>
      <p:grpSpPr>
        <a:xfrm>
          <a:off x="0" y="0"/>
          <a:ext cx="0" cy="0"/>
          <a:chOff x="0" y="0"/>
          <a:chExt cx="0" cy="0"/>
        </a:xfrm>
      </p:grpSpPr>
      <p:sp>
        <p:nvSpPr>
          <p:cNvPr id="654" name="Google Shape;654;g292b8f97649_1_1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5" name="Google Shape;655;g292b8f97649_1_1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5"/>
        <p:cNvGrpSpPr/>
        <p:nvPr/>
      </p:nvGrpSpPr>
      <p:grpSpPr>
        <a:xfrm>
          <a:off x="0" y="0"/>
          <a:ext cx="0" cy="0"/>
          <a:chOff x="0" y="0"/>
          <a:chExt cx="0" cy="0"/>
        </a:xfrm>
      </p:grpSpPr>
      <p:sp>
        <p:nvSpPr>
          <p:cNvPr id="726" name="Google Shape;726;g292b8f97649_1_36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7" name="Google Shape;727;g292b8f97649_1_3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5"/>
        <p:cNvGrpSpPr/>
        <p:nvPr/>
      </p:nvGrpSpPr>
      <p:grpSpPr>
        <a:xfrm>
          <a:off x="0" y="0"/>
          <a:ext cx="0" cy="0"/>
          <a:chOff x="0" y="0"/>
          <a:chExt cx="0" cy="0"/>
        </a:xfrm>
      </p:grpSpPr>
      <p:sp>
        <p:nvSpPr>
          <p:cNvPr id="746" name="Google Shape;746;g292b8f97649_1_4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7" name="Google Shape;747;g292b8f97649_1_4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g292b8f97649_1_4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2" name="Google Shape;772;g292b8f97649_1_4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6"/>
        <p:cNvGrpSpPr/>
        <p:nvPr/>
      </p:nvGrpSpPr>
      <p:grpSpPr>
        <a:xfrm>
          <a:off x="0" y="0"/>
          <a:ext cx="0" cy="0"/>
          <a:chOff x="0" y="0"/>
          <a:chExt cx="0" cy="0"/>
        </a:xfrm>
      </p:grpSpPr>
      <p:sp>
        <p:nvSpPr>
          <p:cNvPr id="777" name="Google Shape;777;g29327bcda4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8" name="Google Shape;778;g29327bcda4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2"/>
        <p:cNvGrpSpPr/>
        <p:nvPr/>
      </p:nvGrpSpPr>
      <p:grpSpPr>
        <a:xfrm>
          <a:off x="0" y="0"/>
          <a:ext cx="0" cy="0"/>
          <a:chOff x="0" y="0"/>
          <a:chExt cx="0" cy="0"/>
        </a:xfrm>
      </p:grpSpPr>
      <p:sp>
        <p:nvSpPr>
          <p:cNvPr id="793" name="Google Shape;793;g29327bcda48_0_8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4" name="Google Shape;794;g29327bcda48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6"/>
        <p:cNvGrpSpPr/>
        <p:nvPr/>
      </p:nvGrpSpPr>
      <p:grpSpPr>
        <a:xfrm>
          <a:off x="0" y="0"/>
          <a:ext cx="0" cy="0"/>
          <a:chOff x="0" y="0"/>
          <a:chExt cx="0" cy="0"/>
        </a:xfrm>
      </p:grpSpPr>
      <p:sp>
        <p:nvSpPr>
          <p:cNvPr id="807" name="Google Shape;807;g2933ed14694_0_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8" name="Google Shape;808;g2933ed14694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3"/>
        <p:cNvGrpSpPr/>
        <p:nvPr/>
      </p:nvGrpSpPr>
      <p:grpSpPr>
        <a:xfrm>
          <a:off x="0" y="0"/>
          <a:ext cx="0" cy="0"/>
          <a:chOff x="0" y="0"/>
          <a:chExt cx="0" cy="0"/>
        </a:xfrm>
      </p:grpSpPr>
      <p:sp>
        <p:nvSpPr>
          <p:cNvPr id="814" name="Google Shape;814;g2933ed14694_0_9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5" name="Google Shape;815;g2933ed14694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3"/>
        <p:cNvGrpSpPr/>
        <p:nvPr/>
      </p:nvGrpSpPr>
      <p:grpSpPr>
        <a:xfrm>
          <a:off x="0" y="0"/>
          <a:ext cx="0" cy="0"/>
          <a:chOff x="0" y="0"/>
          <a:chExt cx="0" cy="0"/>
        </a:xfrm>
      </p:grpSpPr>
      <p:sp>
        <p:nvSpPr>
          <p:cNvPr id="834" name="Google Shape;834;g2933ed14694_0_16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5" name="Google Shape;835;g2933ed14694_0_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2933ed14694_0_2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9" name="Google Shape;859;g2933ed14694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3"/>
        <p:cNvGrpSpPr/>
        <p:nvPr/>
      </p:nvGrpSpPr>
      <p:grpSpPr>
        <a:xfrm>
          <a:off x="0" y="0"/>
          <a:ext cx="0" cy="0"/>
          <a:chOff x="0" y="0"/>
          <a:chExt cx="0" cy="0"/>
        </a:xfrm>
      </p:grpSpPr>
      <p:sp>
        <p:nvSpPr>
          <p:cNvPr id="864" name="Google Shape;864;g2933ed14694_0_23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5" name="Google Shape;865;g2933ed14694_0_2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4"/>
        <p:cNvGrpSpPr/>
        <p:nvPr/>
      </p:nvGrpSpPr>
      <p:grpSpPr>
        <a:xfrm>
          <a:off x="0" y="0"/>
          <a:ext cx="0" cy="0"/>
          <a:chOff x="0" y="0"/>
          <a:chExt cx="0" cy="0"/>
        </a:xfrm>
      </p:grpSpPr>
      <p:sp>
        <p:nvSpPr>
          <p:cNvPr id="875" name="Google Shape;875;g2933ed14694_0_26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6" name="Google Shape;876;g2933ed14694_0_2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2"/>
        <p:cNvGrpSpPr/>
        <p:nvPr/>
      </p:nvGrpSpPr>
      <p:grpSpPr>
        <a:xfrm>
          <a:off x="0" y="0"/>
          <a:ext cx="0" cy="0"/>
          <a:chOff x="0" y="0"/>
          <a:chExt cx="0" cy="0"/>
        </a:xfrm>
      </p:grpSpPr>
      <p:sp>
        <p:nvSpPr>
          <p:cNvPr id="893" name="Google Shape;893;g2933ed14694_0_2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4" name="Google Shape;894;g2933ed14694_0_2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2"/>
        <p:cNvGrpSpPr/>
        <p:nvPr/>
      </p:nvGrpSpPr>
      <p:grpSpPr>
        <a:xfrm>
          <a:off x="0" y="0"/>
          <a:ext cx="0" cy="0"/>
          <a:chOff x="0" y="0"/>
          <a:chExt cx="0" cy="0"/>
        </a:xfrm>
      </p:grpSpPr>
      <p:sp>
        <p:nvSpPr>
          <p:cNvPr id="923" name="Google Shape;923;g292fd234c96_0_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4" name="Google Shape;924;g292fd234c96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p:cNvGrpSpPr/>
        <p:nvPr/>
      </p:nvGrpSpPr>
      <p:grpSpPr>
        <a:xfrm>
          <a:off x="0" y="0"/>
          <a:ext cx="0" cy="0"/>
          <a:chOff x="0" y="0"/>
          <a:chExt cx="0" cy="0"/>
        </a:xfrm>
      </p:grpSpPr>
      <p:sp>
        <p:nvSpPr>
          <p:cNvPr id="946" name="Google Shape;946;g292581b7e23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292581b7e2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0"/>
        <p:cNvGrpSpPr/>
        <p:nvPr/>
      </p:nvGrpSpPr>
      <p:grpSpPr>
        <a:xfrm>
          <a:off x="0" y="0"/>
          <a:ext cx="0" cy="0"/>
          <a:chOff x="0" y="0"/>
          <a:chExt cx="0" cy="0"/>
        </a:xfrm>
      </p:grpSpPr>
      <p:sp>
        <p:nvSpPr>
          <p:cNvPr id="991" name="Google Shape;991;g2933ed14694_0_3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2" name="Google Shape;992;g2933ed14694_0_3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2"/>
        <p:cNvGrpSpPr/>
        <p:nvPr/>
      </p:nvGrpSpPr>
      <p:grpSpPr>
        <a:xfrm>
          <a:off x="0" y="0"/>
          <a:ext cx="0" cy="0"/>
          <a:chOff x="0" y="0"/>
          <a:chExt cx="0" cy="0"/>
        </a:xfrm>
      </p:grpSpPr>
      <p:sp>
        <p:nvSpPr>
          <p:cNvPr id="1003" name="Google Shape;1003;g2933ed14694_0_3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4" name="Google Shape;1004;g2933ed14694_0_3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8.png"/><Relationship Id="rId5" Type="http://schemas.openxmlformats.org/officeDocument/2006/relationships/image" Target="../media/image2.png"/><Relationship Id="rId4" Type="http://schemas.openxmlformats.org/officeDocument/2006/relationships/image" Target="../media/image1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png"/><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png"/><Relationship Id="rId1" Type="http://schemas.openxmlformats.org/officeDocument/2006/relationships/slideMaster" Target="../slideMasters/slideMaster1.xml"/><Relationship Id="rId6" Type="http://schemas.openxmlformats.org/officeDocument/2006/relationships/image" Target="../media/image2.png"/><Relationship Id="rId5" Type="http://schemas.openxmlformats.org/officeDocument/2006/relationships/image" Target="../media/image5.png"/><Relationship Id="rId4"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7.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hyperlink" Target="http://bit.ly/2TtBDfr" TargetMode="External"/><Relationship Id="rId5" Type="http://schemas.openxmlformats.org/officeDocument/2006/relationships/hyperlink" Target="http://bit.ly/2TyoMsr" TargetMode="External"/><Relationship Id="rId4" Type="http://schemas.openxmlformats.org/officeDocument/2006/relationships/hyperlink" Target="https://bit.ly/3A1uf1Q" TargetMode="Externa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0" name="Google Shape;10;p2"/>
          <p:cNvSpPr txBox="1">
            <a:spLocks noGrp="1"/>
          </p:cNvSpPr>
          <p:nvPr>
            <p:ph type="ctrTitle"/>
          </p:nvPr>
        </p:nvSpPr>
        <p:spPr>
          <a:xfrm>
            <a:off x="1234950" y="1398100"/>
            <a:ext cx="6486900" cy="1560600"/>
          </a:xfrm>
          <a:prstGeom prst="rect">
            <a:avLst/>
          </a:prstGeom>
        </p:spPr>
        <p:txBody>
          <a:bodyPr spcFirstLastPara="1" wrap="square" lIns="91425" tIns="91425" rIns="91425" bIns="91425" anchor="b" anchorCtr="0">
            <a:noAutofit/>
          </a:bodyPr>
          <a:lstStyle>
            <a:lvl1pPr lvl="0">
              <a:lnSpc>
                <a:spcPct val="90000"/>
              </a:lnSpc>
              <a:spcBef>
                <a:spcPts val="0"/>
              </a:spcBef>
              <a:spcAft>
                <a:spcPts val="0"/>
              </a:spcAft>
              <a:buClr>
                <a:srgbClr val="191919"/>
              </a:buClr>
              <a:buSzPts val="5200"/>
              <a:buNone/>
              <a:defRPr sz="55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1" name="Google Shape;11;p2"/>
          <p:cNvSpPr txBox="1">
            <a:spLocks noGrp="1"/>
          </p:cNvSpPr>
          <p:nvPr>
            <p:ph type="subTitle" idx="1"/>
          </p:nvPr>
        </p:nvSpPr>
        <p:spPr>
          <a:xfrm>
            <a:off x="4572000" y="3461550"/>
            <a:ext cx="2947500" cy="3900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sz="15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12" name="Google Shape;12;p2"/>
          <p:cNvGrpSpPr/>
          <p:nvPr/>
        </p:nvGrpSpPr>
        <p:grpSpPr>
          <a:xfrm>
            <a:off x="-268674" y="-322162"/>
            <a:ext cx="9371984" cy="3960713"/>
            <a:chOff x="-268674" y="-322162"/>
            <a:chExt cx="9371984" cy="3960713"/>
          </a:xfrm>
        </p:grpSpPr>
        <p:grpSp>
          <p:nvGrpSpPr>
            <p:cNvPr id="13" name="Google Shape;13;p2"/>
            <p:cNvGrpSpPr/>
            <p:nvPr/>
          </p:nvGrpSpPr>
          <p:grpSpPr>
            <a:xfrm>
              <a:off x="225762" y="151638"/>
              <a:ext cx="8692477" cy="1388125"/>
              <a:chOff x="225762" y="151638"/>
              <a:chExt cx="8692477" cy="1388125"/>
            </a:xfrm>
          </p:grpSpPr>
          <p:pic>
            <p:nvPicPr>
              <p:cNvPr id="14" name="Google Shape;14;p2"/>
              <p:cNvPicPr preferRelativeResize="0"/>
              <p:nvPr/>
            </p:nvPicPr>
            <p:blipFill>
              <a:blip r:embed="rId2">
                <a:alphaModFix/>
              </a:blip>
              <a:stretch>
                <a:fillRect/>
              </a:stretch>
            </p:blipFill>
            <p:spPr>
              <a:xfrm rot="10800000">
                <a:off x="6955037" y="151638"/>
                <a:ext cx="1963202" cy="1388125"/>
              </a:xfrm>
              <a:prstGeom prst="rect">
                <a:avLst/>
              </a:prstGeom>
              <a:noFill/>
              <a:ln>
                <a:noFill/>
              </a:ln>
            </p:spPr>
          </p:pic>
          <p:pic>
            <p:nvPicPr>
              <p:cNvPr id="15" name="Google Shape;15;p2"/>
              <p:cNvPicPr preferRelativeResize="0"/>
              <p:nvPr/>
            </p:nvPicPr>
            <p:blipFill>
              <a:blip r:embed="rId2">
                <a:alphaModFix/>
              </a:blip>
              <a:stretch>
                <a:fillRect/>
              </a:stretch>
            </p:blipFill>
            <p:spPr>
              <a:xfrm rot="10800000" flipH="1">
                <a:off x="225762" y="151638"/>
                <a:ext cx="1963202" cy="1388125"/>
              </a:xfrm>
              <a:prstGeom prst="rect">
                <a:avLst/>
              </a:prstGeom>
              <a:noFill/>
              <a:ln>
                <a:noFill/>
              </a:ln>
            </p:spPr>
          </p:pic>
        </p:grpSp>
        <p:pic>
          <p:nvPicPr>
            <p:cNvPr id="16" name="Google Shape;16;p2"/>
            <p:cNvPicPr preferRelativeResize="0"/>
            <p:nvPr/>
          </p:nvPicPr>
          <p:blipFill>
            <a:blip r:embed="rId3">
              <a:alphaModFix/>
            </a:blip>
            <a:stretch>
              <a:fillRect/>
            </a:stretch>
          </p:blipFill>
          <p:spPr>
            <a:xfrm rot="5400000">
              <a:off x="7371875" y="1504250"/>
              <a:ext cx="2700599" cy="506600"/>
            </a:xfrm>
            <a:prstGeom prst="rect">
              <a:avLst/>
            </a:prstGeom>
            <a:noFill/>
            <a:ln>
              <a:noFill/>
            </a:ln>
          </p:spPr>
        </p:pic>
        <p:pic>
          <p:nvPicPr>
            <p:cNvPr id="17" name="Google Shape;17;p2"/>
            <p:cNvPicPr preferRelativeResize="0"/>
            <p:nvPr/>
          </p:nvPicPr>
          <p:blipFill rotWithShape="1">
            <a:blip r:embed="rId4">
              <a:alphaModFix/>
            </a:blip>
            <a:srcRect t="53278"/>
            <a:stretch/>
          </p:blipFill>
          <p:spPr>
            <a:xfrm rot="10800000">
              <a:off x="-268674" y="2723000"/>
              <a:ext cx="1861925" cy="915551"/>
            </a:xfrm>
            <a:prstGeom prst="rect">
              <a:avLst/>
            </a:prstGeom>
            <a:noFill/>
            <a:ln>
              <a:noFill/>
            </a:ln>
          </p:spPr>
        </p:pic>
        <p:pic>
          <p:nvPicPr>
            <p:cNvPr id="18" name="Google Shape;18;p2"/>
            <p:cNvPicPr preferRelativeResize="0"/>
            <p:nvPr/>
          </p:nvPicPr>
          <p:blipFill>
            <a:blip r:embed="rId4">
              <a:alphaModFix/>
            </a:blip>
            <a:stretch>
              <a:fillRect/>
            </a:stretch>
          </p:blipFill>
          <p:spPr>
            <a:xfrm rot="-5400000">
              <a:off x="7192572" y="-370975"/>
              <a:ext cx="1861925" cy="195954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9"/>
        <p:cNvGrpSpPr/>
        <p:nvPr/>
      </p:nvGrpSpPr>
      <p:grpSpPr>
        <a:xfrm>
          <a:off x="0" y="0"/>
          <a:ext cx="0" cy="0"/>
          <a:chOff x="0" y="0"/>
          <a:chExt cx="0" cy="0"/>
        </a:xfrm>
      </p:grpSpPr>
      <p:sp>
        <p:nvSpPr>
          <p:cNvPr id="20" name="Google Shape;20;p3"/>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1" name="Google Shape;21;p3"/>
          <p:cNvSpPr txBox="1">
            <a:spLocks noGrp="1"/>
          </p:cNvSpPr>
          <p:nvPr>
            <p:ph type="title"/>
          </p:nvPr>
        </p:nvSpPr>
        <p:spPr>
          <a:xfrm>
            <a:off x="1902336" y="2352475"/>
            <a:ext cx="5067600" cy="1047000"/>
          </a:xfrm>
          <a:prstGeom prst="rect">
            <a:avLst/>
          </a:prstGeom>
          <a:solidFill>
            <a:schemeClr val="lt1"/>
          </a:solidFill>
        </p:spPr>
        <p:txBody>
          <a:bodyPr spcFirstLastPara="1" wrap="square" lIns="91425" tIns="91425" rIns="91425" bIns="91425" anchor="b" anchorCtr="0">
            <a:noAutofit/>
          </a:bodyPr>
          <a:lstStyle>
            <a:lvl1pPr lvl="0">
              <a:lnSpc>
                <a:spcPct val="115000"/>
              </a:lnSpc>
              <a:spcBef>
                <a:spcPts val="0"/>
              </a:spcBef>
              <a:spcAft>
                <a:spcPts val="0"/>
              </a:spcAft>
              <a:buSzPts val="3600"/>
              <a:buNone/>
              <a:defRPr sz="5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22" name="Google Shape;22;p3"/>
          <p:cNvSpPr txBox="1">
            <a:spLocks noGrp="1"/>
          </p:cNvSpPr>
          <p:nvPr>
            <p:ph type="title" idx="2" hasCustomPrompt="1"/>
          </p:nvPr>
        </p:nvSpPr>
        <p:spPr>
          <a:xfrm>
            <a:off x="2042402" y="1436575"/>
            <a:ext cx="1995000" cy="9159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lnSpc>
                <a:spcPct val="115000"/>
              </a:lnSpc>
              <a:spcBef>
                <a:spcPts val="0"/>
              </a:spcBef>
              <a:spcAft>
                <a:spcPts val="0"/>
              </a:spcAft>
              <a:buClr>
                <a:schemeClr val="lt1"/>
              </a:buClr>
              <a:buSzPts val="6000"/>
              <a:buNone/>
              <a:defRPr sz="6000">
                <a:solidFill>
                  <a:schemeClr val="accent3"/>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23" name="Google Shape;23;p3"/>
          <p:cNvSpPr txBox="1">
            <a:spLocks noGrp="1"/>
          </p:cNvSpPr>
          <p:nvPr>
            <p:ph type="subTitle" idx="1"/>
          </p:nvPr>
        </p:nvSpPr>
        <p:spPr>
          <a:xfrm>
            <a:off x="1902324" y="3344388"/>
            <a:ext cx="5067600" cy="375000"/>
          </a:xfrm>
          <a:prstGeom prst="rect">
            <a:avLst/>
          </a:prstGeom>
          <a:solidFill>
            <a:schemeClr val="lt1"/>
          </a:solidFill>
        </p:spPr>
        <p:txBody>
          <a:bodyPr spcFirstLastPara="1" wrap="square" lIns="91425" tIns="91425" rIns="91425" bIns="91425" anchor="t" anchorCtr="0">
            <a:noAutofit/>
          </a:bodyPr>
          <a:lstStyle>
            <a:lvl1pPr lvl="0" rtl="0">
              <a:spcBef>
                <a:spcPts val="0"/>
              </a:spcBef>
              <a:spcAft>
                <a:spcPts val="0"/>
              </a:spcAft>
              <a:buSzPts val="1400"/>
              <a:buNone/>
              <a:defRPr sz="15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4"/>
        <p:cNvGrpSpPr/>
        <p:nvPr/>
      </p:nvGrpSpPr>
      <p:grpSpPr>
        <a:xfrm>
          <a:off x="0" y="0"/>
          <a:ext cx="0" cy="0"/>
          <a:chOff x="0" y="0"/>
          <a:chExt cx="0" cy="0"/>
        </a:xfrm>
      </p:grpSpPr>
      <p:sp>
        <p:nvSpPr>
          <p:cNvPr id="25" name="Google Shape;25;p4"/>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6" name="Google Shape;26;p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7" name="Google Shape;27;p4"/>
          <p:cNvSpPr txBox="1">
            <a:spLocks noGrp="1"/>
          </p:cNvSpPr>
          <p:nvPr>
            <p:ph type="body" idx="1"/>
          </p:nvPr>
        </p:nvSpPr>
        <p:spPr>
          <a:xfrm>
            <a:off x="720000" y="1063350"/>
            <a:ext cx="7704000" cy="3369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Font typeface="Nunito Light"/>
              <a:buChar char="●"/>
              <a:defRPr sz="1200"/>
            </a:lvl1pPr>
            <a:lvl2pPr marL="914400" lvl="1" indent="-317500" rtl="0">
              <a:lnSpc>
                <a:spcPct val="100000"/>
              </a:lnSpc>
              <a:spcBef>
                <a:spcPts val="0"/>
              </a:spcBef>
              <a:spcAft>
                <a:spcPts val="0"/>
              </a:spcAft>
              <a:buSzPts val="1400"/>
              <a:buFont typeface="Nunito Light"/>
              <a:buChar char="○"/>
              <a:defRPr/>
            </a:lvl2pPr>
            <a:lvl3pPr marL="1371600" lvl="2" indent="-317500" rtl="0">
              <a:lnSpc>
                <a:spcPct val="100000"/>
              </a:lnSpc>
              <a:spcBef>
                <a:spcPts val="0"/>
              </a:spcBef>
              <a:spcAft>
                <a:spcPts val="0"/>
              </a:spcAft>
              <a:buSzPts val="1400"/>
              <a:buFont typeface="Nunito Light"/>
              <a:buChar char="■"/>
              <a:defRPr/>
            </a:lvl3pPr>
            <a:lvl4pPr marL="1828800" lvl="3" indent="-317500" rtl="0">
              <a:lnSpc>
                <a:spcPct val="100000"/>
              </a:lnSpc>
              <a:spcBef>
                <a:spcPts val="0"/>
              </a:spcBef>
              <a:spcAft>
                <a:spcPts val="0"/>
              </a:spcAft>
              <a:buSzPts val="1400"/>
              <a:buFont typeface="Nunito Light"/>
              <a:buChar char="●"/>
              <a:defRPr/>
            </a:lvl4pPr>
            <a:lvl5pPr marL="2286000" lvl="4" indent="-317500" rtl="0">
              <a:lnSpc>
                <a:spcPct val="100000"/>
              </a:lnSpc>
              <a:spcBef>
                <a:spcPts val="0"/>
              </a:spcBef>
              <a:spcAft>
                <a:spcPts val="0"/>
              </a:spcAft>
              <a:buSzPts val="1400"/>
              <a:buFont typeface="Nunito Light"/>
              <a:buChar char="○"/>
              <a:defRPr/>
            </a:lvl5pPr>
            <a:lvl6pPr marL="2743200" lvl="5" indent="-317500" rtl="0">
              <a:lnSpc>
                <a:spcPct val="100000"/>
              </a:lnSpc>
              <a:spcBef>
                <a:spcPts val="0"/>
              </a:spcBef>
              <a:spcAft>
                <a:spcPts val="0"/>
              </a:spcAft>
              <a:buSzPts val="1400"/>
              <a:buFont typeface="Nunito Light"/>
              <a:buChar char="■"/>
              <a:defRPr/>
            </a:lvl6pPr>
            <a:lvl7pPr marL="3200400" lvl="6" indent="-317500" rtl="0">
              <a:lnSpc>
                <a:spcPct val="100000"/>
              </a:lnSpc>
              <a:spcBef>
                <a:spcPts val="0"/>
              </a:spcBef>
              <a:spcAft>
                <a:spcPts val="0"/>
              </a:spcAft>
              <a:buSzPts val="1400"/>
              <a:buFont typeface="Nunito Light"/>
              <a:buChar char="●"/>
              <a:defRPr/>
            </a:lvl7pPr>
            <a:lvl8pPr marL="3657600" lvl="7" indent="-317500" rtl="0">
              <a:lnSpc>
                <a:spcPct val="100000"/>
              </a:lnSpc>
              <a:spcBef>
                <a:spcPts val="0"/>
              </a:spcBef>
              <a:spcAft>
                <a:spcPts val="0"/>
              </a:spcAft>
              <a:buSzPts val="1400"/>
              <a:buFont typeface="Nunito Light"/>
              <a:buChar char="○"/>
              <a:defRPr/>
            </a:lvl8pPr>
            <a:lvl9pPr marL="4114800" lvl="8" indent="-317500" rtl="0">
              <a:lnSpc>
                <a:spcPct val="100000"/>
              </a:lnSpc>
              <a:spcBef>
                <a:spcPts val="0"/>
              </a:spcBef>
              <a:spcAft>
                <a:spcPts val="0"/>
              </a:spcAft>
              <a:buSzPts val="1400"/>
              <a:buFont typeface="Nunito Light"/>
              <a:buChar char="■"/>
              <a:defRPr/>
            </a:lvl9pPr>
          </a:lstStyle>
          <a:p>
            <a:endParaRPr/>
          </a:p>
        </p:txBody>
      </p:sp>
      <p:grpSp>
        <p:nvGrpSpPr>
          <p:cNvPr id="28" name="Google Shape;28;p4"/>
          <p:cNvGrpSpPr/>
          <p:nvPr/>
        </p:nvGrpSpPr>
        <p:grpSpPr>
          <a:xfrm>
            <a:off x="117372" y="1337863"/>
            <a:ext cx="8848827" cy="2467774"/>
            <a:chOff x="117372" y="1337863"/>
            <a:chExt cx="8848827" cy="2467774"/>
          </a:xfrm>
        </p:grpSpPr>
        <p:pic>
          <p:nvPicPr>
            <p:cNvPr id="29" name="Google Shape;29;p4"/>
            <p:cNvPicPr preferRelativeResize="0"/>
            <p:nvPr/>
          </p:nvPicPr>
          <p:blipFill rotWithShape="1">
            <a:blip r:embed="rId2">
              <a:alphaModFix/>
            </a:blip>
            <a:srcRect b="23112"/>
            <a:stretch/>
          </p:blipFill>
          <p:spPr>
            <a:xfrm rot="-5400000">
              <a:off x="7499961" y="2339387"/>
              <a:ext cx="2467751" cy="464725"/>
            </a:xfrm>
            <a:prstGeom prst="rect">
              <a:avLst/>
            </a:prstGeom>
            <a:noFill/>
            <a:ln>
              <a:noFill/>
            </a:ln>
          </p:spPr>
        </p:pic>
        <p:pic>
          <p:nvPicPr>
            <p:cNvPr id="30" name="Google Shape;30;p4"/>
            <p:cNvPicPr preferRelativeResize="0"/>
            <p:nvPr/>
          </p:nvPicPr>
          <p:blipFill>
            <a:blip r:embed="rId3">
              <a:alphaModFix/>
            </a:blip>
            <a:stretch>
              <a:fillRect/>
            </a:stretch>
          </p:blipFill>
          <p:spPr>
            <a:xfrm rot="5400000">
              <a:off x="-885049" y="2340284"/>
              <a:ext cx="2467774" cy="462933"/>
            </a:xfrm>
            <a:prstGeom prst="rect">
              <a:avLst/>
            </a:prstGeom>
            <a:noFill/>
            <a:ln>
              <a:noFill/>
            </a:ln>
          </p:spPr>
        </p:pic>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1"/>
        <p:cNvGrpSpPr/>
        <p:nvPr/>
      </p:nvGrpSpPr>
      <p:grpSpPr>
        <a:xfrm>
          <a:off x="0" y="0"/>
          <a:ext cx="0" cy="0"/>
          <a:chOff x="0" y="0"/>
          <a:chExt cx="0" cy="0"/>
        </a:xfrm>
      </p:grpSpPr>
      <p:sp>
        <p:nvSpPr>
          <p:cNvPr id="32" name="Google Shape;32;p5"/>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33" name="Google Shape;33;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4" name="Google Shape;34;p5"/>
          <p:cNvSpPr txBox="1">
            <a:spLocks noGrp="1"/>
          </p:cNvSpPr>
          <p:nvPr>
            <p:ph type="subTitle" idx="1"/>
          </p:nvPr>
        </p:nvSpPr>
        <p:spPr>
          <a:xfrm>
            <a:off x="5083765" y="2582715"/>
            <a:ext cx="2613300" cy="10368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35" name="Google Shape;35;p5"/>
          <p:cNvSpPr txBox="1">
            <a:spLocks noGrp="1"/>
          </p:cNvSpPr>
          <p:nvPr>
            <p:ph type="subTitle" idx="2"/>
          </p:nvPr>
        </p:nvSpPr>
        <p:spPr>
          <a:xfrm>
            <a:off x="1462395" y="2582715"/>
            <a:ext cx="2613300" cy="10368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36" name="Google Shape;36;p5"/>
          <p:cNvSpPr txBox="1">
            <a:spLocks noGrp="1"/>
          </p:cNvSpPr>
          <p:nvPr>
            <p:ph type="subTitle" idx="3"/>
          </p:nvPr>
        </p:nvSpPr>
        <p:spPr>
          <a:xfrm>
            <a:off x="5083759" y="2247315"/>
            <a:ext cx="26133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7" name="Google Shape;37;p5"/>
          <p:cNvSpPr txBox="1">
            <a:spLocks noGrp="1"/>
          </p:cNvSpPr>
          <p:nvPr>
            <p:ph type="subTitle" idx="4"/>
          </p:nvPr>
        </p:nvSpPr>
        <p:spPr>
          <a:xfrm>
            <a:off x="1462170" y="2247315"/>
            <a:ext cx="26133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38" name="Google Shape;38;p5"/>
          <p:cNvGrpSpPr/>
          <p:nvPr/>
        </p:nvGrpSpPr>
        <p:grpSpPr>
          <a:xfrm>
            <a:off x="203824" y="197287"/>
            <a:ext cx="8755913" cy="4831913"/>
            <a:chOff x="203824" y="197287"/>
            <a:chExt cx="8755913" cy="4831913"/>
          </a:xfrm>
        </p:grpSpPr>
        <p:pic>
          <p:nvPicPr>
            <p:cNvPr id="39" name="Google Shape;39;p5"/>
            <p:cNvPicPr preferRelativeResize="0"/>
            <p:nvPr/>
          </p:nvPicPr>
          <p:blipFill>
            <a:blip r:embed="rId2">
              <a:alphaModFix/>
            </a:blip>
            <a:stretch>
              <a:fillRect/>
            </a:stretch>
          </p:blipFill>
          <p:spPr>
            <a:xfrm rot="-5400000" flipH="1">
              <a:off x="7284074" y="484825"/>
              <a:ext cx="1963202" cy="1388124"/>
            </a:xfrm>
            <a:prstGeom prst="rect">
              <a:avLst/>
            </a:prstGeom>
            <a:noFill/>
            <a:ln>
              <a:noFill/>
            </a:ln>
          </p:spPr>
        </p:pic>
        <p:pic>
          <p:nvPicPr>
            <p:cNvPr id="40" name="Google Shape;40;p5"/>
            <p:cNvPicPr preferRelativeResize="0"/>
            <p:nvPr/>
          </p:nvPicPr>
          <p:blipFill>
            <a:blip r:embed="rId2">
              <a:alphaModFix/>
            </a:blip>
            <a:stretch>
              <a:fillRect/>
            </a:stretch>
          </p:blipFill>
          <p:spPr>
            <a:xfrm>
              <a:off x="203824" y="3641075"/>
              <a:ext cx="1963202" cy="1388124"/>
            </a:xfrm>
            <a:prstGeom prst="rect">
              <a:avLst/>
            </a:prstGeom>
            <a:noFill/>
            <a:ln>
              <a:noFill/>
            </a:ln>
          </p:spPr>
        </p:pic>
      </p:grpSp>
      <p:grpSp>
        <p:nvGrpSpPr>
          <p:cNvPr id="41" name="Google Shape;41;p5"/>
          <p:cNvGrpSpPr/>
          <p:nvPr/>
        </p:nvGrpSpPr>
        <p:grpSpPr>
          <a:xfrm>
            <a:off x="720000" y="146984"/>
            <a:ext cx="8023949" cy="4844116"/>
            <a:chOff x="720000" y="146984"/>
            <a:chExt cx="8023949" cy="4844116"/>
          </a:xfrm>
        </p:grpSpPr>
        <p:pic>
          <p:nvPicPr>
            <p:cNvPr id="42" name="Google Shape;42;p5"/>
            <p:cNvPicPr preferRelativeResize="0"/>
            <p:nvPr/>
          </p:nvPicPr>
          <p:blipFill rotWithShape="1">
            <a:blip r:embed="rId3">
              <a:alphaModFix/>
            </a:blip>
            <a:srcRect b="23436"/>
            <a:stretch/>
          </p:blipFill>
          <p:spPr>
            <a:xfrm>
              <a:off x="720000" y="4457700"/>
              <a:ext cx="3363601" cy="533400"/>
            </a:xfrm>
            <a:prstGeom prst="rect">
              <a:avLst/>
            </a:prstGeom>
            <a:noFill/>
            <a:ln>
              <a:noFill/>
            </a:ln>
          </p:spPr>
        </p:pic>
        <p:pic>
          <p:nvPicPr>
            <p:cNvPr id="43" name="Google Shape;43;p5"/>
            <p:cNvPicPr preferRelativeResize="0"/>
            <p:nvPr/>
          </p:nvPicPr>
          <p:blipFill rotWithShape="1">
            <a:blip r:embed="rId4">
              <a:alphaModFix/>
            </a:blip>
            <a:srcRect t="27541" r="2657"/>
            <a:stretch/>
          </p:blipFill>
          <p:spPr>
            <a:xfrm>
              <a:off x="5245100" y="146984"/>
              <a:ext cx="3498849" cy="533400"/>
            </a:xfrm>
            <a:prstGeom prst="rect">
              <a:avLst/>
            </a:prstGeom>
            <a:noFill/>
            <a:ln>
              <a:noFill/>
            </a:ln>
          </p:spPr>
        </p:pic>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4"/>
        <p:cNvGrpSpPr/>
        <p:nvPr/>
      </p:nvGrpSpPr>
      <p:grpSpPr>
        <a:xfrm>
          <a:off x="0" y="0"/>
          <a:ext cx="0" cy="0"/>
          <a:chOff x="0" y="0"/>
          <a:chExt cx="0" cy="0"/>
        </a:xfrm>
      </p:grpSpPr>
      <p:sp>
        <p:nvSpPr>
          <p:cNvPr id="45" name="Google Shape;45;p6"/>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46" name="Google Shape;46;p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47" name="Google Shape;47;p6"/>
          <p:cNvGrpSpPr/>
          <p:nvPr/>
        </p:nvGrpSpPr>
        <p:grpSpPr>
          <a:xfrm>
            <a:off x="-539705" y="-195092"/>
            <a:ext cx="9784805" cy="5424242"/>
            <a:chOff x="-539705" y="-195092"/>
            <a:chExt cx="9784805" cy="5424242"/>
          </a:xfrm>
        </p:grpSpPr>
        <p:grpSp>
          <p:nvGrpSpPr>
            <p:cNvPr id="48" name="Google Shape;48;p6"/>
            <p:cNvGrpSpPr/>
            <p:nvPr/>
          </p:nvGrpSpPr>
          <p:grpSpPr>
            <a:xfrm rot="899960">
              <a:off x="-340854" y="-99825"/>
              <a:ext cx="955046" cy="1662400"/>
              <a:chOff x="-191200" y="-67425"/>
              <a:chExt cx="955075" cy="1662450"/>
            </a:xfrm>
          </p:grpSpPr>
          <p:cxnSp>
            <p:nvCxnSpPr>
              <p:cNvPr id="49" name="Google Shape;49;p6"/>
              <p:cNvCxnSpPr/>
              <p:nvPr/>
            </p:nvCxnSpPr>
            <p:spPr>
              <a:xfrm flipH="1">
                <a:off x="331275" y="-67425"/>
                <a:ext cx="432600" cy="685200"/>
              </a:xfrm>
              <a:prstGeom prst="straightConnector1">
                <a:avLst/>
              </a:prstGeom>
              <a:noFill/>
              <a:ln w="9525" cap="flat" cmpd="sng">
                <a:solidFill>
                  <a:schemeClr val="dk2"/>
                </a:solidFill>
                <a:prstDash val="solid"/>
                <a:round/>
                <a:headEnd type="none" w="med" len="med"/>
                <a:tailEnd type="oval" w="med" len="med"/>
              </a:ln>
            </p:spPr>
          </p:cxnSp>
          <p:cxnSp>
            <p:nvCxnSpPr>
              <p:cNvPr id="50" name="Google Shape;50;p6"/>
              <p:cNvCxnSpPr/>
              <p:nvPr/>
            </p:nvCxnSpPr>
            <p:spPr>
              <a:xfrm flipH="1">
                <a:off x="-191200" y="247125"/>
                <a:ext cx="865200" cy="1347900"/>
              </a:xfrm>
              <a:prstGeom prst="straightConnector1">
                <a:avLst/>
              </a:prstGeom>
              <a:noFill/>
              <a:ln w="9525" cap="flat" cmpd="sng">
                <a:solidFill>
                  <a:schemeClr val="accent1"/>
                </a:solidFill>
                <a:prstDash val="solid"/>
                <a:round/>
                <a:headEnd type="oval" w="med" len="med"/>
                <a:tailEnd type="none" w="med" len="med"/>
              </a:ln>
            </p:spPr>
          </p:cxnSp>
        </p:grpSp>
        <p:sp>
          <p:nvSpPr>
            <p:cNvPr id="51" name="Google Shape;51;p6"/>
            <p:cNvSpPr/>
            <p:nvPr/>
          </p:nvSpPr>
          <p:spPr>
            <a:xfrm>
              <a:off x="3881150" y="3437425"/>
              <a:ext cx="5363950" cy="1438325"/>
            </a:xfrm>
            <a:custGeom>
              <a:avLst/>
              <a:gdLst/>
              <a:ahLst/>
              <a:cxnLst/>
              <a:rect l="l" t="t" r="r" b="b"/>
              <a:pathLst>
                <a:path w="214558" h="57533" extrusionOk="0">
                  <a:moveTo>
                    <a:pt x="214558" y="0"/>
                  </a:moveTo>
                  <a:lnTo>
                    <a:pt x="192990" y="29881"/>
                  </a:lnTo>
                  <a:lnTo>
                    <a:pt x="192990" y="53696"/>
                  </a:lnTo>
                  <a:lnTo>
                    <a:pt x="172545" y="53696"/>
                  </a:lnTo>
                  <a:lnTo>
                    <a:pt x="170330" y="57533"/>
                  </a:lnTo>
                  <a:lnTo>
                    <a:pt x="143563" y="57533"/>
                  </a:lnTo>
                  <a:lnTo>
                    <a:pt x="140409" y="54379"/>
                  </a:lnTo>
                  <a:lnTo>
                    <a:pt x="99977" y="54379"/>
                  </a:lnTo>
                  <a:lnTo>
                    <a:pt x="0" y="54379"/>
                  </a:lnTo>
                </a:path>
              </a:pathLst>
            </a:custGeom>
            <a:noFill/>
            <a:ln w="9525" cap="flat" cmpd="sng">
              <a:solidFill>
                <a:schemeClr val="dk2"/>
              </a:solidFill>
              <a:prstDash val="solid"/>
              <a:round/>
              <a:headEnd type="none" w="med" len="med"/>
              <a:tailEnd type="oval" w="med" len="med"/>
            </a:ln>
          </p:spPr>
          <p:txBody>
            <a:bodyPr/>
            <a:lstStyle/>
            <a:p>
              <a:endParaRPr lang="en-GB"/>
            </a:p>
          </p:txBody>
        </p:sp>
        <p:sp>
          <p:nvSpPr>
            <p:cNvPr id="52" name="Google Shape;52;p6"/>
            <p:cNvSpPr/>
            <p:nvPr/>
          </p:nvSpPr>
          <p:spPr>
            <a:xfrm>
              <a:off x="3785650" y="4684225"/>
              <a:ext cx="1984050" cy="544925"/>
            </a:xfrm>
            <a:custGeom>
              <a:avLst/>
              <a:gdLst/>
              <a:ahLst/>
              <a:cxnLst/>
              <a:rect l="l" t="t" r="r" b="b"/>
              <a:pathLst>
                <a:path w="79362" h="21797" extrusionOk="0">
                  <a:moveTo>
                    <a:pt x="0" y="21797"/>
                  </a:moveTo>
                  <a:lnTo>
                    <a:pt x="15952" y="2476"/>
                  </a:lnTo>
                  <a:lnTo>
                    <a:pt x="30106" y="2476"/>
                  </a:lnTo>
                  <a:lnTo>
                    <a:pt x="36284" y="8654"/>
                  </a:lnTo>
                  <a:lnTo>
                    <a:pt x="74366" y="8654"/>
                  </a:lnTo>
                  <a:lnTo>
                    <a:pt x="79362" y="0"/>
                  </a:lnTo>
                </a:path>
              </a:pathLst>
            </a:custGeom>
            <a:noFill/>
            <a:ln w="9525" cap="flat" cmpd="sng">
              <a:solidFill>
                <a:schemeClr val="dk2"/>
              </a:solidFill>
              <a:prstDash val="solid"/>
              <a:round/>
              <a:headEnd type="none" w="med" len="med"/>
              <a:tailEnd type="oval" w="med" len="med"/>
            </a:ln>
          </p:spPr>
          <p:txBody>
            <a:bodyPr/>
            <a:lstStyle/>
            <a:p>
              <a:endParaRPr lang="en-GB"/>
            </a:p>
          </p:txBody>
        </p:sp>
        <p:cxnSp>
          <p:nvCxnSpPr>
            <p:cNvPr id="53" name="Google Shape;53;p6"/>
            <p:cNvCxnSpPr/>
            <p:nvPr/>
          </p:nvCxnSpPr>
          <p:spPr>
            <a:xfrm>
              <a:off x="8599175" y="4156375"/>
              <a:ext cx="0" cy="1067100"/>
            </a:xfrm>
            <a:prstGeom prst="straightConnector1">
              <a:avLst/>
            </a:prstGeom>
            <a:noFill/>
            <a:ln w="9525" cap="flat" cmpd="sng">
              <a:solidFill>
                <a:schemeClr val="accent1"/>
              </a:solidFill>
              <a:prstDash val="solid"/>
              <a:round/>
              <a:headEnd type="oval" w="med" len="med"/>
              <a:tailEnd type="none" w="med" len="med"/>
            </a:ln>
          </p:spPr>
        </p:cxnSp>
      </p:grpSp>
      <p:pic>
        <p:nvPicPr>
          <p:cNvPr id="54" name="Google Shape;54;p6"/>
          <p:cNvPicPr preferRelativeResize="0"/>
          <p:nvPr/>
        </p:nvPicPr>
        <p:blipFill>
          <a:blip r:embed="rId2">
            <a:alphaModFix/>
          </a:blip>
          <a:stretch>
            <a:fillRect/>
          </a:stretch>
        </p:blipFill>
        <p:spPr>
          <a:xfrm>
            <a:off x="8024899" y="4658424"/>
            <a:ext cx="456876" cy="24295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55"/>
        <p:cNvGrpSpPr/>
        <p:nvPr/>
      </p:nvGrpSpPr>
      <p:grpSpPr>
        <a:xfrm>
          <a:off x="0" y="0"/>
          <a:ext cx="0" cy="0"/>
          <a:chOff x="0" y="0"/>
          <a:chExt cx="0" cy="0"/>
        </a:xfrm>
      </p:grpSpPr>
      <p:sp>
        <p:nvSpPr>
          <p:cNvPr id="56" name="Google Shape;56;p7"/>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57" name="Google Shape;57;p7"/>
          <p:cNvSpPr txBox="1">
            <a:spLocks noGrp="1"/>
          </p:cNvSpPr>
          <p:nvPr>
            <p:ph type="title"/>
          </p:nvPr>
        </p:nvSpPr>
        <p:spPr>
          <a:xfrm>
            <a:off x="720000" y="794275"/>
            <a:ext cx="4855200" cy="9774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58" name="Google Shape;58;p7"/>
          <p:cNvSpPr txBox="1">
            <a:spLocks noGrp="1"/>
          </p:cNvSpPr>
          <p:nvPr>
            <p:ph type="subTitle" idx="1"/>
          </p:nvPr>
        </p:nvSpPr>
        <p:spPr>
          <a:xfrm>
            <a:off x="720000" y="1986050"/>
            <a:ext cx="4855200" cy="2020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Font typeface="Nunito Light"/>
              <a:buChar char="●"/>
              <a:defRPr/>
            </a:lvl1pPr>
            <a:lvl2pPr lvl="1" algn="ctr" rtl="0">
              <a:lnSpc>
                <a:spcPct val="100000"/>
              </a:lnSpc>
              <a:spcBef>
                <a:spcPts val="0"/>
              </a:spcBef>
              <a:spcAft>
                <a:spcPts val="0"/>
              </a:spcAft>
              <a:buClr>
                <a:srgbClr val="E76A28"/>
              </a:buClr>
              <a:buSzPts val="1600"/>
              <a:buFont typeface="Nunito Light"/>
              <a:buChar char="○"/>
              <a:defRPr/>
            </a:lvl2pPr>
            <a:lvl3pPr lvl="2" algn="ctr" rtl="0">
              <a:lnSpc>
                <a:spcPct val="100000"/>
              </a:lnSpc>
              <a:spcBef>
                <a:spcPts val="0"/>
              </a:spcBef>
              <a:spcAft>
                <a:spcPts val="0"/>
              </a:spcAft>
              <a:buClr>
                <a:srgbClr val="E76A28"/>
              </a:buClr>
              <a:buSzPts val="1500"/>
              <a:buFont typeface="Nunito Light"/>
              <a:buChar char="■"/>
              <a:defRPr/>
            </a:lvl3pPr>
            <a:lvl4pPr lvl="3" algn="ctr" rtl="0">
              <a:lnSpc>
                <a:spcPct val="100000"/>
              </a:lnSpc>
              <a:spcBef>
                <a:spcPts val="0"/>
              </a:spcBef>
              <a:spcAft>
                <a:spcPts val="0"/>
              </a:spcAft>
              <a:buClr>
                <a:srgbClr val="E76A28"/>
              </a:buClr>
              <a:buSzPts val="1500"/>
              <a:buFont typeface="Nunito Light"/>
              <a:buChar char="●"/>
              <a:defRPr/>
            </a:lvl4pPr>
            <a:lvl5pPr lvl="4" algn="ctr" rtl="0">
              <a:lnSpc>
                <a:spcPct val="100000"/>
              </a:lnSpc>
              <a:spcBef>
                <a:spcPts val="0"/>
              </a:spcBef>
              <a:spcAft>
                <a:spcPts val="0"/>
              </a:spcAft>
              <a:buClr>
                <a:srgbClr val="E76A28"/>
              </a:buClr>
              <a:buSzPts val="1400"/>
              <a:buFont typeface="Nunito Light"/>
              <a:buChar char="○"/>
              <a:defRPr/>
            </a:lvl5pPr>
            <a:lvl6pPr lvl="5" algn="ctr" rtl="0">
              <a:lnSpc>
                <a:spcPct val="100000"/>
              </a:lnSpc>
              <a:spcBef>
                <a:spcPts val="0"/>
              </a:spcBef>
              <a:spcAft>
                <a:spcPts val="0"/>
              </a:spcAft>
              <a:buClr>
                <a:srgbClr val="999999"/>
              </a:buClr>
              <a:buSzPts val="1400"/>
              <a:buFont typeface="Nunito Light"/>
              <a:buChar char="■"/>
              <a:defRPr/>
            </a:lvl6pPr>
            <a:lvl7pPr lvl="6" algn="ctr" rtl="0">
              <a:lnSpc>
                <a:spcPct val="100000"/>
              </a:lnSpc>
              <a:spcBef>
                <a:spcPts val="0"/>
              </a:spcBef>
              <a:spcAft>
                <a:spcPts val="0"/>
              </a:spcAft>
              <a:buClr>
                <a:srgbClr val="999999"/>
              </a:buClr>
              <a:buSzPts val="1300"/>
              <a:buFont typeface="Nunito Light"/>
              <a:buChar char="●"/>
              <a:defRPr/>
            </a:lvl7pPr>
            <a:lvl8pPr lvl="7" algn="ctr" rtl="0">
              <a:lnSpc>
                <a:spcPct val="100000"/>
              </a:lnSpc>
              <a:spcBef>
                <a:spcPts val="0"/>
              </a:spcBef>
              <a:spcAft>
                <a:spcPts val="0"/>
              </a:spcAft>
              <a:buClr>
                <a:srgbClr val="999999"/>
              </a:buClr>
              <a:buSzPts val="1300"/>
              <a:buFont typeface="Nunito Light"/>
              <a:buChar char="○"/>
              <a:defRPr/>
            </a:lvl8pPr>
            <a:lvl9pPr lvl="8" algn="ctr" rtl="0">
              <a:lnSpc>
                <a:spcPct val="100000"/>
              </a:lnSpc>
              <a:spcBef>
                <a:spcPts val="0"/>
              </a:spcBef>
              <a:spcAft>
                <a:spcPts val="0"/>
              </a:spcAft>
              <a:buClr>
                <a:srgbClr val="999999"/>
              </a:buClr>
              <a:buSzPts val="1400"/>
              <a:buFont typeface="Nunito Light"/>
              <a:buChar char="■"/>
              <a:defRPr/>
            </a:lvl9pPr>
          </a:lstStyle>
          <a:p>
            <a:endParaRPr/>
          </a:p>
        </p:txBody>
      </p:sp>
      <p:grpSp>
        <p:nvGrpSpPr>
          <p:cNvPr id="59" name="Google Shape;59;p7"/>
          <p:cNvGrpSpPr/>
          <p:nvPr/>
        </p:nvGrpSpPr>
        <p:grpSpPr>
          <a:xfrm>
            <a:off x="182702" y="-234952"/>
            <a:ext cx="9024798" cy="5339105"/>
            <a:chOff x="182702" y="-234952"/>
            <a:chExt cx="9024798" cy="5339105"/>
          </a:xfrm>
        </p:grpSpPr>
        <p:pic>
          <p:nvPicPr>
            <p:cNvPr id="60" name="Google Shape;60;p7"/>
            <p:cNvPicPr preferRelativeResize="0"/>
            <p:nvPr/>
          </p:nvPicPr>
          <p:blipFill>
            <a:blip r:embed="rId2">
              <a:alphaModFix/>
            </a:blip>
            <a:stretch>
              <a:fillRect/>
            </a:stretch>
          </p:blipFill>
          <p:spPr>
            <a:xfrm rot="-5400000">
              <a:off x="7298613" y="-283715"/>
              <a:ext cx="1860124" cy="1957650"/>
            </a:xfrm>
            <a:prstGeom prst="rect">
              <a:avLst/>
            </a:prstGeom>
            <a:noFill/>
            <a:ln>
              <a:noFill/>
            </a:ln>
          </p:spPr>
        </p:pic>
        <p:grpSp>
          <p:nvGrpSpPr>
            <p:cNvPr id="61" name="Google Shape;61;p7"/>
            <p:cNvGrpSpPr/>
            <p:nvPr/>
          </p:nvGrpSpPr>
          <p:grpSpPr>
            <a:xfrm>
              <a:off x="182702" y="4549372"/>
              <a:ext cx="1318665" cy="554781"/>
              <a:chOff x="184150" y="4403675"/>
              <a:chExt cx="1412300" cy="594175"/>
            </a:xfrm>
          </p:grpSpPr>
          <p:pic>
            <p:nvPicPr>
              <p:cNvPr id="62" name="Google Shape;62;p7"/>
              <p:cNvPicPr preferRelativeResize="0"/>
              <p:nvPr/>
            </p:nvPicPr>
            <p:blipFill rotWithShape="1">
              <a:blip r:embed="rId3">
                <a:alphaModFix/>
              </a:blip>
              <a:srcRect r="51777"/>
              <a:stretch/>
            </p:blipFill>
            <p:spPr>
              <a:xfrm rot="10800000">
                <a:off x="184150" y="4534925"/>
                <a:ext cx="1190051" cy="462925"/>
              </a:xfrm>
              <a:prstGeom prst="rect">
                <a:avLst/>
              </a:prstGeom>
              <a:noFill/>
              <a:ln>
                <a:noFill/>
              </a:ln>
            </p:spPr>
          </p:pic>
          <p:pic>
            <p:nvPicPr>
              <p:cNvPr id="63" name="Google Shape;63;p7"/>
              <p:cNvPicPr preferRelativeResize="0"/>
              <p:nvPr/>
            </p:nvPicPr>
            <p:blipFill rotWithShape="1">
              <a:blip r:embed="rId3">
                <a:alphaModFix/>
              </a:blip>
              <a:srcRect t="-2240" r="42772" b="2230"/>
              <a:stretch/>
            </p:blipFill>
            <p:spPr>
              <a:xfrm rot="10800000">
                <a:off x="184151" y="4403675"/>
                <a:ext cx="1412299" cy="462950"/>
              </a:xfrm>
              <a:prstGeom prst="rect">
                <a:avLst/>
              </a:prstGeom>
              <a:noFill/>
              <a:ln>
                <a:noFill/>
              </a:ln>
            </p:spPr>
          </p:pic>
        </p:grpSp>
      </p:grpSp>
      <p:pic>
        <p:nvPicPr>
          <p:cNvPr id="64" name="Google Shape;64;p7"/>
          <p:cNvPicPr preferRelativeResize="0"/>
          <p:nvPr/>
        </p:nvPicPr>
        <p:blipFill rotWithShape="1">
          <a:blip r:embed="rId4">
            <a:alphaModFix/>
          </a:blip>
          <a:srcRect l="1942" b="8692"/>
          <a:stretch/>
        </p:blipFill>
        <p:spPr>
          <a:xfrm flipH="1">
            <a:off x="5295899" y="3831200"/>
            <a:ext cx="3854451" cy="13123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65"/>
        <p:cNvGrpSpPr/>
        <p:nvPr/>
      </p:nvGrpSpPr>
      <p:grpSpPr>
        <a:xfrm>
          <a:off x="0" y="0"/>
          <a:ext cx="0" cy="0"/>
          <a:chOff x="0" y="0"/>
          <a:chExt cx="0" cy="0"/>
        </a:xfrm>
      </p:grpSpPr>
      <p:sp>
        <p:nvSpPr>
          <p:cNvPr id="66" name="Google Shape;66;p8"/>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nvGrpSpPr>
          <p:cNvPr id="67" name="Google Shape;67;p8"/>
          <p:cNvGrpSpPr/>
          <p:nvPr/>
        </p:nvGrpSpPr>
        <p:grpSpPr>
          <a:xfrm>
            <a:off x="182700" y="151649"/>
            <a:ext cx="8778600" cy="4853775"/>
            <a:chOff x="182700" y="151649"/>
            <a:chExt cx="8778600" cy="4853775"/>
          </a:xfrm>
        </p:grpSpPr>
        <p:pic>
          <p:nvPicPr>
            <p:cNvPr id="68" name="Google Shape;68;p8"/>
            <p:cNvPicPr preferRelativeResize="0"/>
            <p:nvPr/>
          </p:nvPicPr>
          <p:blipFill>
            <a:blip r:embed="rId2">
              <a:alphaModFix/>
            </a:blip>
            <a:stretch>
              <a:fillRect/>
            </a:stretch>
          </p:blipFill>
          <p:spPr>
            <a:xfrm>
              <a:off x="7232175" y="4603999"/>
              <a:ext cx="1729125" cy="401425"/>
            </a:xfrm>
            <a:prstGeom prst="rect">
              <a:avLst/>
            </a:prstGeom>
            <a:noFill/>
            <a:ln>
              <a:noFill/>
            </a:ln>
          </p:spPr>
        </p:pic>
        <p:pic>
          <p:nvPicPr>
            <p:cNvPr id="69" name="Google Shape;69;p8"/>
            <p:cNvPicPr preferRelativeResize="0"/>
            <p:nvPr/>
          </p:nvPicPr>
          <p:blipFill>
            <a:blip r:embed="rId2">
              <a:alphaModFix/>
            </a:blip>
            <a:stretch>
              <a:fillRect/>
            </a:stretch>
          </p:blipFill>
          <p:spPr>
            <a:xfrm>
              <a:off x="182700" y="151649"/>
              <a:ext cx="1729125" cy="401425"/>
            </a:xfrm>
            <a:prstGeom prst="rect">
              <a:avLst/>
            </a:prstGeom>
            <a:noFill/>
            <a:ln>
              <a:noFill/>
            </a:ln>
          </p:spPr>
        </p:pic>
      </p:grpSp>
      <p:sp>
        <p:nvSpPr>
          <p:cNvPr id="70" name="Google Shape;70;p8"/>
          <p:cNvSpPr txBox="1">
            <a:spLocks noGrp="1"/>
          </p:cNvSpPr>
          <p:nvPr>
            <p:ph type="title"/>
          </p:nvPr>
        </p:nvSpPr>
        <p:spPr>
          <a:xfrm>
            <a:off x="2298600" y="1619250"/>
            <a:ext cx="4546800" cy="1849500"/>
          </a:xfrm>
          <a:prstGeom prst="rect">
            <a:avLst/>
          </a:prstGeom>
          <a:solidFill>
            <a:schemeClr val="lt1"/>
          </a:solidFill>
        </p:spPr>
        <p:txBody>
          <a:bodyPr spcFirstLastPara="1" wrap="square" lIns="91425" tIns="91425" rIns="91425" bIns="91425" anchor="ctr" anchorCtr="0">
            <a:noAutofit/>
          </a:bodyPr>
          <a:lstStyle>
            <a:lvl1pPr lvl="0" algn="ctr">
              <a:lnSpc>
                <a:spcPct val="80000"/>
              </a:lnSpc>
              <a:spcBef>
                <a:spcPts val="0"/>
              </a:spcBef>
              <a:spcAft>
                <a:spcPts val="0"/>
              </a:spcAft>
              <a:buSzPts val="4800"/>
              <a:buNone/>
              <a:defRPr sz="5000">
                <a:solidFill>
                  <a:schemeClr val="accent2"/>
                </a:solidFill>
              </a:defRPr>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1"/>
        <p:cNvGrpSpPr/>
        <p:nvPr/>
      </p:nvGrpSpPr>
      <p:grpSpPr>
        <a:xfrm>
          <a:off x="0" y="0"/>
          <a:ext cx="0" cy="0"/>
          <a:chOff x="0" y="0"/>
          <a:chExt cx="0" cy="0"/>
        </a:xfrm>
      </p:grpSpPr>
      <p:sp>
        <p:nvSpPr>
          <p:cNvPr id="72" name="Google Shape;72;p9"/>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3" name="Google Shape;73;p9"/>
          <p:cNvSpPr txBox="1">
            <a:spLocks noGrp="1"/>
          </p:cNvSpPr>
          <p:nvPr>
            <p:ph type="title"/>
          </p:nvPr>
        </p:nvSpPr>
        <p:spPr>
          <a:xfrm>
            <a:off x="2135550" y="1522704"/>
            <a:ext cx="4872900" cy="1501800"/>
          </a:xfrm>
          <a:prstGeom prst="rect">
            <a:avLst/>
          </a:prstGeom>
        </p:spPr>
        <p:txBody>
          <a:bodyPr spcFirstLastPara="1" wrap="square" lIns="91425" tIns="91425" rIns="91425" bIns="91425" anchor="b" anchorCtr="0">
            <a:noAutofit/>
          </a:bodyPr>
          <a:lstStyle>
            <a:lvl1pPr lvl="0" algn="ctr" rtl="0">
              <a:lnSpc>
                <a:spcPct val="115000"/>
              </a:lnSpc>
              <a:spcBef>
                <a:spcPts val="0"/>
              </a:spcBef>
              <a:spcAft>
                <a:spcPts val="0"/>
              </a:spcAft>
              <a:buSzPts val="2800"/>
              <a:buNone/>
              <a:defRPr sz="86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74" name="Google Shape;74;p9"/>
          <p:cNvSpPr txBox="1">
            <a:spLocks noGrp="1"/>
          </p:cNvSpPr>
          <p:nvPr>
            <p:ph type="subTitle" idx="1"/>
          </p:nvPr>
        </p:nvSpPr>
        <p:spPr>
          <a:xfrm>
            <a:off x="2135550" y="2842638"/>
            <a:ext cx="4872900" cy="671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400"/>
              <a:buNone/>
              <a:defRPr sz="15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5"/>
        <p:cNvGrpSpPr/>
        <p:nvPr/>
      </p:nvGrpSpPr>
      <p:grpSpPr>
        <a:xfrm>
          <a:off x="0" y="0"/>
          <a:ext cx="0" cy="0"/>
          <a:chOff x="0" y="0"/>
          <a:chExt cx="0" cy="0"/>
        </a:xfrm>
      </p:grpSpPr>
      <p:sp>
        <p:nvSpPr>
          <p:cNvPr id="76" name="Google Shape;76;p10"/>
          <p:cNvSpPr>
            <a:spLocks noGrp="1"/>
          </p:cNvSpPr>
          <p:nvPr>
            <p:ph type="pic" idx="2"/>
          </p:nvPr>
        </p:nvSpPr>
        <p:spPr>
          <a:xfrm>
            <a:off x="-25" y="-13725"/>
            <a:ext cx="9144000" cy="5157300"/>
          </a:xfrm>
          <a:prstGeom prst="rect">
            <a:avLst/>
          </a:prstGeom>
          <a:noFill/>
          <a:ln>
            <a:noFill/>
          </a:ln>
        </p:spPr>
        <p:txBody>
          <a:bodyPr/>
          <a:lstStyle/>
          <a:p>
            <a:endParaRPr lang="en-GB"/>
          </a:p>
        </p:txBody>
      </p:sp>
      <p:sp>
        <p:nvSpPr>
          <p:cNvPr id="77" name="Google Shape;77;p10"/>
          <p:cNvSpPr txBox="1">
            <a:spLocks noGrp="1"/>
          </p:cNvSpPr>
          <p:nvPr>
            <p:ph type="title"/>
          </p:nvPr>
        </p:nvSpPr>
        <p:spPr>
          <a:xfrm>
            <a:off x="720000" y="539500"/>
            <a:ext cx="3159900" cy="794100"/>
          </a:xfrm>
          <a:prstGeom prst="rect">
            <a:avLst/>
          </a:prstGeom>
          <a:solidFill>
            <a:schemeClr val="accent3"/>
          </a:solidFill>
        </p:spPr>
        <p:txBody>
          <a:bodyPr spcFirstLastPara="1" wrap="square" lIns="91425" tIns="91425" rIns="91425" bIns="91425" anchor="t" anchorCtr="0">
            <a:noAutofit/>
          </a:bodyPr>
          <a:lstStyle>
            <a:lvl1pPr lvl="0" rtl="0">
              <a:spcBef>
                <a:spcPts val="0"/>
              </a:spcBef>
              <a:spcAft>
                <a:spcPts val="0"/>
              </a:spcAft>
              <a:buSzPts val="2800"/>
              <a:buNone/>
              <a:defRPr sz="2000">
                <a:solidFill>
                  <a:schemeClr val="lt1"/>
                </a:solidFill>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78"/>
        <p:cNvGrpSpPr/>
        <p:nvPr/>
      </p:nvGrpSpPr>
      <p:grpSpPr>
        <a:xfrm>
          <a:off x="0" y="0"/>
          <a:ext cx="0" cy="0"/>
          <a:chOff x="0" y="0"/>
          <a:chExt cx="0" cy="0"/>
        </a:xfrm>
      </p:grpSpPr>
      <p:sp>
        <p:nvSpPr>
          <p:cNvPr id="79" name="Google Shape;79;p11"/>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80" name="Google Shape;80;p11"/>
          <p:cNvSpPr txBox="1">
            <a:spLocks noGrp="1"/>
          </p:cNvSpPr>
          <p:nvPr>
            <p:ph type="title" hasCustomPrompt="1"/>
          </p:nvPr>
        </p:nvSpPr>
        <p:spPr>
          <a:xfrm>
            <a:off x="1826675" y="1685025"/>
            <a:ext cx="5493000" cy="14772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b" anchorCtr="0">
            <a:noAutofit/>
          </a:bodyPr>
          <a:lstStyle>
            <a:lvl1pPr lvl="0" algn="ctr">
              <a:spcBef>
                <a:spcPts val="0"/>
              </a:spcBef>
              <a:spcAft>
                <a:spcPts val="0"/>
              </a:spcAft>
              <a:buSzPts val="9600"/>
              <a:buNone/>
              <a:defRPr sz="7400">
                <a:solidFill>
                  <a:schemeClr val="accent3"/>
                </a:solidFill>
              </a:defRPr>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81" name="Google Shape;81;p11"/>
          <p:cNvSpPr txBox="1">
            <a:spLocks noGrp="1"/>
          </p:cNvSpPr>
          <p:nvPr>
            <p:ph type="subTitle" idx="1"/>
          </p:nvPr>
        </p:nvSpPr>
        <p:spPr>
          <a:xfrm>
            <a:off x="1826525" y="3238775"/>
            <a:ext cx="5493000" cy="497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82"/>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83"/>
        <p:cNvGrpSpPr/>
        <p:nvPr/>
      </p:nvGrpSpPr>
      <p:grpSpPr>
        <a:xfrm>
          <a:off x="0" y="0"/>
          <a:ext cx="0" cy="0"/>
          <a:chOff x="0" y="0"/>
          <a:chExt cx="0" cy="0"/>
        </a:xfrm>
      </p:grpSpPr>
      <p:sp>
        <p:nvSpPr>
          <p:cNvPr id="84" name="Google Shape;84;p13"/>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85" name="Google Shape;85;p1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6" name="Google Shape;86;p13"/>
          <p:cNvSpPr txBox="1">
            <a:spLocks noGrp="1"/>
          </p:cNvSpPr>
          <p:nvPr>
            <p:ph type="subTitle" idx="1"/>
          </p:nvPr>
        </p:nvSpPr>
        <p:spPr>
          <a:xfrm>
            <a:off x="720000" y="2209200"/>
            <a:ext cx="28383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7" name="Google Shape;87;p13"/>
          <p:cNvSpPr txBox="1">
            <a:spLocks noGrp="1"/>
          </p:cNvSpPr>
          <p:nvPr>
            <p:ph type="subTitle" idx="2"/>
          </p:nvPr>
        </p:nvSpPr>
        <p:spPr>
          <a:xfrm>
            <a:off x="4214900" y="2209200"/>
            <a:ext cx="28383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8" name="Google Shape;88;p13"/>
          <p:cNvSpPr txBox="1">
            <a:spLocks noGrp="1"/>
          </p:cNvSpPr>
          <p:nvPr>
            <p:ph type="subTitle" idx="3"/>
          </p:nvPr>
        </p:nvSpPr>
        <p:spPr>
          <a:xfrm>
            <a:off x="720000" y="3942375"/>
            <a:ext cx="28383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9" name="Google Shape;89;p13"/>
          <p:cNvSpPr txBox="1">
            <a:spLocks noGrp="1"/>
          </p:cNvSpPr>
          <p:nvPr>
            <p:ph type="subTitle" idx="4"/>
          </p:nvPr>
        </p:nvSpPr>
        <p:spPr>
          <a:xfrm>
            <a:off x="4214900" y="3942375"/>
            <a:ext cx="28383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90" name="Google Shape;90;p13"/>
          <p:cNvSpPr txBox="1">
            <a:spLocks noGrp="1"/>
          </p:cNvSpPr>
          <p:nvPr>
            <p:ph type="title" idx="5" hasCustomPrompt="1"/>
          </p:nvPr>
        </p:nvSpPr>
        <p:spPr>
          <a:xfrm>
            <a:off x="821600" y="1332025"/>
            <a:ext cx="904800" cy="447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sz="2400">
                <a:solidFill>
                  <a:schemeClr val="accent3"/>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1" name="Google Shape;91;p13"/>
          <p:cNvSpPr txBox="1">
            <a:spLocks noGrp="1"/>
          </p:cNvSpPr>
          <p:nvPr>
            <p:ph type="title" idx="6" hasCustomPrompt="1"/>
          </p:nvPr>
        </p:nvSpPr>
        <p:spPr>
          <a:xfrm>
            <a:off x="821600" y="3064618"/>
            <a:ext cx="904800" cy="447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sz="2400">
                <a:solidFill>
                  <a:schemeClr val="accent3"/>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2" name="Google Shape;92;p13"/>
          <p:cNvSpPr txBox="1">
            <a:spLocks noGrp="1"/>
          </p:cNvSpPr>
          <p:nvPr>
            <p:ph type="title" idx="7" hasCustomPrompt="1"/>
          </p:nvPr>
        </p:nvSpPr>
        <p:spPr>
          <a:xfrm>
            <a:off x="4316491" y="1332025"/>
            <a:ext cx="904800" cy="447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sz="2400">
                <a:solidFill>
                  <a:schemeClr val="accent3"/>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3" name="Google Shape;93;p13"/>
          <p:cNvSpPr txBox="1">
            <a:spLocks noGrp="1"/>
          </p:cNvSpPr>
          <p:nvPr>
            <p:ph type="title" idx="8" hasCustomPrompt="1"/>
          </p:nvPr>
        </p:nvSpPr>
        <p:spPr>
          <a:xfrm>
            <a:off x="4316491" y="3064618"/>
            <a:ext cx="904800" cy="447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sz="2400">
                <a:solidFill>
                  <a:schemeClr val="accent3"/>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4" name="Google Shape;94;p13"/>
          <p:cNvSpPr txBox="1">
            <a:spLocks noGrp="1"/>
          </p:cNvSpPr>
          <p:nvPr>
            <p:ph type="subTitle" idx="9"/>
          </p:nvPr>
        </p:nvSpPr>
        <p:spPr>
          <a:xfrm>
            <a:off x="720000" y="1801116"/>
            <a:ext cx="28383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95" name="Google Shape;95;p13"/>
          <p:cNvSpPr txBox="1">
            <a:spLocks noGrp="1"/>
          </p:cNvSpPr>
          <p:nvPr>
            <p:ph type="subTitle" idx="13"/>
          </p:nvPr>
        </p:nvSpPr>
        <p:spPr>
          <a:xfrm>
            <a:off x="4214891" y="1801116"/>
            <a:ext cx="28383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96" name="Google Shape;96;p13"/>
          <p:cNvSpPr txBox="1">
            <a:spLocks noGrp="1"/>
          </p:cNvSpPr>
          <p:nvPr>
            <p:ph type="subTitle" idx="14"/>
          </p:nvPr>
        </p:nvSpPr>
        <p:spPr>
          <a:xfrm>
            <a:off x="720000" y="3533776"/>
            <a:ext cx="28383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97" name="Google Shape;97;p13"/>
          <p:cNvSpPr txBox="1">
            <a:spLocks noGrp="1"/>
          </p:cNvSpPr>
          <p:nvPr>
            <p:ph type="subTitle" idx="15"/>
          </p:nvPr>
        </p:nvSpPr>
        <p:spPr>
          <a:xfrm>
            <a:off x="4214891" y="3533776"/>
            <a:ext cx="28383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98" name="Google Shape;98;p13"/>
          <p:cNvGrpSpPr/>
          <p:nvPr/>
        </p:nvGrpSpPr>
        <p:grpSpPr>
          <a:xfrm>
            <a:off x="875350" y="127038"/>
            <a:ext cx="8033701" cy="4846535"/>
            <a:chOff x="875350" y="127038"/>
            <a:chExt cx="8033701" cy="4846535"/>
          </a:xfrm>
        </p:grpSpPr>
        <p:pic>
          <p:nvPicPr>
            <p:cNvPr id="99" name="Google Shape;99;p13"/>
            <p:cNvPicPr preferRelativeResize="0"/>
            <p:nvPr/>
          </p:nvPicPr>
          <p:blipFill>
            <a:blip r:embed="rId2">
              <a:alphaModFix/>
            </a:blip>
            <a:stretch>
              <a:fillRect/>
            </a:stretch>
          </p:blipFill>
          <p:spPr>
            <a:xfrm>
              <a:off x="7262350" y="4591273"/>
              <a:ext cx="1646700" cy="382300"/>
            </a:xfrm>
            <a:prstGeom prst="rect">
              <a:avLst/>
            </a:prstGeom>
            <a:noFill/>
            <a:ln>
              <a:noFill/>
            </a:ln>
          </p:spPr>
        </p:pic>
        <p:pic>
          <p:nvPicPr>
            <p:cNvPr id="100" name="Google Shape;100;p13"/>
            <p:cNvPicPr preferRelativeResize="0"/>
            <p:nvPr/>
          </p:nvPicPr>
          <p:blipFill>
            <a:blip r:embed="rId2">
              <a:alphaModFix/>
            </a:blip>
            <a:stretch>
              <a:fillRect/>
            </a:stretch>
          </p:blipFill>
          <p:spPr>
            <a:xfrm rot="10800000">
              <a:off x="875350" y="127038"/>
              <a:ext cx="797312" cy="185100"/>
            </a:xfrm>
            <a:prstGeom prst="rect">
              <a:avLst/>
            </a:prstGeom>
            <a:noFill/>
            <a:ln>
              <a:noFill/>
            </a:ln>
          </p:spPr>
        </p:pic>
      </p:grpSp>
      <p:grpSp>
        <p:nvGrpSpPr>
          <p:cNvPr id="101" name="Google Shape;101;p13"/>
          <p:cNvGrpSpPr/>
          <p:nvPr/>
        </p:nvGrpSpPr>
        <p:grpSpPr>
          <a:xfrm>
            <a:off x="-989124" y="-114101"/>
            <a:ext cx="9926867" cy="5390476"/>
            <a:chOff x="-989124" y="-114101"/>
            <a:chExt cx="9926867" cy="5390476"/>
          </a:xfrm>
        </p:grpSpPr>
        <p:pic>
          <p:nvPicPr>
            <p:cNvPr id="102" name="Google Shape;102;p13"/>
            <p:cNvPicPr preferRelativeResize="0"/>
            <p:nvPr/>
          </p:nvPicPr>
          <p:blipFill>
            <a:blip r:embed="rId3">
              <a:alphaModFix/>
            </a:blip>
            <a:stretch>
              <a:fillRect/>
            </a:stretch>
          </p:blipFill>
          <p:spPr>
            <a:xfrm rot="-5400000" flipH="1">
              <a:off x="7472389" y="3811021"/>
              <a:ext cx="2467774" cy="462933"/>
            </a:xfrm>
            <a:prstGeom prst="rect">
              <a:avLst/>
            </a:prstGeom>
            <a:noFill/>
            <a:ln>
              <a:noFill/>
            </a:ln>
          </p:spPr>
        </p:pic>
        <p:pic>
          <p:nvPicPr>
            <p:cNvPr id="103" name="Google Shape;103;p13"/>
            <p:cNvPicPr preferRelativeResize="0"/>
            <p:nvPr/>
          </p:nvPicPr>
          <p:blipFill>
            <a:blip r:embed="rId4">
              <a:alphaModFix/>
            </a:blip>
            <a:stretch>
              <a:fillRect/>
            </a:stretch>
          </p:blipFill>
          <p:spPr>
            <a:xfrm flipH="1">
              <a:off x="-989124" y="-114101"/>
              <a:ext cx="2123360" cy="667375"/>
            </a:xfrm>
            <a:prstGeom prst="rect">
              <a:avLst/>
            </a:prstGeom>
            <a:noFill/>
            <a:ln>
              <a:noFill/>
            </a:ln>
          </p:spPr>
        </p:pic>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1" name="Shape 104"/>
        <p:cNvGrpSpPr/>
        <p:nvPr/>
      </p:nvGrpSpPr>
      <p:grpSpPr>
        <a:xfrm>
          <a:off x="0" y="0"/>
          <a:ext cx="0" cy="0"/>
          <a:chOff x="0" y="0"/>
          <a:chExt cx="0" cy="0"/>
        </a:xfrm>
      </p:grpSpPr>
      <p:sp>
        <p:nvSpPr>
          <p:cNvPr id="105" name="Google Shape;105;p14"/>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06" name="Google Shape;106;p14"/>
          <p:cNvSpPr txBox="1">
            <a:spLocks noGrp="1"/>
          </p:cNvSpPr>
          <p:nvPr>
            <p:ph type="title"/>
          </p:nvPr>
        </p:nvSpPr>
        <p:spPr>
          <a:xfrm>
            <a:off x="2133775" y="3054750"/>
            <a:ext cx="6297000" cy="661800"/>
          </a:xfrm>
          <a:prstGeom prst="rect">
            <a:avLst/>
          </a:prstGeom>
        </p:spPr>
        <p:txBody>
          <a:bodyPr spcFirstLastPara="1" wrap="square" lIns="91425" tIns="91425" rIns="91425" bIns="91425" anchor="t" anchorCtr="0">
            <a:noAutofit/>
          </a:bodyPr>
          <a:lstStyle>
            <a:lvl1pPr lvl="0" algn="r" rtl="0">
              <a:lnSpc>
                <a:spcPct val="115000"/>
              </a:lnSpc>
              <a:spcBef>
                <a:spcPts val="0"/>
              </a:spcBef>
              <a:spcAft>
                <a:spcPts val="0"/>
              </a:spcAft>
              <a:buSzPts val="3000"/>
              <a:buNone/>
              <a:defRPr/>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107" name="Google Shape;107;p14"/>
          <p:cNvSpPr txBox="1">
            <a:spLocks noGrp="1"/>
          </p:cNvSpPr>
          <p:nvPr>
            <p:ph type="subTitle" idx="1"/>
          </p:nvPr>
        </p:nvSpPr>
        <p:spPr>
          <a:xfrm>
            <a:off x="2133600" y="1426950"/>
            <a:ext cx="6297000" cy="16278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000"/>
              <a:buNone/>
              <a:defRPr sz="2500"/>
            </a:lvl1pPr>
            <a:lvl2pPr lvl="1" algn="ctr" rtl="0">
              <a:lnSpc>
                <a:spcPct val="100000"/>
              </a:lnSpc>
              <a:spcBef>
                <a:spcPts val="0"/>
              </a:spcBef>
              <a:spcAft>
                <a:spcPts val="0"/>
              </a:spcAft>
              <a:buSzPts val="3000"/>
              <a:buNone/>
              <a:defRPr sz="3000"/>
            </a:lvl2pPr>
            <a:lvl3pPr lvl="2" algn="ctr" rtl="0">
              <a:lnSpc>
                <a:spcPct val="100000"/>
              </a:lnSpc>
              <a:spcBef>
                <a:spcPts val="0"/>
              </a:spcBef>
              <a:spcAft>
                <a:spcPts val="0"/>
              </a:spcAft>
              <a:buSzPts val="3000"/>
              <a:buNone/>
              <a:defRPr sz="3000"/>
            </a:lvl3pPr>
            <a:lvl4pPr lvl="3" algn="ctr" rtl="0">
              <a:lnSpc>
                <a:spcPct val="100000"/>
              </a:lnSpc>
              <a:spcBef>
                <a:spcPts val="0"/>
              </a:spcBef>
              <a:spcAft>
                <a:spcPts val="0"/>
              </a:spcAft>
              <a:buSzPts val="3000"/>
              <a:buNone/>
              <a:defRPr sz="3000"/>
            </a:lvl4pPr>
            <a:lvl5pPr lvl="4" algn="ctr" rtl="0">
              <a:lnSpc>
                <a:spcPct val="100000"/>
              </a:lnSpc>
              <a:spcBef>
                <a:spcPts val="0"/>
              </a:spcBef>
              <a:spcAft>
                <a:spcPts val="0"/>
              </a:spcAft>
              <a:buSzPts val="3000"/>
              <a:buNone/>
              <a:defRPr sz="3000"/>
            </a:lvl5pPr>
            <a:lvl6pPr lvl="5" algn="ctr" rtl="0">
              <a:lnSpc>
                <a:spcPct val="100000"/>
              </a:lnSpc>
              <a:spcBef>
                <a:spcPts val="0"/>
              </a:spcBef>
              <a:spcAft>
                <a:spcPts val="0"/>
              </a:spcAft>
              <a:buSzPts val="3000"/>
              <a:buNone/>
              <a:defRPr sz="3000"/>
            </a:lvl6pPr>
            <a:lvl7pPr lvl="6" algn="ctr" rtl="0">
              <a:lnSpc>
                <a:spcPct val="100000"/>
              </a:lnSpc>
              <a:spcBef>
                <a:spcPts val="0"/>
              </a:spcBef>
              <a:spcAft>
                <a:spcPts val="0"/>
              </a:spcAft>
              <a:buSzPts val="3000"/>
              <a:buNone/>
              <a:defRPr sz="3000"/>
            </a:lvl7pPr>
            <a:lvl8pPr lvl="7" algn="ctr" rtl="0">
              <a:lnSpc>
                <a:spcPct val="100000"/>
              </a:lnSpc>
              <a:spcBef>
                <a:spcPts val="0"/>
              </a:spcBef>
              <a:spcAft>
                <a:spcPts val="0"/>
              </a:spcAft>
              <a:buSzPts val="3000"/>
              <a:buNone/>
              <a:defRPr sz="3000"/>
            </a:lvl8pPr>
            <a:lvl9pPr lvl="8" algn="ctr" rtl="0">
              <a:lnSpc>
                <a:spcPct val="100000"/>
              </a:lnSpc>
              <a:spcBef>
                <a:spcPts val="0"/>
              </a:spcBef>
              <a:spcAft>
                <a:spcPts val="0"/>
              </a:spcAft>
              <a:buSzPts val="3000"/>
              <a:buNone/>
              <a:defRPr sz="3000"/>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1">
  <p:cSld name="CUSTOM_11">
    <p:spTree>
      <p:nvGrpSpPr>
        <p:cNvPr id="1" name="Shape 108"/>
        <p:cNvGrpSpPr/>
        <p:nvPr/>
      </p:nvGrpSpPr>
      <p:grpSpPr>
        <a:xfrm>
          <a:off x="0" y="0"/>
          <a:ext cx="0" cy="0"/>
          <a:chOff x="0" y="0"/>
          <a:chExt cx="0" cy="0"/>
        </a:xfrm>
      </p:grpSpPr>
      <p:sp>
        <p:nvSpPr>
          <p:cNvPr id="109" name="Google Shape;109;p15"/>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10" name="Google Shape;110;p15"/>
          <p:cNvSpPr txBox="1">
            <a:spLocks noGrp="1"/>
          </p:cNvSpPr>
          <p:nvPr>
            <p:ph type="title"/>
          </p:nvPr>
        </p:nvSpPr>
        <p:spPr>
          <a:xfrm>
            <a:off x="2960400" y="1482025"/>
            <a:ext cx="4256400" cy="1526100"/>
          </a:xfrm>
          <a:prstGeom prst="rect">
            <a:avLst/>
          </a:prstGeom>
          <a:solidFill>
            <a:schemeClr val="lt1"/>
          </a:solidFill>
        </p:spPr>
        <p:txBody>
          <a:bodyPr spcFirstLastPara="1" wrap="square" lIns="91425" tIns="91425" rIns="91425" bIns="91425" anchor="b" anchorCtr="0">
            <a:noAutofit/>
          </a:bodyPr>
          <a:lstStyle>
            <a:lvl1pPr lvl="0" rtl="0">
              <a:lnSpc>
                <a:spcPct val="90000"/>
              </a:lnSpc>
              <a:spcBef>
                <a:spcPts val="0"/>
              </a:spcBef>
              <a:spcAft>
                <a:spcPts val="0"/>
              </a:spcAft>
              <a:buSzPts val="3600"/>
              <a:buNone/>
              <a:defRPr sz="50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11" name="Google Shape;111;p15"/>
          <p:cNvSpPr txBox="1">
            <a:spLocks noGrp="1"/>
          </p:cNvSpPr>
          <p:nvPr>
            <p:ph type="title" idx="2" hasCustomPrompt="1"/>
          </p:nvPr>
        </p:nvSpPr>
        <p:spPr>
          <a:xfrm>
            <a:off x="827527" y="1787125"/>
            <a:ext cx="1995000" cy="9159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lnSpc>
                <a:spcPct val="115000"/>
              </a:lnSpc>
              <a:spcBef>
                <a:spcPts val="0"/>
              </a:spcBef>
              <a:spcAft>
                <a:spcPts val="0"/>
              </a:spcAft>
              <a:buClr>
                <a:schemeClr val="lt1"/>
              </a:buClr>
              <a:buSzPts val="6000"/>
              <a:buNone/>
              <a:defRPr sz="6000">
                <a:solidFill>
                  <a:schemeClr val="accent3"/>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12" name="Google Shape;112;p15"/>
          <p:cNvSpPr txBox="1">
            <a:spLocks noGrp="1"/>
          </p:cNvSpPr>
          <p:nvPr>
            <p:ph type="subTitle" idx="1"/>
          </p:nvPr>
        </p:nvSpPr>
        <p:spPr>
          <a:xfrm>
            <a:off x="5234950" y="3619525"/>
            <a:ext cx="2697600" cy="602100"/>
          </a:xfrm>
          <a:prstGeom prst="rect">
            <a:avLst/>
          </a:prstGeom>
          <a:solidFill>
            <a:schemeClr val="lt1"/>
          </a:solidFill>
        </p:spPr>
        <p:txBody>
          <a:bodyPr spcFirstLastPara="1" wrap="square" lIns="91425" tIns="91425" rIns="91425" bIns="91425" anchor="t" anchorCtr="0">
            <a:noAutofit/>
          </a:bodyPr>
          <a:lstStyle>
            <a:lvl1pPr lvl="0" algn="r" rtl="0">
              <a:spcBef>
                <a:spcPts val="0"/>
              </a:spcBef>
              <a:spcAft>
                <a:spcPts val="0"/>
              </a:spcAft>
              <a:buSzPts val="1400"/>
              <a:buNone/>
              <a:defRPr sz="15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113" name="Google Shape;113;p15"/>
          <p:cNvGrpSpPr/>
          <p:nvPr/>
        </p:nvGrpSpPr>
        <p:grpSpPr>
          <a:xfrm>
            <a:off x="0" y="0"/>
            <a:ext cx="9143999" cy="5143500"/>
            <a:chOff x="0" y="0"/>
            <a:chExt cx="9143999" cy="5143500"/>
          </a:xfrm>
        </p:grpSpPr>
        <p:pic>
          <p:nvPicPr>
            <p:cNvPr id="114" name="Google Shape;114;p15"/>
            <p:cNvPicPr preferRelativeResize="0"/>
            <p:nvPr/>
          </p:nvPicPr>
          <p:blipFill rotWithShape="1">
            <a:blip r:embed="rId2">
              <a:alphaModFix/>
            </a:blip>
            <a:srcRect l="50276" b="6716"/>
            <a:stretch/>
          </p:blipFill>
          <p:spPr>
            <a:xfrm>
              <a:off x="0" y="3173625"/>
              <a:ext cx="2087874" cy="1969875"/>
            </a:xfrm>
            <a:prstGeom prst="rect">
              <a:avLst/>
            </a:prstGeom>
            <a:noFill/>
            <a:ln>
              <a:noFill/>
            </a:ln>
          </p:spPr>
        </p:pic>
        <p:pic>
          <p:nvPicPr>
            <p:cNvPr id="115" name="Google Shape;115;p15"/>
            <p:cNvPicPr preferRelativeResize="0"/>
            <p:nvPr/>
          </p:nvPicPr>
          <p:blipFill rotWithShape="1">
            <a:blip r:embed="rId2">
              <a:alphaModFix/>
            </a:blip>
            <a:srcRect l="50276" b="6716"/>
            <a:stretch/>
          </p:blipFill>
          <p:spPr>
            <a:xfrm rot="10800000" flipH="1">
              <a:off x="0" y="0"/>
              <a:ext cx="2087874" cy="1969875"/>
            </a:xfrm>
            <a:prstGeom prst="rect">
              <a:avLst/>
            </a:prstGeom>
            <a:noFill/>
            <a:ln>
              <a:noFill/>
            </a:ln>
          </p:spPr>
        </p:pic>
        <p:grpSp>
          <p:nvGrpSpPr>
            <p:cNvPr id="116" name="Google Shape;116;p15"/>
            <p:cNvGrpSpPr/>
            <p:nvPr/>
          </p:nvGrpSpPr>
          <p:grpSpPr>
            <a:xfrm flipH="1">
              <a:off x="7056125" y="0"/>
              <a:ext cx="2087874" cy="5143500"/>
              <a:chOff x="4640575" y="0"/>
              <a:chExt cx="2087874" cy="5143500"/>
            </a:xfrm>
          </p:grpSpPr>
          <p:pic>
            <p:nvPicPr>
              <p:cNvPr id="117" name="Google Shape;117;p15"/>
              <p:cNvPicPr preferRelativeResize="0"/>
              <p:nvPr/>
            </p:nvPicPr>
            <p:blipFill rotWithShape="1">
              <a:blip r:embed="rId2">
                <a:alphaModFix/>
              </a:blip>
              <a:srcRect l="50276" b="6716"/>
              <a:stretch/>
            </p:blipFill>
            <p:spPr>
              <a:xfrm>
                <a:off x="4640575" y="3173625"/>
                <a:ext cx="2087874" cy="1969875"/>
              </a:xfrm>
              <a:prstGeom prst="rect">
                <a:avLst/>
              </a:prstGeom>
              <a:noFill/>
              <a:ln>
                <a:noFill/>
              </a:ln>
            </p:spPr>
          </p:pic>
          <p:pic>
            <p:nvPicPr>
              <p:cNvPr id="118" name="Google Shape;118;p15"/>
              <p:cNvPicPr preferRelativeResize="0"/>
              <p:nvPr/>
            </p:nvPicPr>
            <p:blipFill rotWithShape="1">
              <a:blip r:embed="rId2">
                <a:alphaModFix/>
              </a:blip>
              <a:srcRect l="50276" b="6716"/>
              <a:stretch/>
            </p:blipFill>
            <p:spPr>
              <a:xfrm rot="10800000" flipH="1">
                <a:off x="4640575" y="0"/>
                <a:ext cx="2087874" cy="1969875"/>
              </a:xfrm>
              <a:prstGeom prst="rect">
                <a:avLst/>
              </a:prstGeom>
              <a:noFill/>
              <a:ln>
                <a:noFill/>
              </a:ln>
            </p:spPr>
          </p:pic>
        </p:grpSp>
      </p:grpSp>
      <p:grpSp>
        <p:nvGrpSpPr>
          <p:cNvPr id="119" name="Google Shape;119;p15"/>
          <p:cNvGrpSpPr/>
          <p:nvPr/>
        </p:nvGrpSpPr>
        <p:grpSpPr>
          <a:xfrm>
            <a:off x="3338114" y="76571"/>
            <a:ext cx="2467774" cy="4990358"/>
            <a:chOff x="3338114" y="76571"/>
            <a:chExt cx="2467774" cy="4990358"/>
          </a:xfrm>
        </p:grpSpPr>
        <p:pic>
          <p:nvPicPr>
            <p:cNvPr id="120" name="Google Shape;120;p15"/>
            <p:cNvPicPr preferRelativeResize="0"/>
            <p:nvPr/>
          </p:nvPicPr>
          <p:blipFill>
            <a:blip r:embed="rId3">
              <a:alphaModFix/>
            </a:blip>
            <a:stretch>
              <a:fillRect/>
            </a:stretch>
          </p:blipFill>
          <p:spPr>
            <a:xfrm>
              <a:off x="3338114" y="76571"/>
              <a:ext cx="2467774" cy="462933"/>
            </a:xfrm>
            <a:prstGeom prst="rect">
              <a:avLst/>
            </a:prstGeom>
            <a:noFill/>
            <a:ln>
              <a:noFill/>
            </a:ln>
          </p:spPr>
        </p:pic>
        <p:pic>
          <p:nvPicPr>
            <p:cNvPr id="121" name="Google Shape;121;p15"/>
            <p:cNvPicPr preferRelativeResize="0"/>
            <p:nvPr/>
          </p:nvPicPr>
          <p:blipFill>
            <a:blip r:embed="rId3">
              <a:alphaModFix/>
            </a:blip>
            <a:stretch>
              <a:fillRect/>
            </a:stretch>
          </p:blipFill>
          <p:spPr>
            <a:xfrm rot="10800000" flipH="1">
              <a:off x="3338114" y="4603996"/>
              <a:ext cx="2467774" cy="462933"/>
            </a:xfrm>
            <a:prstGeom prst="rect">
              <a:avLst/>
            </a:prstGeom>
            <a:noFill/>
            <a:ln>
              <a:noFill/>
            </a:ln>
          </p:spPr>
        </p:pic>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only 1">
  <p:cSld name="CUSTOM_10">
    <p:spTree>
      <p:nvGrpSpPr>
        <p:cNvPr id="1" name="Shape 122"/>
        <p:cNvGrpSpPr/>
        <p:nvPr/>
      </p:nvGrpSpPr>
      <p:grpSpPr>
        <a:xfrm>
          <a:off x="0" y="0"/>
          <a:ext cx="0" cy="0"/>
          <a:chOff x="0" y="0"/>
          <a:chExt cx="0" cy="0"/>
        </a:xfrm>
      </p:grpSpPr>
      <p:sp>
        <p:nvSpPr>
          <p:cNvPr id="123" name="Google Shape;123;p16"/>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24" name="Google Shape;124;p1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25" name="Google Shape;125;p16"/>
          <p:cNvPicPr preferRelativeResize="0"/>
          <p:nvPr/>
        </p:nvPicPr>
        <p:blipFill>
          <a:blip r:embed="rId2">
            <a:alphaModFix/>
          </a:blip>
          <a:stretch>
            <a:fillRect/>
          </a:stretch>
        </p:blipFill>
        <p:spPr>
          <a:xfrm rot="5400000">
            <a:off x="144674" y="4585774"/>
            <a:ext cx="456876" cy="242950"/>
          </a:xfrm>
          <a:prstGeom prst="rect">
            <a:avLst/>
          </a:prstGeom>
          <a:noFill/>
          <a:ln>
            <a:noFill/>
          </a:ln>
        </p:spPr>
      </p:pic>
      <p:grpSp>
        <p:nvGrpSpPr>
          <p:cNvPr id="126" name="Google Shape;126;p16"/>
          <p:cNvGrpSpPr/>
          <p:nvPr/>
        </p:nvGrpSpPr>
        <p:grpSpPr>
          <a:xfrm>
            <a:off x="180800" y="151650"/>
            <a:ext cx="7384900" cy="4847217"/>
            <a:chOff x="180800" y="151650"/>
            <a:chExt cx="7384900" cy="4847217"/>
          </a:xfrm>
        </p:grpSpPr>
        <p:pic>
          <p:nvPicPr>
            <p:cNvPr id="127" name="Google Shape;127;p16"/>
            <p:cNvPicPr preferRelativeResize="0"/>
            <p:nvPr/>
          </p:nvPicPr>
          <p:blipFill rotWithShape="1">
            <a:blip r:embed="rId3">
              <a:alphaModFix/>
            </a:blip>
            <a:srcRect l="11402" b="23693"/>
            <a:stretch/>
          </p:blipFill>
          <p:spPr>
            <a:xfrm>
              <a:off x="180800" y="4478792"/>
              <a:ext cx="2380425" cy="520075"/>
            </a:xfrm>
            <a:prstGeom prst="rect">
              <a:avLst/>
            </a:prstGeom>
            <a:noFill/>
            <a:ln>
              <a:noFill/>
            </a:ln>
          </p:spPr>
        </p:pic>
        <p:pic>
          <p:nvPicPr>
            <p:cNvPr id="128" name="Google Shape;128;p16"/>
            <p:cNvPicPr preferRelativeResize="0"/>
            <p:nvPr/>
          </p:nvPicPr>
          <p:blipFill rotWithShape="1">
            <a:blip r:embed="rId3">
              <a:alphaModFix/>
            </a:blip>
            <a:srcRect l="-543" b="23693"/>
            <a:stretch/>
          </p:blipFill>
          <p:spPr>
            <a:xfrm rot="10800000">
              <a:off x="4864399" y="151650"/>
              <a:ext cx="2701301" cy="520075"/>
            </a:xfrm>
            <a:prstGeom prst="rect">
              <a:avLst/>
            </a:prstGeom>
            <a:noFill/>
            <a:ln>
              <a:noFill/>
            </a:ln>
          </p:spPr>
        </p:pic>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2">
  <p:cSld name="CUSTOM_10_1">
    <p:spTree>
      <p:nvGrpSpPr>
        <p:cNvPr id="1" name="Shape 129"/>
        <p:cNvGrpSpPr/>
        <p:nvPr/>
      </p:nvGrpSpPr>
      <p:grpSpPr>
        <a:xfrm>
          <a:off x="0" y="0"/>
          <a:ext cx="0" cy="0"/>
          <a:chOff x="0" y="0"/>
          <a:chExt cx="0" cy="0"/>
        </a:xfrm>
      </p:grpSpPr>
      <p:sp>
        <p:nvSpPr>
          <p:cNvPr id="130" name="Google Shape;130;p17"/>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31" name="Google Shape;131;p1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132" name="Google Shape;132;p17"/>
          <p:cNvGrpSpPr/>
          <p:nvPr/>
        </p:nvGrpSpPr>
        <p:grpSpPr>
          <a:xfrm>
            <a:off x="182592" y="152134"/>
            <a:ext cx="8782132" cy="4841131"/>
            <a:chOff x="182592" y="152134"/>
            <a:chExt cx="8782132" cy="4841131"/>
          </a:xfrm>
        </p:grpSpPr>
        <p:pic>
          <p:nvPicPr>
            <p:cNvPr id="133" name="Google Shape;133;p17"/>
            <p:cNvPicPr preferRelativeResize="0"/>
            <p:nvPr/>
          </p:nvPicPr>
          <p:blipFill rotWithShape="1">
            <a:blip r:embed="rId2">
              <a:alphaModFix/>
            </a:blip>
            <a:srcRect r="49589" b="7553"/>
            <a:stretch/>
          </p:blipFill>
          <p:spPr>
            <a:xfrm>
              <a:off x="7720725" y="3846041"/>
              <a:ext cx="1243999" cy="1147224"/>
            </a:xfrm>
            <a:prstGeom prst="rect">
              <a:avLst/>
            </a:prstGeom>
            <a:noFill/>
            <a:ln>
              <a:noFill/>
            </a:ln>
          </p:spPr>
        </p:pic>
        <p:pic>
          <p:nvPicPr>
            <p:cNvPr id="134" name="Google Shape;134;p17"/>
            <p:cNvPicPr preferRelativeResize="0"/>
            <p:nvPr/>
          </p:nvPicPr>
          <p:blipFill rotWithShape="1">
            <a:blip r:embed="rId2">
              <a:alphaModFix/>
            </a:blip>
            <a:srcRect r="49589" b="7553"/>
            <a:stretch/>
          </p:blipFill>
          <p:spPr>
            <a:xfrm rot="10800000">
              <a:off x="182592" y="152134"/>
              <a:ext cx="957599" cy="883100"/>
            </a:xfrm>
            <a:prstGeom prst="rect">
              <a:avLst/>
            </a:prstGeom>
            <a:noFill/>
            <a:ln>
              <a:noFill/>
            </a:ln>
          </p:spPr>
        </p:pic>
      </p:grpSp>
      <p:pic>
        <p:nvPicPr>
          <p:cNvPr id="135" name="Google Shape;135;p17"/>
          <p:cNvPicPr preferRelativeResize="0"/>
          <p:nvPr/>
        </p:nvPicPr>
        <p:blipFill>
          <a:blip r:embed="rId3">
            <a:alphaModFix/>
          </a:blip>
          <a:stretch>
            <a:fillRect/>
          </a:stretch>
        </p:blipFill>
        <p:spPr>
          <a:xfrm>
            <a:off x="6322101" y="4409576"/>
            <a:ext cx="2467773" cy="775639"/>
          </a:xfrm>
          <a:prstGeom prst="rect">
            <a:avLst/>
          </a:prstGeom>
          <a:noFill/>
          <a:ln>
            <a:noFill/>
          </a:ln>
        </p:spPr>
      </p:pic>
      <p:pic>
        <p:nvPicPr>
          <p:cNvPr id="136" name="Google Shape;136;p17"/>
          <p:cNvPicPr preferRelativeResize="0"/>
          <p:nvPr/>
        </p:nvPicPr>
        <p:blipFill>
          <a:blip r:embed="rId4">
            <a:alphaModFix/>
          </a:blip>
          <a:stretch>
            <a:fillRect/>
          </a:stretch>
        </p:blipFill>
        <p:spPr>
          <a:xfrm rot="5400000">
            <a:off x="-546499" y="1455823"/>
            <a:ext cx="1811326" cy="42052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3">
  <p:cSld name="CUSTOM_10_1_1">
    <p:spTree>
      <p:nvGrpSpPr>
        <p:cNvPr id="1" name="Shape 137"/>
        <p:cNvGrpSpPr/>
        <p:nvPr/>
      </p:nvGrpSpPr>
      <p:grpSpPr>
        <a:xfrm>
          <a:off x="0" y="0"/>
          <a:ext cx="0" cy="0"/>
          <a:chOff x="0" y="0"/>
          <a:chExt cx="0" cy="0"/>
        </a:xfrm>
      </p:grpSpPr>
      <p:sp>
        <p:nvSpPr>
          <p:cNvPr id="138" name="Google Shape;138;p18"/>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39" name="Google Shape;139;p1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40" name="Google Shape;140;p18"/>
          <p:cNvPicPr preferRelativeResize="0"/>
          <p:nvPr/>
        </p:nvPicPr>
        <p:blipFill>
          <a:blip r:embed="rId2">
            <a:alphaModFix/>
          </a:blip>
          <a:stretch>
            <a:fillRect/>
          </a:stretch>
        </p:blipFill>
        <p:spPr>
          <a:xfrm rot="10800000">
            <a:off x="7173151" y="148975"/>
            <a:ext cx="1750074" cy="406300"/>
          </a:xfrm>
          <a:prstGeom prst="rect">
            <a:avLst/>
          </a:prstGeom>
          <a:noFill/>
          <a:ln>
            <a:noFill/>
          </a:ln>
        </p:spPr>
      </p:pic>
      <p:grpSp>
        <p:nvGrpSpPr>
          <p:cNvPr id="141" name="Google Shape;141;p18"/>
          <p:cNvGrpSpPr/>
          <p:nvPr/>
        </p:nvGrpSpPr>
        <p:grpSpPr>
          <a:xfrm>
            <a:off x="5" y="4485746"/>
            <a:ext cx="5468149" cy="506759"/>
            <a:chOff x="1798830" y="4485746"/>
            <a:chExt cx="5468149" cy="506759"/>
          </a:xfrm>
        </p:grpSpPr>
        <p:pic>
          <p:nvPicPr>
            <p:cNvPr id="142" name="Google Shape;142;p18"/>
            <p:cNvPicPr preferRelativeResize="0"/>
            <p:nvPr/>
          </p:nvPicPr>
          <p:blipFill rotWithShape="1">
            <a:blip r:embed="rId3">
              <a:alphaModFix/>
            </a:blip>
            <a:srcRect t="27949"/>
            <a:stretch/>
          </p:blipFill>
          <p:spPr>
            <a:xfrm rot="10800000">
              <a:off x="3338099" y="4628330"/>
              <a:ext cx="2467776" cy="364175"/>
            </a:xfrm>
            <a:prstGeom prst="rect">
              <a:avLst/>
            </a:prstGeom>
            <a:noFill/>
            <a:ln>
              <a:noFill/>
            </a:ln>
          </p:spPr>
        </p:pic>
        <p:pic>
          <p:nvPicPr>
            <p:cNvPr id="143" name="Google Shape;143;p18"/>
            <p:cNvPicPr preferRelativeResize="0"/>
            <p:nvPr/>
          </p:nvPicPr>
          <p:blipFill>
            <a:blip r:embed="rId4">
              <a:alphaModFix/>
            </a:blip>
            <a:stretch>
              <a:fillRect/>
            </a:stretch>
          </p:blipFill>
          <p:spPr>
            <a:xfrm>
              <a:off x="1798830" y="4485746"/>
              <a:ext cx="2467774" cy="462933"/>
            </a:xfrm>
            <a:prstGeom prst="rect">
              <a:avLst/>
            </a:prstGeom>
            <a:noFill/>
            <a:ln>
              <a:noFill/>
            </a:ln>
          </p:spPr>
        </p:pic>
        <p:pic>
          <p:nvPicPr>
            <p:cNvPr id="144" name="Google Shape;144;p18"/>
            <p:cNvPicPr preferRelativeResize="0"/>
            <p:nvPr/>
          </p:nvPicPr>
          <p:blipFill>
            <a:blip r:embed="rId4">
              <a:alphaModFix/>
            </a:blip>
            <a:stretch>
              <a:fillRect/>
            </a:stretch>
          </p:blipFill>
          <p:spPr>
            <a:xfrm>
              <a:off x="4799205" y="4485746"/>
              <a:ext cx="2467774" cy="462933"/>
            </a:xfrm>
            <a:prstGeom prst="rect">
              <a:avLst/>
            </a:prstGeom>
            <a:noFill/>
            <a:ln>
              <a:noFill/>
            </a:ln>
          </p:spPr>
        </p:pic>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only 4">
  <p:cSld name="CUSTOM_10_1_1_1">
    <p:spTree>
      <p:nvGrpSpPr>
        <p:cNvPr id="1" name="Shape 145"/>
        <p:cNvGrpSpPr/>
        <p:nvPr/>
      </p:nvGrpSpPr>
      <p:grpSpPr>
        <a:xfrm>
          <a:off x="0" y="0"/>
          <a:ext cx="0" cy="0"/>
          <a:chOff x="0" y="0"/>
          <a:chExt cx="0" cy="0"/>
        </a:xfrm>
      </p:grpSpPr>
      <p:sp>
        <p:nvSpPr>
          <p:cNvPr id="146" name="Google Shape;146;p19"/>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47" name="Google Shape;147;p1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148" name="Google Shape;148;p19"/>
          <p:cNvGrpSpPr/>
          <p:nvPr/>
        </p:nvGrpSpPr>
        <p:grpSpPr>
          <a:xfrm>
            <a:off x="5610238" y="-3"/>
            <a:ext cx="3206224" cy="664100"/>
            <a:chOff x="5610238" y="-3"/>
            <a:chExt cx="3206224" cy="664100"/>
          </a:xfrm>
        </p:grpSpPr>
        <p:pic>
          <p:nvPicPr>
            <p:cNvPr id="149" name="Google Shape;149;p19"/>
            <p:cNvPicPr preferRelativeResize="0"/>
            <p:nvPr/>
          </p:nvPicPr>
          <p:blipFill>
            <a:blip r:embed="rId2">
              <a:alphaModFix amt="51000"/>
            </a:blip>
            <a:stretch>
              <a:fillRect/>
            </a:stretch>
          </p:blipFill>
          <p:spPr>
            <a:xfrm rot="10800000">
              <a:off x="5610238" y="-3"/>
              <a:ext cx="3206224" cy="664100"/>
            </a:xfrm>
            <a:prstGeom prst="rect">
              <a:avLst/>
            </a:prstGeom>
            <a:noFill/>
            <a:ln>
              <a:noFill/>
            </a:ln>
          </p:spPr>
        </p:pic>
        <p:pic>
          <p:nvPicPr>
            <p:cNvPr id="150" name="Google Shape;150;p19"/>
            <p:cNvPicPr preferRelativeResize="0"/>
            <p:nvPr/>
          </p:nvPicPr>
          <p:blipFill>
            <a:blip r:embed="rId2">
              <a:alphaModFix/>
            </a:blip>
            <a:stretch>
              <a:fillRect/>
            </a:stretch>
          </p:blipFill>
          <p:spPr>
            <a:xfrm rot="10800000">
              <a:off x="6415875" y="159727"/>
              <a:ext cx="1185500" cy="245550"/>
            </a:xfrm>
            <a:prstGeom prst="rect">
              <a:avLst/>
            </a:prstGeom>
            <a:noFill/>
            <a:ln>
              <a:noFill/>
            </a:ln>
          </p:spPr>
        </p:pic>
      </p:grpSp>
      <p:grpSp>
        <p:nvGrpSpPr>
          <p:cNvPr id="151" name="Google Shape;151;p19"/>
          <p:cNvGrpSpPr/>
          <p:nvPr/>
        </p:nvGrpSpPr>
        <p:grpSpPr>
          <a:xfrm>
            <a:off x="173699" y="149901"/>
            <a:ext cx="8791752" cy="5042757"/>
            <a:chOff x="173699" y="149901"/>
            <a:chExt cx="8791752" cy="5042757"/>
          </a:xfrm>
        </p:grpSpPr>
        <p:pic>
          <p:nvPicPr>
            <p:cNvPr id="152" name="Google Shape;152;p19"/>
            <p:cNvPicPr preferRelativeResize="0"/>
            <p:nvPr/>
          </p:nvPicPr>
          <p:blipFill>
            <a:blip r:embed="rId3">
              <a:alphaModFix/>
            </a:blip>
            <a:stretch>
              <a:fillRect/>
            </a:stretch>
          </p:blipFill>
          <p:spPr>
            <a:xfrm>
              <a:off x="1144626" y="4417018"/>
              <a:ext cx="2467773" cy="775639"/>
            </a:xfrm>
            <a:prstGeom prst="rect">
              <a:avLst/>
            </a:prstGeom>
            <a:noFill/>
            <a:ln>
              <a:noFill/>
            </a:ln>
          </p:spPr>
        </p:pic>
        <p:pic>
          <p:nvPicPr>
            <p:cNvPr id="153" name="Google Shape;153;p19"/>
            <p:cNvPicPr preferRelativeResize="0"/>
            <p:nvPr/>
          </p:nvPicPr>
          <p:blipFill>
            <a:blip r:embed="rId4">
              <a:alphaModFix/>
            </a:blip>
            <a:stretch>
              <a:fillRect/>
            </a:stretch>
          </p:blipFill>
          <p:spPr>
            <a:xfrm>
              <a:off x="173699" y="3609676"/>
              <a:ext cx="1963202" cy="1388124"/>
            </a:xfrm>
            <a:prstGeom prst="rect">
              <a:avLst/>
            </a:prstGeom>
            <a:noFill/>
            <a:ln>
              <a:noFill/>
            </a:ln>
          </p:spPr>
        </p:pic>
        <p:pic>
          <p:nvPicPr>
            <p:cNvPr id="154" name="Google Shape;154;p19"/>
            <p:cNvPicPr preferRelativeResize="0"/>
            <p:nvPr/>
          </p:nvPicPr>
          <p:blipFill>
            <a:blip r:embed="rId4">
              <a:alphaModFix/>
            </a:blip>
            <a:stretch>
              <a:fillRect/>
            </a:stretch>
          </p:blipFill>
          <p:spPr>
            <a:xfrm rot="10800000">
              <a:off x="7002249" y="149901"/>
              <a:ext cx="1963202" cy="1388125"/>
            </a:xfrm>
            <a:prstGeom prst="rect">
              <a:avLst/>
            </a:prstGeom>
            <a:noFill/>
            <a:ln>
              <a:noFill/>
            </a:ln>
          </p:spPr>
        </p:pic>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only 5">
  <p:cSld name="CUSTOM_10_1_1_1_1">
    <p:spTree>
      <p:nvGrpSpPr>
        <p:cNvPr id="1" name="Shape 155"/>
        <p:cNvGrpSpPr/>
        <p:nvPr/>
      </p:nvGrpSpPr>
      <p:grpSpPr>
        <a:xfrm>
          <a:off x="0" y="0"/>
          <a:ext cx="0" cy="0"/>
          <a:chOff x="0" y="0"/>
          <a:chExt cx="0" cy="0"/>
        </a:xfrm>
      </p:grpSpPr>
      <p:sp>
        <p:nvSpPr>
          <p:cNvPr id="156" name="Google Shape;156;p20"/>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57" name="Google Shape;157;p2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58" name="Google Shape;158;p20"/>
          <p:cNvPicPr preferRelativeResize="0"/>
          <p:nvPr/>
        </p:nvPicPr>
        <p:blipFill>
          <a:blip r:embed="rId2">
            <a:alphaModFix/>
          </a:blip>
          <a:stretch>
            <a:fillRect/>
          </a:stretch>
        </p:blipFill>
        <p:spPr>
          <a:xfrm rot="-5400000">
            <a:off x="176324" y="38609"/>
            <a:ext cx="456876" cy="242950"/>
          </a:xfrm>
          <a:prstGeom prst="rect">
            <a:avLst/>
          </a:prstGeom>
          <a:noFill/>
          <a:ln>
            <a:noFill/>
          </a:ln>
        </p:spPr>
      </p:pic>
      <p:grpSp>
        <p:nvGrpSpPr>
          <p:cNvPr id="159" name="Google Shape;159;p20"/>
          <p:cNvGrpSpPr/>
          <p:nvPr/>
        </p:nvGrpSpPr>
        <p:grpSpPr>
          <a:xfrm>
            <a:off x="-142003" y="-533617"/>
            <a:ext cx="9427304" cy="6355530"/>
            <a:chOff x="-142003" y="-533617"/>
            <a:chExt cx="9427304" cy="6355530"/>
          </a:xfrm>
        </p:grpSpPr>
        <p:grpSp>
          <p:nvGrpSpPr>
            <p:cNvPr id="160" name="Google Shape;160;p20"/>
            <p:cNvGrpSpPr/>
            <p:nvPr/>
          </p:nvGrpSpPr>
          <p:grpSpPr>
            <a:xfrm>
              <a:off x="-142003" y="-533617"/>
              <a:ext cx="579444" cy="2237680"/>
              <a:chOff x="-142003" y="-533617"/>
              <a:chExt cx="579444" cy="2237680"/>
            </a:xfrm>
          </p:grpSpPr>
          <p:pic>
            <p:nvPicPr>
              <p:cNvPr id="161" name="Google Shape;161;p20"/>
              <p:cNvPicPr preferRelativeResize="0"/>
              <p:nvPr/>
            </p:nvPicPr>
            <p:blipFill>
              <a:blip r:embed="rId3">
                <a:alphaModFix/>
              </a:blip>
              <a:stretch>
                <a:fillRect/>
              </a:stretch>
            </p:blipFill>
            <p:spPr>
              <a:xfrm rot="5399949">
                <a:off x="-840531" y="164927"/>
                <a:ext cx="1755019" cy="357937"/>
              </a:xfrm>
              <a:prstGeom prst="rect">
                <a:avLst/>
              </a:prstGeom>
              <a:noFill/>
              <a:ln>
                <a:noFill/>
              </a:ln>
            </p:spPr>
          </p:pic>
          <p:pic>
            <p:nvPicPr>
              <p:cNvPr id="162" name="Google Shape;162;p20"/>
              <p:cNvPicPr preferRelativeResize="0"/>
              <p:nvPr/>
            </p:nvPicPr>
            <p:blipFill>
              <a:blip r:embed="rId3">
                <a:alphaModFix/>
              </a:blip>
              <a:stretch>
                <a:fillRect/>
              </a:stretch>
            </p:blipFill>
            <p:spPr>
              <a:xfrm rot="-5400108">
                <a:off x="-619065" y="647584"/>
                <a:ext cx="1755019" cy="357937"/>
              </a:xfrm>
              <a:prstGeom prst="rect">
                <a:avLst/>
              </a:prstGeom>
              <a:noFill/>
              <a:ln>
                <a:noFill/>
              </a:ln>
            </p:spPr>
          </p:pic>
        </p:grpSp>
        <p:grpSp>
          <p:nvGrpSpPr>
            <p:cNvPr id="163" name="Google Shape;163;p20"/>
            <p:cNvGrpSpPr/>
            <p:nvPr/>
          </p:nvGrpSpPr>
          <p:grpSpPr>
            <a:xfrm>
              <a:off x="8705857" y="3584233"/>
              <a:ext cx="579444" cy="2237680"/>
              <a:chOff x="-142003" y="-533617"/>
              <a:chExt cx="579444" cy="2237680"/>
            </a:xfrm>
          </p:grpSpPr>
          <p:pic>
            <p:nvPicPr>
              <p:cNvPr id="164" name="Google Shape;164;p20"/>
              <p:cNvPicPr preferRelativeResize="0"/>
              <p:nvPr/>
            </p:nvPicPr>
            <p:blipFill>
              <a:blip r:embed="rId3">
                <a:alphaModFix/>
              </a:blip>
              <a:stretch>
                <a:fillRect/>
              </a:stretch>
            </p:blipFill>
            <p:spPr>
              <a:xfrm rot="5399949">
                <a:off x="-840531" y="164927"/>
                <a:ext cx="1755019" cy="357937"/>
              </a:xfrm>
              <a:prstGeom prst="rect">
                <a:avLst/>
              </a:prstGeom>
              <a:noFill/>
              <a:ln>
                <a:noFill/>
              </a:ln>
            </p:spPr>
          </p:pic>
          <p:pic>
            <p:nvPicPr>
              <p:cNvPr id="165" name="Google Shape;165;p20"/>
              <p:cNvPicPr preferRelativeResize="0"/>
              <p:nvPr/>
            </p:nvPicPr>
            <p:blipFill>
              <a:blip r:embed="rId3">
                <a:alphaModFix/>
              </a:blip>
              <a:stretch>
                <a:fillRect/>
              </a:stretch>
            </p:blipFill>
            <p:spPr>
              <a:xfrm rot="-5400108">
                <a:off x="-619065" y="647584"/>
                <a:ext cx="1755019" cy="357937"/>
              </a:xfrm>
              <a:prstGeom prst="rect">
                <a:avLst/>
              </a:prstGeom>
              <a:noFill/>
              <a:ln>
                <a:noFill/>
              </a:ln>
            </p:spPr>
          </p:pic>
        </p:grpSp>
      </p:grpSp>
      <p:grpSp>
        <p:nvGrpSpPr>
          <p:cNvPr id="166" name="Google Shape;166;p20"/>
          <p:cNvGrpSpPr/>
          <p:nvPr/>
        </p:nvGrpSpPr>
        <p:grpSpPr>
          <a:xfrm>
            <a:off x="-68450" y="0"/>
            <a:ext cx="9020412" cy="4876750"/>
            <a:chOff x="-68450" y="0"/>
            <a:chExt cx="9020412" cy="4876750"/>
          </a:xfrm>
        </p:grpSpPr>
        <p:sp>
          <p:nvSpPr>
            <p:cNvPr id="167" name="Google Shape;167;p20"/>
            <p:cNvSpPr/>
            <p:nvPr/>
          </p:nvSpPr>
          <p:spPr>
            <a:xfrm rot="10800000" flipH="1">
              <a:off x="4000500" y="353400"/>
              <a:ext cx="4951462" cy="1438325"/>
            </a:xfrm>
            <a:custGeom>
              <a:avLst/>
              <a:gdLst/>
              <a:ahLst/>
              <a:cxnLst/>
              <a:rect l="l" t="t" r="r" b="b"/>
              <a:pathLst>
                <a:path w="214558" h="57533" extrusionOk="0">
                  <a:moveTo>
                    <a:pt x="214558" y="0"/>
                  </a:moveTo>
                  <a:lnTo>
                    <a:pt x="192990" y="29881"/>
                  </a:lnTo>
                  <a:lnTo>
                    <a:pt x="192990" y="53696"/>
                  </a:lnTo>
                  <a:lnTo>
                    <a:pt x="172545" y="53696"/>
                  </a:lnTo>
                  <a:lnTo>
                    <a:pt x="170330" y="57533"/>
                  </a:lnTo>
                  <a:lnTo>
                    <a:pt x="143563" y="57533"/>
                  </a:lnTo>
                  <a:lnTo>
                    <a:pt x="140409" y="54379"/>
                  </a:lnTo>
                  <a:lnTo>
                    <a:pt x="99977" y="54379"/>
                  </a:lnTo>
                  <a:lnTo>
                    <a:pt x="0" y="54379"/>
                  </a:lnTo>
                </a:path>
              </a:pathLst>
            </a:custGeom>
            <a:noFill/>
            <a:ln w="9525" cap="flat" cmpd="sng">
              <a:solidFill>
                <a:schemeClr val="dk2"/>
              </a:solidFill>
              <a:prstDash val="solid"/>
              <a:round/>
              <a:headEnd type="none" w="med" len="med"/>
              <a:tailEnd type="oval" w="med" len="med"/>
            </a:ln>
          </p:spPr>
          <p:txBody>
            <a:bodyPr/>
            <a:lstStyle/>
            <a:p>
              <a:endParaRPr lang="en-GB"/>
            </a:p>
          </p:txBody>
        </p:sp>
        <p:sp>
          <p:nvSpPr>
            <p:cNvPr id="168" name="Google Shape;168;p20"/>
            <p:cNvSpPr/>
            <p:nvPr/>
          </p:nvSpPr>
          <p:spPr>
            <a:xfrm rot="10800000" flipH="1">
              <a:off x="4572000" y="0"/>
              <a:ext cx="1984050" cy="544925"/>
            </a:xfrm>
            <a:custGeom>
              <a:avLst/>
              <a:gdLst/>
              <a:ahLst/>
              <a:cxnLst/>
              <a:rect l="l" t="t" r="r" b="b"/>
              <a:pathLst>
                <a:path w="79362" h="21797" extrusionOk="0">
                  <a:moveTo>
                    <a:pt x="0" y="21797"/>
                  </a:moveTo>
                  <a:lnTo>
                    <a:pt x="15952" y="2476"/>
                  </a:lnTo>
                  <a:lnTo>
                    <a:pt x="30106" y="2476"/>
                  </a:lnTo>
                  <a:lnTo>
                    <a:pt x="36284" y="8654"/>
                  </a:lnTo>
                  <a:lnTo>
                    <a:pt x="74366" y="8654"/>
                  </a:lnTo>
                  <a:lnTo>
                    <a:pt x="79362" y="0"/>
                  </a:lnTo>
                </a:path>
              </a:pathLst>
            </a:custGeom>
            <a:noFill/>
            <a:ln w="9525" cap="flat" cmpd="sng">
              <a:solidFill>
                <a:schemeClr val="dk2"/>
              </a:solidFill>
              <a:prstDash val="solid"/>
              <a:round/>
              <a:headEnd type="none" w="med" len="med"/>
              <a:tailEnd type="oval" w="med" len="med"/>
            </a:ln>
          </p:spPr>
          <p:txBody>
            <a:bodyPr/>
            <a:lstStyle/>
            <a:p>
              <a:endParaRPr lang="en-GB"/>
            </a:p>
          </p:txBody>
        </p:sp>
        <p:cxnSp>
          <p:nvCxnSpPr>
            <p:cNvPr id="169" name="Google Shape;169;p20"/>
            <p:cNvCxnSpPr/>
            <p:nvPr/>
          </p:nvCxnSpPr>
          <p:spPr>
            <a:xfrm rot="10800000">
              <a:off x="-68450" y="4876750"/>
              <a:ext cx="1150500" cy="0"/>
            </a:xfrm>
            <a:prstGeom prst="straightConnector1">
              <a:avLst/>
            </a:prstGeom>
            <a:noFill/>
            <a:ln w="9525" cap="flat" cmpd="sng">
              <a:solidFill>
                <a:schemeClr val="accent1"/>
              </a:solidFill>
              <a:prstDash val="solid"/>
              <a:round/>
              <a:headEnd type="oval" w="med" len="med"/>
              <a:tailEnd type="none" w="med" len="med"/>
            </a:ln>
          </p:spPr>
        </p:cxn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only 6">
  <p:cSld name="CUSTOM_10_1_1_1_1_1">
    <p:spTree>
      <p:nvGrpSpPr>
        <p:cNvPr id="1" name="Shape 170"/>
        <p:cNvGrpSpPr/>
        <p:nvPr/>
      </p:nvGrpSpPr>
      <p:grpSpPr>
        <a:xfrm>
          <a:off x="0" y="0"/>
          <a:ext cx="0" cy="0"/>
          <a:chOff x="0" y="0"/>
          <a:chExt cx="0" cy="0"/>
        </a:xfrm>
      </p:grpSpPr>
      <p:sp>
        <p:nvSpPr>
          <p:cNvPr id="171" name="Google Shape;171;p21"/>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72" name="Google Shape;172;p2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173" name="Google Shape;173;p21"/>
          <p:cNvGrpSpPr/>
          <p:nvPr/>
        </p:nvGrpSpPr>
        <p:grpSpPr>
          <a:xfrm>
            <a:off x="7570826" y="2571749"/>
            <a:ext cx="1421424" cy="2420015"/>
            <a:chOff x="7570826" y="2571749"/>
            <a:chExt cx="1421424" cy="2420015"/>
          </a:xfrm>
        </p:grpSpPr>
        <p:pic>
          <p:nvPicPr>
            <p:cNvPr id="174" name="Google Shape;174;p21"/>
            <p:cNvPicPr preferRelativeResize="0"/>
            <p:nvPr/>
          </p:nvPicPr>
          <p:blipFill>
            <a:blip r:embed="rId2">
              <a:alphaModFix/>
            </a:blip>
            <a:stretch>
              <a:fillRect/>
            </a:stretch>
          </p:blipFill>
          <p:spPr>
            <a:xfrm rot="-5400000">
              <a:off x="7602537" y="3437762"/>
              <a:ext cx="2255726" cy="523700"/>
            </a:xfrm>
            <a:prstGeom prst="rect">
              <a:avLst/>
            </a:prstGeom>
            <a:noFill/>
            <a:ln>
              <a:noFill/>
            </a:ln>
          </p:spPr>
        </p:pic>
        <p:pic>
          <p:nvPicPr>
            <p:cNvPr id="175" name="Google Shape;175;p21"/>
            <p:cNvPicPr preferRelativeResize="0"/>
            <p:nvPr/>
          </p:nvPicPr>
          <p:blipFill>
            <a:blip r:embed="rId3">
              <a:alphaModFix/>
            </a:blip>
            <a:stretch>
              <a:fillRect/>
            </a:stretch>
          </p:blipFill>
          <p:spPr>
            <a:xfrm rot="-5400000">
              <a:off x="7283287" y="3316100"/>
              <a:ext cx="1963202" cy="1388124"/>
            </a:xfrm>
            <a:prstGeom prst="rect">
              <a:avLst/>
            </a:prstGeom>
            <a:noFill/>
            <a:ln>
              <a:noFill/>
            </a:ln>
          </p:spPr>
        </p:pic>
      </p:grpSp>
      <p:pic>
        <p:nvPicPr>
          <p:cNvPr id="176" name="Google Shape;176;p21"/>
          <p:cNvPicPr preferRelativeResize="0"/>
          <p:nvPr/>
        </p:nvPicPr>
        <p:blipFill rotWithShape="1">
          <a:blip r:embed="rId4">
            <a:alphaModFix/>
          </a:blip>
          <a:srcRect r="40713"/>
          <a:stretch/>
        </p:blipFill>
        <p:spPr>
          <a:xfrm rot="10800000">
            <a:off x="184152" y="156700"/>
            <a:ext cx="1463098" cy="46292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ext">
  <p:cSld name="CUSTOM">
    <p:spTree>
      <p:nvGrpSpPr>
        <p:cNvPr id="1" name="Shape 177"/>
        <p:cNvGrpSpPr/>
        <p:nvPr/>
      </p:nvGrpSpPr>
      <p:grpSpPr>
        <a:xfrm>
          <a:off x="0" y="0"/>
          <a:ext cx="0" cy="0"/>
          <a:chOff x="0" y="0"/>
          <a:chExt cx="0" cy="0"/>
        </a:xfrm>
      </p:grpSpPr>
      <p:sp>
        <p:nvSpPr>
          <p:cNvPr id="178" name="Google Shape;178;p22"/>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79" name="Google Shape;179;p22"/>
          <p:cNvSpPr txBox="1">
            <a:spLocks noGrp="1"/>
          </p:cNvSpPr>
          <p:nvPr>
            <p:ph type="title"/>
          </p:nvPr>
        </p:nvSpPr>
        <p:spPr>
          <a:xfrm>
            <a:off x="720000" y="1252725"/>
            <a:ext cx="2928000" cy="15891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80" name="Google Shape;180;p22"/>
          <p:cNvSpPr txBox="1">
            <a:spLocks noGrp="1"/>
          </p:cNvSpPr>
          <p:nvPr>
            <p:ph type="subTitle" idx="1"/>
          </p:nvPr>
        </p:nvSpPr>
        <p:spPr>
          <a:xfrm>
            <a:off x="720000" y="2841735"/>
            <a:ext cx="2928000" cy="9159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81" name="Google Shape;181;p22"/>
          <p:cNvSpPr>
            <a:spLocks noGrp="1"/>
          </p:cNvSpPr>
          <p:nvPr>
            <p:ph type="pic" idx="2"/>
          </p:nvPr>
        </p:nvSpPr>
        <p:spPr>
          <a:xfrm>
            <a:off x="3943350" y="533875"/>
            <a:ext cx="4487700" cy="4075800"/>
          </a:xfrm>
          <a:prstGeom prst="snip1Rect">
            <a:avLst>
              <a:gd name="adj" fmla="val 16667"/>
            </a:avLst>
          </a:prstGeom>
          <a:noFill/>
          <a:ln w="9525" cap="flat" cmpd="sng">
            <a:solidFill>
              <a:schemeClr val="accent3"/>
            </a:solidFill>
            <a:prstDash val="solid"/>
            <a:round/>
            <a:headEnd type="none" w="sm" len="sm"/>
            <a:tailEnd type="none" w="sm" len="sm"/>
          </a:ln>
        </p:spPr>
        <p:txBody>
          <a:bodyPr/>
          <a:lstStyle/>
          <a:p>
            <a:endParaRPr lang="en-GB"/>
          </a:p>
        </p:txBody>
      </p:sp>
      <p:grpSp>
        <p:nvGrpSpPr>
          <p:cNvPr id="182" name="Google Shape;182;p22"/>
          <p:cNvGrpSpPr/>
          <p:nvPr/>
        </p:nvGrpSpPr>
        <p:grpSpPr>
          <a:xfrm>
            <a:off x="180975" y="163250"/>
            <a:ext cx="4743450" cy="366725"/>
            <a:chOff x="180975" y="163250"/>
            <a:chExt cx="4743450" cy="366725"/>
          </a:xfrm>
        </p:grpSpPr>
        <p:sp>
          <p:nvSpPr>
            <p:cNvPr id="183" name="Google Shape;183;p22"/>
            <p:cNvSpPr/>
            <p:nvPr/>
          </p:nvSpPr>
          <p:spPr>
            <a:xfrm>
              <a:off x="180975" y="163250"/>
              <a:ext cx="4743450" cy="366725"/>
            </a:xfrm>
            <a:custGeom>
              <a:avLst/>
              <a:gdLst/>
              <a:ahLst/>
              <a:cxnLst/>
              <a:rect l="l" t="t" r="r" b="b"/>
              <a:pathLst>
                <a:path w="189738" h="14669" extrusionOk="0">
                  <a:moveTo>
                    <a:pt x="0" y="0"/>
                  </a:moveTo>
                  <a:lnTo>
                    <a:pt x="14668" y="14669"/>
                  </a:lnTo>
                  <a:lnTo>
                    <a:pt x="39243" y="14669"/>
                  </a:lnTo>
                  <a:lnTo>
                    <a:pt x="47149" y="6763"/>
                  </a:lnTo>
                  <a:lnTo>
                    <a:pt x="69723" y="6763"/>
                  </a:lnTo>
                  <a:lnTo>
                    <a:pt x="74057" y="2429"/>
                  </a:lnTo>
                  <a:lnTo>
                    <a:pt x="97536" y="2429"/>
                  </a:lnTo>
                  <a:lnTo>
                    <a:pt x="103561" y="8453"/>
                  </a:lnTo>
                  <a:lnTo>
                    <a:pt x="189738" y="8453"/>
                  </a:lnTo>
                </a:path>
              </a:pathLst>
            </a:custGeom>
            <a:noFill/>
            <a:ln w="9525" cap="flat" cmpd="sng">
              <a:solidFill>
                <a:schemeClr val="dk2"/>
              </a:solidFill>
              <a:prstDash val="solid"/>
              <a:round/>
              <a:headEnd type="none" w="med" len="med"/>
              <a:tailEnd type="oval" w="med" len="med"/>
            </a:ln>
          </p:spPr>
          <p:txBody>
            <a:bodyPr/>
            <a:lstStyle/>
            <a:p>
              <a:endParaRPr lang="en-GB"/>
            </a:p>
          </p:txBody>
        </p:sp>
        <p:cxnSp>
          <p:nvCxnSpPr>
            <p:cNvPr id="184" name="Google Shape;184;p22"/>
            <p:cNvCxnSpPr/>
            <p:nvPr/>
          </p:nvCxnSpPr>
          <p:spPr>
            <a:xfrm>
              <a:off x="180975" y="295200"/>
              <a:ext cx="2628900" cy="0"/>
            </a:xfrm>
            <a:prstGeom prst="straightConnector1">
              <a:avLst/>
            </a:prstGeom>
            <a:noFill/>
            <a:ln w="9525" cap="flat" cmpd="sng">
              <a:solidFill>
                <a:schemeClr val="accent1"/>
              </a:solidFill>
              <a:prstDash val="solid"/>
              <a:round/>
              <a:headEnd type="none" w="med" len="med"/>
              <a:tailEnd type="oval" w="med" len="med"/>
            </a:ln>
          </p:spPr>
        </p:cxnSp>
      </p:grpSp>
      <p:cxnSp>
        <p:nvCxnSpPr>
          <p:cNvPr id="185" name="Google Shape;185;p22"/>
          <p:cNvCxnSpPr/>
          <p:nvPr/>
        </p:nvCxnSpPr>
        <p:spPr>
          <a:xfrm rot="10800000" flipH="1">
            <a:off x="476250" y="4552875"/>
            <a:ext cx="723900" cy="1038300"/>
          </a:xfrm>
          <a:prstGeom prst="straightConnector1">
            <a:avLst/>
          </a:prstGeom>
          <a:noFill/>
          <a:ln w="9525" cap="flat" cmpd="sng">
            <a:solidFill>
              <a:schemeClr val="accent1"/>
            </a:solidFill>
            <a:prstDash val="solid"/>
            <a:round/>
            <a:headEnd type="none" w="med" len="med"/>
            <a:tailEnd type="oval" w="med" len="med"/>
          </a:ln>
        </p:spPr>
      </p:cxnSp>
      <p:cxnSp>
        <p:nvCxnSpPr>
          <p:cNvPr id="186" name="Google Shape;186;p22"/>
          <p:cNvCxnSpPr/>
          <p:nvPr/>
        </p:nvCxnSpPr>
        <p:spPr>
          <a:xfrm rot="10800000" flipH="1">
            <a:off x="180975" y="4800525"/>
            <a:ext cx="723900" cy="1038300"/>
          </a:xfrm>
          <a:prstGeom prst="straightConnector1">
            <a:avLst/>
          </a:prstGeom>
          <a:noFill/>
          <a:ln w="9525" cap="flat" cmpd="sng">
            <a:solidFill>
              <a:schemeClr val="accent2"/>
            </a:solidFill>
            <a:prstDash val="solid"/>
            <a:round/>
            <a:headEnd type="none" w="med" len="med"/>
            <a:tailEnd type="oval" w="med" len="med"/>
          </a:ln>
        </p:spPr>
      </p:cxnSp>
      <p:pic>
        <p:nvPicPr>
          <p:cNvPr id="187" name="Google Shape;187;p22"/>
          <p:cNvPicPr preferRelativeResize="0"/>
          <p:nvPr/>
        </p:nvPicPr>
        <p:blipFill rotWithShape="1">
          <a:blip r:embed="rId2">
            <a:alphaModFix/>
          </a:blip>
          <a:srcRect l="3855" b="9991"/>
          <a:stretch/>
        </p:blipFill>
        <p:spPr>
          <a:xfrm>
            <a:off x="180975" y="4188419"/>
            <a:ext cx="2372526" cy="8122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text 1">
  <p:cSld name="CUSTOM_4">
    <p:spTree>
      <p:nvGrpSpPr>
        <p:cNvPr id="1" name="Shape 188"/>
        <p:cNvGrpSpPr/>
        <p:nvPr/>
      </p:nvGrpSpPr>
      <p:grpSpPr>
        <a:xfrm>
          <a:off x="0" y="0"/>
          <a:ext cx="0" cy="0"/>
          <a:chOff x="0" y="0"/>
          <a:chExt cx="0" cy="0"/>
        </a:xfrm>
      </p:grpSpPr>
      <p:sp>
        <p:nvSpPr>
          <p:cNvPr id="189" name="Google Shape;189;p23"/>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90" name="Google Shape;190;p23"/>
          <p:cNvSpPr txBox="1">
            <a:spLocks noGrp="1"/>
          </p:cNvSpPr>
          <p:nvPr>
            <p:ph type="title"/>
          </p:nvPr>
        </p:nvSpPr>
        <p:spPr>
          <a:xfrm>
            <a:off x="713225" y="1528613"/>
            <a:ext cx="3015000" cy="11280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91" name="Google Shape;191;p23"/>
          <p:cNvSpPr txBox="1">
            <a:spLocks noGrp="1"/>
          </p:cNvSpPr>
          <p:nvPr>
            <p:ph type="subTitle" idx="1"/>
          </p:nvPr>
        </p:nvSpPr>
        <p:spPr>
          <a:xfrm>
            <a:off x="713225" y="2580488"/>
            <a:ext cx="3015000" cy="1034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192" name="Google Shape;192;p23"/>
          <p:cNvGrpSpPr/>
          <p:nvPr/>
        </p:nvGrpSpPr>
        <p:grpSpPr>
          <a:xfrm>
            <a:off x="-1048048" y="113877"/>
            <a:ext cx="11045523" cy="5029623"/>
            <a:chOff x="-1048048" y="113877"/>
            <a:chExt cx="11045523" cy="5029623"/>
          </a:xfrm>
        </p:grpSpPr>
        <p:pic>
          <p:nvPicPr>
            <p:cNvPr id="193" name="Google Shape;193;p23"/>
            <p:cNvPicPr preferRelativeResize="0"/>
            <p:nvPr/>
          </p:nvPicPr>
          <p:blipFill>
            <a:blip r:embed="rId2">
              <a:alphaModFix/>
            </a:blip>
            <a:stretch>
              <a:fillRect/>
            </a:stretch>
          </p:blipFill>
          <p:spPr>
            <a:xfrm rot="-2700000">
              <a:off x="-1245774" y="918571"/>
              <a:ext cx="2467773" cy="462934"/>
            </a:xfrm>
            <a:prstGeom prst="rect">
              <a:avLst/>
            </a:prstGeom>
            <a:noFill/>
            <a:ln>
              <a:noFill/>
            </a:ln>
          </p:spPr>
        </p:pic>
        <p:pic>
          <p:nvPicPr>
            <p:cNvPr id="194" name="Google Shape;194;p23"/>
            <p:cNvPicPr preferRelativeResize="0"/>
            <p:nvPr/>
          </p:nvPicPr>
          <p:blipFill>
            <a:blip r:embed="rId2">
              <a:alphaModFix/>
            </a:blip>
            <a:stretch>
              <a:fillRect/>
            </a:stretch>
          </p:blipFill>
          <p:spPr>
            <a:xfrm rot="-2700000">
              <a:off x="7727426" y="3875871"/>
              <a:ext cx="2467773" cy="462934"/>
            </a:xfrm>
            <a:prstGeom prst="rect">
              <a:avLst/>
            </a:prstGeom>
            <a:noFill/>
            <a:ln>
              <a:noFill/>
            </a:ln>
          </p:spPr>
        </p:pic>
      </p:grpSp>
      <p:grpSp>
        <p:nvGrpSpPr>
          <p:cNvPr id="195" name="Google Shape;195;p23"/>
          <p:cNvGrpSpPr/>
          <p:nvPr/>
        </p:nvGrpSpPr>
        <p:grpSpPr>
          <a:xfrm>
            <a:off x="-573001" y="4645068"/>
            <a:ext cx="2487186" cy="603331"/>
            <a:chOff x="162825" y="4587541"/>
            <a:chExt cx="1763711" cy="427833"/>
          </a:xfrm>
        </p:grpSpPr>
        <p:pic>
          <p:nvPicPr>
            <p:cNvPr id="196" name="Google Shape;196;p23"/>
            <p:cNvPicPr preferRelativeResize="0"/>
            <p:nvPr/>
          </p:nvPicPr>
          <p:blipFill>
            <a:blip r:embed="rId3">
              <a:alphaModFix amt="46000"/>
            </a:blip>
            <a:stretch>
              <a:fillRect/>
            </a:stretch>
          </p:blipFill>
          <p:spPr>
            <a:xfrm>
              <a:off x="162825" y="4648923"/>
              <a:ext cx="1578400" cy="366450"/>
            </a:xfrm>
            <a:prstGeom prst="rect">
              <a:avLst/>
            </a:prstGeom>
            <a:noFill/>
            <a:ln>
              <a:noFill/>
            </a:ln>
          </p:spPr>
        </p:pic>
        <p:pic>
          <p:nvPicPr>
            <p:cNvPr id="197" name="Google Shape;197;p23"/>
            <p:cNvPicPr preferRelativeResize="0"/>
            <p:nvPr/>
          </p:nvPicPr>
          <p:blipFill>
            <a:blip r:embed="rId3">
              <a:alphaModFix/>
            </a:blip>
            <a:stretch>
              <a:fillRect/>
            </a:stretch>
          </p:blipFill>
          <p:spPr>
            <a:xfrm>
              <a:off x="819963" y="4758475"/>
              <a:ext cx="1106574" cy="256900"/>
            </a:xfrm>
            <a:prstGeom prst="rect">
              <a:avLst/>
            </a:prstGeom>
            <a:noFill/>
            <a:ln>
              <a:noFill/>
            </a:ln>
          </p:spPr>
        </p:pic>
        <p:pic>
          <p:nvPicPr>
            <p:cNvPr id="198" name="Google Shape;198;p23"/>
            <p:cNvPicPr preferRelativeResize="0"/>
            <p:nvPr/>
          </p:nvPicPr>
          <p:blipFill>
            <a:blip r:embed="rId3">
              <a:alphaModFix amt="88000"/>
            </a:blip>
            <a:stretch>
              <a:fillRect/>
            </a:stretch>
          </p:blipFill>
          <p:spPr>
            <a:xfrm>
              <a:off x="440163" y="4587541"/>
              <a:ext cx="1106574" cy="256900"/>
            </a:xfrm>
            <a:prstGeom prst="rect">
              <a:avLst/>
            </a:prstGeom>
            <a:noFill/>
            <a:ln>
              <a:noFill/>
            </a:ln>
          </p:spPr>
        </p:pic>
      </p:grpSp>
      <p:pic>
        <p:nvPicPr>
          <p:cNvPr id="199" name="Google Shape;199;p23"/>
          <p:cNvPicPr preferRelativeResize="0"/>
          <p:nvPr/>
        </p:nvPicPr>
        <p:blipFill rotWithShape="1">
          <a:blip r:embed="rId4">
            <a:alphaModFix/>
          </a:blip>
          <a:srcRect b="25997"/>
          <a:stretch/>
        </p:blipFill>
        <p:spPr>
          <a:xfrm rot="10800000">
            <a:off x="440169" y="150028"/>
            <a:ext cx="3638426" cy="557675"/>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ext 2">
  <p:cSld name="CUSTOM_4_2">
    <p:spTree>
      <p:nvGrpSpPr>
        <p:cNvPr id="1" name="Shape 200"/>
        <p:cNvGrpSpPr/>
        <p:nvPr/>
      </p:nvGrpSpPr>
      <p:grpSpPr>
        <a:xfrm>
          <a:off x="0" y="0"/>
          <a:ext cx="0" cy="0"/>
          <a:chOff x="0" y="0"/>
          <a:chExt cx="0" cy="0"/>
        </a:xfrm>
      </p:grpSpPr>
      <p:sp>
        <p:nvSpPr>
          <p:cNvPr id="201" name="Google Shape;201;p24"/>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02" name="Google Shape;202;p24"/>
          <p:cNvSpPr txBox="1">
            <a:spLocks noGrp="1"/>
          </p:cNvSpPr>
          <p:nvPr>
            <p:ph type="title"/>
          </p:nvPr>
        </p:nvSpPr>
        <p:spPr>
          <a:xfrm>
            <a:off x="5415775" y="1943370"/>
            <a:ext cx="3015000" cy="713400"/>
          </a:xfrm>
          <a:prstGeom prst="rect">
            <a:avLst/>
          </a:prstGeom>
        </p:spPr>
        <p:txBody>
          <a:bodyPr spcFirstLastPara="1" wrap="square" lIns="91425" tIns="91425" rIns="91425" bIns="91425" anchor="b" anchorCtr="0">
            <a:noAutofit/>
          </a:bodyPr>
          <a:lstStyle>
            <a:lvl1pPr lvl="0" algn="r" rtl="0">
              <a:spcBef>
                <a:spcPts val="0"/>
              </a:spcBef>
              <a:spcAft>
                <a:spcPts val="0"/>
              </a:spcAft>
              <a:buSzPts val="2800"/>
              <a:buNone/>
              <a:defRPr/>
            </a:lvl1pPr>
            <a:lvl2pPr lvl="1" algn="r" rtl="0">
              <a:spcBef>
                <a:spcPts val="0"/>
              </a:spcBef>
              <a:spcAft>
                <a:spcPts val="0"/>
              </a:spcAft>
              <a:buSzPts val="2800"/>
              <a:buNone/>
              <a:defRPr/>
            </a:lvl2pPr>
            <a:lvl3pPr lvl="2" algn="r" rtl="0">
              <a:spcBef>
                <a:spcPts val="0"/>
              </a:spcBef>
              <a:spcAft>
                <a:spcPts val="0"/>
              </a:spcAft>
              <a:buSzPts val="2800"/>
              <a:buNone/>
              <a:defRPr/>
            </a:lvl3pPr>
            <a:lvl4pPr lvl="3" algn="r" rtl="0">
              <a:spcBef>
                <a:spcPts val="0"/>
              </a:spcBef>
              <a:spcAft>
                <a:spcPts val="0"/>
              </a:spcAft>
              <a:buSzPts val="2800"/>
              <a:buNone/>
              <a:defRPr/>
            </a:lvl4pPr>
            <a:lvl5pPr lvl="4" algn="r" rtl="0">
              <a:spcBef>
                <a:spcPts val="0"/>
              </a:spcBef>
              <a:spcAft>
                <a:spcPts val="0"/>
              </a:spcAft>
              <a:buSzPts val="2800"/>
              <a:buNone/>
              <a:defRPr/>
            </a:lvl5pPr>
            <a:lvl6pPr lvl="5" algn="r" rtl="0">
              <a:spcBef>
                <a:spcPts val="0"/>
              </a:spcBef>
              <a:spcAft>
                <a:spcPts val="0"/>
              </a:spcAft>
              <a:buSzPts val="2800"/>
              <a:buNone/>
              <a:defRPr/>
            </a:lvl6pPr>
            <a:lvl7pPr lvl="6" algn="r" rtl="0">
              <a:spcBef>
                <a:spcPts val="0"/>
              </a:spcBef>
              <a:spcAft>
                <a:spcPts val="0"/>
              </a:spcAft>
              <a:buSzPts val="2800"/>
              <a:buNone/>
              <a:defRPr/>
            </a:lvl7pPr>
            <a:lvl8pPr lvl="7" algn="r" rtl="0">
              <a:spcBef>
                <a:spcPts val="0"/>
              </a:spcBef>
              <a:spcAft>
                <a:spcPts val="0"/>
              </a:spcAft>
              <a:buSzPts val="2800"/>
              <a:buNone/>
              <a:defRPr/>
            </a:lvl8pPr>
            <a:lvl9pPr lvl="8" algn="r" rtl="0">
              <a:spcBef>
                <a:spcPts val="0"/>
              </a:spcBef>
              <a:spcAft>
                <a:spcPts val="0"/>
              </a:spcAft>
              <a:buSzPts val="2800"/>
              <a:buNone/>
              <a:defRPr/>
            </a:lvl9pPr>
          </a:lstStyle>
          <a:p>
            <a:endParaRPr/>
          </a:p>
        </p:txBody>
      </p:sp>
      <p:sp>
        <p:nvSpPr>
          <p:cNvPr id="203" name="Google Shape;203;p24"/>
          <p:cNvSpPr txBox="1">
            <a:spLocks noGrp="1"/>
          </p:cNvSpPr>
          <p:nvPr>
            <p:ph type="subTitle" idx="1"/>
          </p:nvPr>
        </p:nvSpPr>
        <p:spPr>
          <a:xfrm>
            <a:off x="5415775" y="2580488"/>
            <a:ext cx="3015000" cy="1034400"/>
          </a:xfrm>
          <a:prstGeom prst="rect">
            <a:avLst/>
          </a:prstGeom>
        </p:spPr>
        <p:txBody>
          <a:bodyPr spcFirstLastPara="1" wrap="square" lIns="91425" tIns="91425" rIns="91425" bIns="91425" anchor="t" anchorCtr="0">
            <a:noAutofit/>
          </a:bodyPr>
          <a:lstStyle>
            <a:lvl1pPr lvl="0" algn="r" rtl="0">
              <a:spcBef>
                <a:spcPts val="0"/>
              </a:spcBef>
              <a:spcAft>
                <a:spcPts val="0"/>
              </a:spcAft>
              <a:buSzPts val="1400"/>
              <a:buNone/>
              <a:defRPr/>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grpSp>
        <p:nvGrpSpPr>
          <p:cNvPr id="204" name="Google Shape;204;p24"/>
          <p:cNvGrpSpPr/>
          <p:nvPr/>
        </p:nvGrpSpPr>
        <p:grpSpPr>
          <a:xfrm>
            <a:off x="-715684" y="-910399"/>
            <a:ext cx="9731141" cy="5824491"/>
            <a:chOff x="-715684" y="-910399"/>
            <a:chExt cx="9731141" cy="5824491"/>
          </a:xfrm>
        </p:grpSpPr>
        <p:pic>
          <p:nvPicPr>
            <p:cNvPr id="205" name="Google Shape;205;p24"/>
            <p:cNvPicPr preferRelativeResize="0"/>
            <p:nvPr/>
          </p:nvPicPr>
          <p:blipFill>
            <a:blip r:embed="rId2">
              <a:alphaModFix/>
            </a:blip>
            <a:stretch>
              <a:fillRect/>
            </a:stretch>
          </p:blipFill>
          <p:spPr>
            <a:xfrm rot="-8100000">
              <a:off x="-222201" y="-474253"/>
              <a:ext cx="2186986" cy="2301659"/>
            </a:xfrm>
            <a:prstGeom prst="rect">
              <a:avLst/>
            </a:prstGeom>
            <a:noFill/>
            <a:ln>
              <a:noFill/>
            </a:ln>
          </p:spPr>
        </p:pic>
        <p:pic>
          <p:nvPicPr>
            <p:cNvPr id="206" name="Google Shape;206;p24"/>
            <p:cNvPicPr preferRelativeResize="0"/>
            <p:nvPr/>
          </p:nvPicPr>
          <p:blipFill>
            <a:blip r:embed="rId3">
              <a:alphaModFix/>
            </a:blip>
            <a:stretch>
              <a:fillRect/>
            </a:stretch>
          </p:blipFill>
          <p:spPr>
            <a:xfrm rot="10800000">
              <a:off x="6924987" y="201250"/>
              <a:ext cx="1963202" cy="1388125"/>
            </a:xfrm>
            <a:prstGeom prst="rect">
              <a:avLst/>
            </a:prstGeom>
            <a:noFill/>
            <a:ln>
              <a:noFill/>
            </a:ln>
          </p:spPr>
        </p:pic>
        <p:pic>
          <p:nvPicPr>
            <p:cNvPr id="207" name="Google Shape;207;p24"/>
            <p:cNvPicPr preferRelativeResize="0"/>
            <p:nvPr/>
          </p:nvPicPr>
          <p:blipFill>
            <a:blip r:embed="rId4">
              <a:alphaModFix/>
            </a:blip>
            <a:stretch>
              <a:fillRect/>
            </a:stretch>
          </p:blipFill>
          <p:spPr>
            <a:xfrm rot="-5400000">
              <a:off x="7393751" y="941943"/>
              <a:ext cx="2467773" cy="775639"/>
            </a:xfrm>
            <a:prstGeom prst="rect">
              <a:avLst/>
            </a:prstGeom>
            <a:noFill/>
            <a:ln>
              <a:noFill/>
            </a:ln>
          </p:spPr>
        </p:pic>
        <p:pic>
          <p:nvPicPr>
            <p:cNvPr id="208" name="Google Shape;208;p24"/>
            <p:cNvPicPr preferRelativeResize="0"/>
            <p:nvPr/>
          </p:nvPicPr>
          <p:blipFill>
            <a:blip r:embed="rId5">
              <a:alphaModFix/>
            </a:blip>
            <a:stretch>
              <a:fillRect/>
            </a:stretch>
          </p:blipFill>
          <p:spPr>
            <a:xfrm>
              <a:off x="6488576" y="4451159"/>
              <a:ext cx="2467774" cy="462933"/>
            </a:xfrm>
            <a:prstGeom prst="rect">
              <a:avLst/>
            </a:prstGeom>
            <a:noFill/>
            <a:ln>
              <a:noFill/>
            </a:ln>
          </p:spPr>
        </p:pic>
      </p:grpSp>
      <p:grpSp>
        <p:nvGrpSpPr>
          <p:cNvPr id="209" name="Google Shape;209;p24"/>
          <p:cNvGrpSpPr/>
          <p:nvPr/>
        </p:nvGrpSpPr>
        <p:grpSpPr>
          <a:xfrm>
            <a:off x="-44934" y="-61767"/>
            <a:ext cx="9236542" cy="5274066"/>
            <a:chOff x="-44934" y="-61767"/>
            <a:chExt cx="9236542" cy="5274066"/>
          </a:xfrm>
        </p:grpSpPr>
        <p:pic>
          <p:nvPicPr>
            <p:cNvPr id="210" name="Google Shape;210;p24"/>
            <p:cNvPicPr preferRelativeResize="0"/>
            <p:nvPr/>
          </p:nvPicPr>
          <p:blipFill>
            <a:blip r:embed="rId6">
              <a:alphaModFix/>
            </a:blip>
            <a:stretch>
              <a:fillRect/>
            </a:stretch>
          </p:blipFill>
          <p:spPr>
            <a:xfrm flipH="1">
              <a:off x="7004083" y="4437200"/>
              <a:ext cx="2187526" cy="775099"/>
            </a:xfrm>
            <a:prstGeom prst="rect">
              <a:avLst/>
            </a:prstGeom>
            <a:noFill/>
            <a:ln>
              <a:noFill/>
            </a:ln>
          </p:spPr>
        </p:pic>
        <p:pic>
          <p:nvPicPr>
            <p:cNvPr id="211" name="Google Shape;211;p24"/>
            <p:cNvPicPr preferRelativeResize="0"/>
            <p:nvPr/>
          </p:nvPicPr>
          <p:blipFill>
            <a:blip r:embed="rId6">
              <a:alphaModFix/>
            </a:blip>
            <a:stretch>
              <a:fillRect/>
            </a:stretch>
          </p:blipFill>
          <p:spPr>
            <a:xfrm rot="10800000" flipH="1">
              <a:off x="-44934" y="-61767"/>
              <a:ext cx="2187526" cy="775099"/>
            </a:xfrm>
            <a:prstGeom prst="rect">
              <a:avLst/>
            </a:prstGeom>
            <a:noFill/>
            <a:ln>
              <a:noFill/>
            </a:ln>
          </p:spPr>
        </p:pic>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text 3">
  <p:cSld name="CUSTOM_4_1">
    <p:spTree>
      <p:nvGrpSpPr>
        <p:cNvPr id="1" name="Shape 212"/>
        <p:cNvGrpSpPr/>
        <p:nvPr/>
      </p:nvGrpSpPr>
      <p:grpSpPr>
        <a:xfrm>
          <a:off x="0" y="0"/>
          <a:ext cx="0" cy="0"/>
          <a:chOff x="0" y="0"/>
          <a:chExt cx="0" cy="0"/>
        </a:xfrm>
      </p:grpSpPr>
      <p:sp>
        <p:nvSpPr>
          <p:cNvPr id="213" name="Google Shape;213;p25"/>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14" name="Google Shape;214;p2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15" name="Google Shape;215;p25"/>
          <p:cNvSpPr txBox="1">
            <a:spLocks noGrp="1"/>
          </p:cNvSpPr>
          <p:nvPr>
            <p:ph type="body" idx="1"/>
          </p:nvPr>
        </p:nvSpPr>
        <p:spPr>
          <a:xfrm>
            <a:off x="720000" y="1063350"/>
            <a:ext cx="7704000" cy="11178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Font typeface="Nunito Light"/>
              <a:buChar char="●"/>
              <a:defRPr sz="1200"/>
            </a:lvl1pPr>
            <a:lvl2pPr marL="914400" lvl="1" indent="-317500" rtl="0">
              <a:lnSpc>
                <a:spcPct val="100000"/>
              </a:lnSpc>
              <a:spcBef>
                <a:spcPts val="0"/>
              </a:spcBef>
              <a:spcAft>
                <a:spcPts val="0"/>
              </a:spcAft>
              <a:buSzPts val="1400"/>
              <a:buFont typeface="Nunito Light"/>
              <a:buChar char="○"/>
              <a:defRPr/>
            </a:lvl2pPr>
            <a:lvl3pPr marL="1371600" lvl="2" indent="-317500" rtl="0">
              <a:lnSpc>
                <a:spcPct val="100000"/>
              </a:lnSpc>
              <a:spcBef>
                <a:spcPts val="0"/>
              </a:spcBef>
              <a:spcAft>
                <a:spcPts val="0"/>
              </a:spcAft>
              <a:buSzPts val="1400"/>
              <a:buFont typeface="Nunito Light"/>
              <a:buChar char="■"/>
              <a:defRPr/>
            </a:lvl3pPr>
            <a:lvl4pPr marL="1828800" lvl="3" indent="-317500" rtl="0">
              <a:lnSpc>
                <a:spcPct val="100000"/>
              </a:lnSpc>
              <a:spcBef>
                <a:spcPts val="0"/>
              </a:spcBef>
              <a:spcAft>
                <a:spcPts val="0"/>
              </a:spcAft>
              <a:buSzPts val="1400"/>
              <a:buFont typeface="Nunito Light"/>
              <a:buChar char="●"/>
              <a:defRPr/>
            </a:lvl4pPr>
            <a:lvl5pPr marL="2286000" lvl="4" indent="-317500" rtl="0">
              <a:lnSpc>
                <a:spcPct val="100000"/>
              </a:lnSpc>
              <a:spcBef>
                <a:spcPts val="0"/>
              </a:spcBef>
              <a:spcAft>
                <a:spcPts val="0"/>
              </a:spcAft>
              <a:buSzPts val="1400"/>
              <a:buFont typeface="Nunito Light"/>
              <a:buChar char="○"/>
              <a:defRPr/>
            </a:lvl5pPr>
            <a:lvl6pPr marL="2743200" lvl="5" indent="-317500" rtl="0">
              <a:lnSpc>
                <a:spcPct val="100000"/>
              </a:lnSpc>
              <a:spcBef>
                <a:spcPts val="0"/>
              </a:spcBef>
              <a:spcAft>
                <a:spcPts val="0"/>
              </a:spcAft>
              <a:buSzPts val="1400"/>
              <a:buFont typeface="Nunito Light"/>
              <a:buChar char="■"/>
              <a:defRPr/>
            </a:lvl6pPr>
            <a:lvl7pPr marL="3200400" lvl="6" indent="-317500" rtl="0">
              <a:lnSpc>
                <a:spcPct val="100000"/>
              </a:lnSpc>
              <a:spcBef>
                <a:spcPts val="0"/>
              </a:spcBef>
              <a:spcAft>
                <a:spcPts val="0"/>
              </a:spcAft>
              <a:buSzPts val="1400"/>
              <a:buFont typeface="Nunito Light"/>
              <a:buChar char="●"/>
              <a:defRPr/>
            </a:lvl7pPr>
            <a:lvl8pPr marL="3657600" lvl="7" indent="-317500" rtl="0">
              <a:lnSpc>
                <a:spcPct val="100000"/>
              </a:lnSpc>
              <a:spcBef>
                <a:spcPts val="0"/>
              </a:spcBef>
              <a:spcAft>
                <a:spcPts val="0"/>
              </a:spcAft>
              <a:buSzPts val="1400"/>
              <a:buFont typeface="Nunito Light"/>
              <a:buChar char="○"/>
              <a:defRPr/>
            </a:lvl8pPr>
            <a:lvl9pPr marL="4114800" lvl="8" indent="-317500" rtl="0">
              <a:lnSpc>
                <a:spcPct val="100000"/>
              </a:lnSpc>
              <a:spcBef>
                <a:spcPts val="0"/>
              </a:spcBef>
              <a:spcAft>
                <a:spcPts val="0"/>
              </a:spcAft>
              <a:buSzPts val="1400"/>
              <a:buFont typeface="Nunito Light"/>
              <a:buChar char="■"/>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text 4">
  <p:cSld name="CUSTOM_4_1_1">
    <p:spTree>
      <p:nvGrpSpPr>
        <p:cNvPr id="1" name="Shape 216"/>
        <p:cNvGrpSpPr/>
        <p:nvPr/>
      </p:nvGrpSpPr>
      <p:grpSpPr>
        <a:xfrm>
          <a:off x="0" y="0"/>
          <a:ext cx="0" cy="0"/>
          <a:chOff x="0" y="0"/>
          <a:chExt cx="0" cy="0"/>
        </a:xfrm>
      </p:grpSpPr>
      <p:sp>
        <p:nvSpPr>
          <p:cNvPr id="217" name="Google Shape;217;p26"/>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18" name="Google Shape;218;p2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19" name="Google Shape;219;p26"/>
          <p:cNvSpPr txBox="1">
            <a:spLocks noGrp="1"/>
          </p:cNvSpPr>
          <p:nvPr>
            <p:ph type="body" idx="1"/>
          </p:nvPr>
        </p:nvSpPr>
        <p:spPr>
          <a:xfrm>
            <a:off x="720000" y="1063350"/>
            <a:ext cx="7704000" cy="35406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Font typeface="Nunito Light"/>
              <a:buChar char="●"/>
              <a:defRPr sz="1200"/>
            </a:lvl1pPr>
            <a:lvl2pPr marL="914400" lvl="1" indent="-317500" rtl="0">
              <a:lnSpc>
                <a:spcPct val="100000"/>
              </a:lnSpc>
              <a:spcBef>
                <a:spcPts val="0"/>
              </a:spcBef>
              <a:spcAft>
                <a:spcPts val="0"/>
              </a:spcAft>
              <a:buSzPts val="1400"/>
              <a:buFont typeface="Nunito Light"/>
              <a:buChar char="○"/>
              <a:defRPr/>
            </a:lvl2pPr>
            <a:lvl3pPr marL="1371600" lvl="2" indent="-317500" rtl="0">
              <a:lnSpc>
                <a:spcPct val="100000"/>
              </a:lnSpc>
              <a:spcBef>
                <a:spcPts val="0"/>
              </a:spcBef>
              <a:spcAft>
                <a:spcPts val="0"/>
              </a:spcAft>
              <a:buSzPts val="1400"/>
              <a:buFont typeface="Nunito Light"/>
              <a:buChar char="■"/>
              <a:defRPr/>
            </a:lvl3pPr>
            <a:lvl4pPr marL="1828800" lvl="3" indent="-317500" rtl="0">
              <a:lnSpc>
                <a:spcPct val="100000"/>
              </a:lnSpc>
              <a:spcBef>
                <a:spcPts val="0"/>
              </a:spcBef>
              <a:spcAft>
                <a:spcPts val="0"/>
              </a:spcAft>
              <a:buSzPts val="1400"/>
              <a:buFont typeface="Nunito Light"/>
              <a:buChar char="●"/>
              <a:defRPr/>
            </a:lvl4pPr>
            <a:lvl5pPr marL="2286000" lvl="4" indent="-317500" rtl="0">
              <a:lnSpc>
                <a:spcPct val="100000"/>
              </a:lnSpc>
              <a:spcBef>
                <a:spcPts val="0"/>
              </a:spcBef>
              <a:spcAft>
                <a:spcPts val="0"/>
              </a:spcAft>
              <a:buSzPts val="1400"/>
              <a:buFont typeface="Nunito Light"/>
              <a:buChar char="○"/>
              <a:defRPr/>
            </a:lvl5pPr>
            <a:lvl6pPr marL="2743200" lvl="5" indent="-317500" rtl="0">
              <a:lnSpc>
                <a:spcPct val="100000"/>
              </a:lnSpc>
              <a:spcBef>
                <a:spcPts val="0"/>
              </a:spcBef>
              <a:spcAft>
                <a:spcPts val="0"/>
              </a:spcAft>
              <a:buSzPts val="1400"/>
              <a:buFont typeface="Nunito Light"/>
              <a:buChar char="■"/>
              <a:defRPr/>
            </a:lvl6pPr>
            <a:lvl7pPr marL="3200400" lvl="6" indent="-317500" rtl="0">
              <a:lnSpc>
                <a:spcPct val="100000"/>
              </a:lnSpc>
              <a:spcBef>
                <a:spcPts val="0"/>
              </a:spcBef>
              <a:spcAft>
                <a:spcPts val="0"/>
              </a:spcAft>
              <a:buSzPts val="1400"/>
              <a:buFont typeface="Nunito Light"/>
              <a:buChar char="●"/>
              <a:defRPr/>
            </a:lvl7pPr>
            <a:lvl8pPr marL="3657600" lvl="7" indent="-317500" rtl="0">
              <a:lnSpc>
                <a:spcPct val="100000"/>
              </a:lnSpc>
              <a:spcBef>
                <a:spcPts val="0"/>
              </a:spcBef>
              <a:spcAft>
                <a:spcPts val="0"/>
              </a:spcAft>
              <a:buSzPts val="1400"/>
              <a:buFont typeface="Nunito Light"/>
              <a:buChar char="○"/>
              <a:defRPr/>
            </a:lvl8pPr>
            <a:lvl9pPr marL="4114800" lvl="8" indent="-317500" rtl="0">
              <a:lnSpc>
                <a:spcPct val="100000"/>
              </a:lnSpc>
              <a:spcBef>
                <a:spcPts val="0"/>
              </a:spcBef>
              <a:spcAft>
                <a:spcPts val="0"/>
              </a:spcAft>
              <a:buSzPts val="1400"/>
              <a:buFont typeface="Nunito Light"/>
              <a:buChar char="■"/>
              <a:defRPr/>
            </a:lvl9pPr>
          </a:lstStyle>
          <a:p>
            <a:endParaRPr/>
          </a:p>
        </p:txBody>
      </p:sp>
      <p:grpSp>
        <p:nvGrpSpPr>
          <p:cNvPr id="220" name="Google Shape;220;p26"/>
          <p:cNvGrpSpPr/>
          <p:nvPr/>
        </p:nvGrpSpPr>
        <p:grpSpPr>
          <a:xfrm>
            <a:off x="6225662" y="2144886"/>
            <a:ext cx="3876051" cy="3876075"/>
            <a:chOff x="6225662" y="2144886"/>
            <a:chExt cx="3876051" cy="3876075"/>
          </a:xfrm>
        </p:grpSpPr>
        <p:pic>
          <p:nvPicPr>
            <p:cNvPr id="221" name="Google Shape;221;p26"/>
            <p:cNvPicPr preferRelativeResize="0"/>
            <p:nvPr/>
          </p:nvPicPr>
          <p:blipFill>
            <a:blip r:embed="rId2">
              <a:alphaModFix/>
            </a:blip>
            <a:stretch>
              <a:fillRect/>
            </a:stretch>
          </p:blipFill>
          <p:spPr>
            <a:xfrm>
              <a:off x="6535626" y="4406681"/>
              <a:ext cx="2467773" cy="775639"/>
            </a:xfrm>
            <a:prstGeom prst="rect">
              <a:avLst/>
            </a:prstGeom>
            <a:noFill/>
            <a:ln>
              <a:noFill/>
            </a:ln>
          </p:spPr>
        </p:pic>
        <p:pic>
          <p:nvPicPr>
            <p:cNvPr id="222" name="Google Shape;222;p26"/>
            <p:cNvPicPr preferRelativeResize="0"/>
            <p:nvPr/>
          </p:nvPicPr>
          <p:blipFill>
            <a:blip r:embed="rId3">
              <a:alphaModFix/>
            </a:blip>
            <a:stretch>
              <a:fillRect/>
            </a:stretch>
          </p:blipFill>
          <p:spPr>
            <a:xfrm rot="2700011">
              <a:off x="6828302" y="2677518"/>
              <a:ext cx="2670770" cy="2810811"/>
            </a:xfrm>
            <a:prstGeom prst="rect">
              <a:avLst/>
            </a:prstGeom>
            <a:noFill/>
            <a:ln>
              <a:noFill/>
            </a:ln>
          </p:spPr>
        </p:pic>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_1">
    <p:spTree>
      <p:nvGrpSpPr>
        <p:cNvPr id="1" name="Shape 223"/>
        <p:cNvGrpSpPr/>
        <p:nvPr/>
      </p:nvGrpSpPr>
      <p:grpSpPr>
        <a:xfrm>
          <a:off x="0" y="0"/>
          <a:ext cx="0" cy="0"/>
          <a:chOff x="0" y="0"/>
          <a:chExt cx="0" cy="0"/>
        </a:xfrm>
      </p:grpSpPr>
      <p:sp>
        <p:nvSpPr>
          <p:cNvPr id="224" name="Google Shape;224;p27"/>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25" name="Google Shape;225;p2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26" name="Google Shape;226;p27"/>
          <p:cNvSpPr txBox="1">
            <a:spLocks noGrp="1"/>
          </p:cNvSpPr>
          <p:nvPr>
            <p:ph type="subTitle" idx="1"/>
          </p:nvPr>
        </p:nvSpPr>
        <p:spPr>
          <a:xfrm>
            <a:off x="4845613" y="1731125"/>
            <a:ext cx="3424200" cy="21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27" name="Google Shape;227;p27"/>
          <p:cNvSpPr txBox="1">
            <a:spLocks noGrp="1"/>
          </p:cNvSpPr>
          <p:nvPr>
            <p:ph type="subTitle" idx="2"/>
          </p:nvPr>
        </p:nvSpPr>
        <p:spPr>
          <a:xfrm>
            <a:off x="874188" y="1731125"/>
            <a:ext cx="3424200" cy="21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228" name="Google Shape;228;p27"/>
          <p:cNvGrpSpPr/>
          <p:nvPr/>
        </p:nvGrpSpPr>
        <p:grpSpPr>
          <a:xfrm>
            <a:off x="277425" y="4604002"/>
            <a:ext cx="3542749" cy="419800"/>
            <a:chOff x="277425" y="4604002"/>
            <a:chExt cx="3542749" cy="419800"/>
          </a:xfrm>
        </p:grpSpPr>
        <p:pic>
          <p:nvPicPr>
            <p:cNvPr id="229" name="Google Shape;229;p27"/>
            <p:cNvPicPr preferRelativeResize="0"/>
            <p:nvPr/>
          </p:nvPicPr>
          <p:blipFill rotWithShape="1">
            <a:blip r:embed="rId2">
              <a:alphaModFix/>
            </a:blip>
            <a:srcRect t="26724"/>
            <a:stretch/>
          </p:blipFill>
          <p:spPr>
            <a:xfrm>
              <a:off x="277425" y="4604002"/>
              <a:ext cx="2467749" cy="419800"/>
            </a:xfrm>
            <a:prstGeom prst="rect">
              <a:avLst/>
            </a:prstGeom>
            <a:noFill/>
            <a:ln>
              <a:noFill/>
            </a:ln>
          </p:spPr>
        </p:pic>
        <p:pic>
          <p:nvPicPr>
            <p:cNvPr id="230" name="Google Shape;230;p27"/>
            <p:cNvPicPr preferRelativeResize="0"/>
            <p:nvPr/>
          </p:nvPicPr>
          <p:blipFill rotWithShape="1">
            <a:blip r:embed="rId2">
              <a:alphaModFix/>
            </a:blip>
            <a:srcRect t="26724"/>
            <a:stretch/>
          </p:blipFill>
          <p:spPr>
            <a:xfrm>
              <a:off x="1352425" y="4604002"/>
              <a:ext cx="2467749" cy="419800"/>
            </a:xfrm>
            <a:prstGeom prst="rect">
              <a:avLst/>
            </a:prstGeom>
            <a:noFill/>
            <a:ln>
              <a:noFill/>
            </a:ln>
          </p:spPr>
        </p:pic>
      </p:grpSp>
      <p:grpSp>
        <p:nvGrpSpPr>
          <p:cNvPr id="231" name="Google Shape;231;p27"/>
          <p:cNvGrpSpPr/>
          <p:nvPr/>
        </p:nvGrpSpPr>
        <p:grpSpPr>
          <a:xfrm rot="10800000">
            <a:off x="568325" y="4633850"/>
            <a:ext cx="5797550" cy="230250"/>
            <a:chOff x="5873750" y="218475"/>
            <a:chExt cx="5797550" cy="230250"/>
          </a:xfrm>
        </p:grpSpPr>
        <p:cxnSp>
          <p:nvCxnSpPr>
            <p:cNvPr id="232" name="Google Shape;232;p27"/>
            <p:cNvCxnSpPr/>
            <p:nvPr/>
          </p:nvCxnSpPr>
          <p:spPr>
            <a:xfrm>
              <a:off x="5873750" y="290288"/>
              <a:ext cx="1981200" cy="0"/>
            </a:xfrm>
            <a:prstGeom prst="straightConnector1">
              <a:avLst/>
            </a:prstGeom>
            <a:noFill/>
            <a:ln w="9525" cap="flat" cmpd="sng">
              <a:solidFill>
                <a:schemeClr val="accent1"/>
              </a:solidFill>
              <a:prstDash val="solid"/>
              <a:round/>
              <a:headEnd type="oval" w="med" len="med"/>
              <a:tailEnd type="none" w="med" len="med"/>
            </a:ln>
          </p:spPr>
        </p:cxnSp>
        <p:sp>
          <p:nvSpPr>
            <p:cNvPr id="233" name="Google Shape;233;p27"/>
            <p:cNvSpPr/>
            <p:nvPr/>
          </p:nvSpPr>
          <p:spPr>
            <a:xfrm>
              <a:off x="6800850" y="218475"/>
              <a:ext cx="4870450" cy="230250"/>
            </a:xfrm>
            <a:custGeom>
              <a:avLst/>
              <a:gdLst/>
              <a:ahLst/>
              <a:cxnLst/>
              <a:rect l="l" t="t" r="r" b="b"/>
              <a:pathLst>
                <a:path w="194818" h="9210" extrusionOk="0">
                  <a:moveTo>
                    <a:pt x="194818" y="0"/>
                  </a:moveTo>
                  <a:lnTo>
                    <a:pt x="43688" y="233"/>
                  </a:lnTo>
                  <a:lnTo>
                    <a:pt x="38505" y="9210"/>
                  </a:lnTo>
                  <a:lnTo>
                    <a:pt x="10160" y="9210"/>
                  </a:lnTo>
                  <a:lnTo>
                    <a:pt x="0" y="9210"/>
                  </a:lnTo>
                </a:path>
              </a:pathLst>
            </a:custGeom>
            <a:noFill/>
            <a:ln w="9525" cap="flat" cmpd="sng">
              <a:solidFill>
                <a:schemeClr val="lt2"/>
              </a:solidFill>
              <a:prstDash val="solid"/>
              <a:round/>
              <a:headEnd type="none" w="med" len="med"/>
              <a:tailEnd type="oval" w="med" len="med"/>
            </a:ln>
          </p:spPr>
          <p:txBody>
            <a:bodyPr/>
            <a:lstStyle/>
            <a:p>
              <a:endParaRPr lang="en-GB"/>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 name="Shape 234"/>
        <p:cNvGrpSpPr/>
        <p:nvPr/>
      </p:nvGrpSpPr>
      <p:grpSpPr>
        <a:xfrm>
          <a:off x="0" y="0"/>
          <a:ext cx="0" cy="0"/>
          <a:chOff x="0" y="0"/>
          <a:chExt cx="0" cy="0"/>
        </a:xfrm>
      </p:grpSpPr>
      <p:sp>
        <p:nvSpPr>
          <p:cNvPr id="235" name="Google Shape;235;p28"/>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36" name="Google Shape;236;p2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37" name="Google Shape;237;p28"/>
          <p:cNvSpPr txBox="1">
            <a:spLocks noGrp="1"/>
          </p:cNvSpPr>
          <p:nvPr>
            <p:ph type="subTitle" idx="1"/>
          </p:nvPr>
        </p:nvSpPr>
        <p:spPr>
          <a:xfrm>
            <a:off x="720000" y="2535201"/>
            <a:ext cx="1979400" cy="10155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38" name="Google Shape;238;p28"/>
          <p:cNvSpPr txBox="1">
            <a:spLocks noGrp="1"/>
          </p:cNvSpPr>
          <p:nvPr>
            <p:ph type="subTitle" idx="2"/>
          </p:nvPr>
        </p:nvSpPr>
        <p:spPr>
          <a:xfrm>
            <a:off x="3588648" y="2535201"/>
            <a:ext cx="1979400" cy="10155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39" name="Google Shape;239;p28"/>
          <p:cNvSpPr txBox="1">
            <a:spLocks noGrp="1"/>
          </p:cNvSpPr>
          <p:nvPr>
            <p:ph type="subTitle" idx="3"/>
          </p:nvPr>
        </p:nvSpPr>
        <p:spPr>
          <a:xfrm>
            <a:off x="6444602" y="2535201"/>
            <a:ext cx="1979400" cy="10155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40" name="Google Shape;240;p28"/>
          <p:cNvSpPr txBox="1">
            <a:spLocks noGrp="1"/>
          </p:cNvSpPr>
          <p:nvPr>
            <p:ph type="subTitle" idx="4"/>
          </p:nvPr>
        </p:nvSpPr>
        <p:spPr>
          <a:xfrm>
            <a:off x="720000" y="2199800"/>
            <a:ext cx="19794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41" name="Google Shape;241;p28"/>
          <p:cNvSpPr txBox="1">
            <a:spLocks noGrp="1"/>
          </p:cNvSpPr>
          <p:nvPr>
            <p:ph type="subTitle" idx="5"/>
          </p:nvPr>
        </p:nvSpPr>
        <p:spPr>
          <a:xfrm>
            <a:off x="3588651" y="2199800"/>
            <a:ext cx="19794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42" name="Google Shape;242;p28"/>
          <p:cNvSpPr txBox="1">
            <a:spLocks noGrp="1"/>
          </p:cNvSpPr>
          <p:nvPr>
            <p:ph type="subTitle" idx="6"/>
          </p:nvPr>
        </p:nvSpPr>
        <p:spPr>
          <a:xfrm>
            <a:off x="6444603" y="2199800"/>
            <a:ext cx="19794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243" name="Google Shape;243;p28"/>
          <p:cNvGrpSpPr/>
          <p:nvPr/>
        </p:nvGrpSpPr>
        <p:grpSpPr>
          <a:xfrm>
            <a:off x="5873750" y="224313"/>
            <a:ext cx="2940050" cy="224425"/>
            <a:chOff x="5873750" y="224313"/>
            <a:chExt cx="2940050" cy="224425"/>
          </a:xfrm>
        </p:grpSpPr>
        <p:cxnSp>
          <p:nvCxnSpPr>
            <p:cNvPr id="244" name="Google Shape;244;p28"/>
            <p:cNvCxnSpPr/>
            <p:nvPr/>
          </p:nvCxnSpPr>
          <p:spPr>
            <a:xfrm>
              <a:off x="5873750" y="290288"/>
              <a:ext cx="1981200" cy="0"/>
            </a:xfrm>
            <a:prstGeom prst="straightConnector1">
              <a:avLst/>
            </a:prstGeom>
            <a:noFill/>
            <a:ln w="9525" cap="flat" cmpd="sng">
              <a:solidFill>
                <a:schemeClr val="accent1"/>
              </a:solidFill>
              <a:prstDash val="solid"/>
              <a:round/>
              <a:headEnd type="oval" w="med" len="med"/>
              <a:tailEnd type="none" w="med" len="med"/>
            </a:ln>
          </p:spPr>
        </p:cxnSp>
        <p:sp>
          <p:nvSpPr>
            <p:cNvPr id="245" name="Google Shape;245;p28"/>
            <p:cNvSpPr/>
            <p:nvPr/>
          </p:nvSpPr>
          <p:spPr>
            <a:xfrm rot="10800000">
              <a:off x="6800850" y="224313"/>
              <a:ext cx="2012950" cy="224425"/>
            </a:xfrm>
            <a:custGeom>
              <a:avLst/>
              <a:gdLst/>
              <a:ahLst/>
              <a:cxnLst/>
              <a:rect l="l" t="t" r="r" b="b"/>
              <a:pathLst>
                <a:path w="80518" h="8977" extrusionOk="0">
                  <a:moveTo>
                    <a:pt x="0" y="8977"/>
                  </a:moveTo>
                  <a:lnTo>
                    <a:pt x="36830" y="8977"/>
                  </a:lnTo>
                  <a:lnTo>
                    <a:pt x="42013" y="0"/>
                  </a:lnTo>
                  <a:lnTo>
                    <a:pt x="70358" y="0"/>
                  </a:lnTo>
                  <a:lnTo>
                    <a:pt x="80518" y="0"/>
                  </a:lnTo>
                </a:path>
              </a:pathLst>
            </a:custGeom>
            <a:noFill/>
            <a:ln w="9525" cap="flat" cmpd="sng">
              <a:solidFill>
                <a:schemeClr val="lt2"/>
              </a:solidFill>
              <a:prstDash val="solid"/>
              <a:round/>
              <a:headEnd type="none" w="med" len="med"/>
              <a:tailEnd type="oval" w="med" len="med"/>
            </a:ln>
          </p:spPr>
          <p:txBody>
            <a:bodyPr/>
            <a:lstStyle/>
            <a:p>
              <a:endParaRPr lang="en-GB"/>
            </a:p>
          </p:txBody>
        </p:sp>
      </p:grpSp>
      <p:grpSp>
        <p:nvGrpSpPr>
          <p:cNvPr id="246" name="Google Shape;246;p28"/>
          <p:cNvGrpSpPr/>
          <p:nvPr/>
        </p:nvGrpSpPr>
        <p:grpSpPr>
          <a:xfrm>
            <a:off x="3124200" y="4610350"/>
            <a:ext cx="3549651" cy="387101"/>
            <a:chOff x="3124200" y="4610350"/>
            <a:chExt cx="3549651" cy="387101"/>
          </a:xfrm>
        </p:grpSpPr>
        <p:pic>
          <p:nvPicPr>
            <p:cNvPr id="247" name="Google Shape;247;p28"/>
            <p:cNvPicPr preferRelativeResize="0"/>
            <p:nvPr/>
          </p:nvPicPr>
          <p:blipFill rotWithShape="1">
            <a:blip r:embed="rId2">
              <a:alphaModFix/>
            </a:blip>
            <a:srcRect t="58031" b="6290"/>
            <a:stretch/>
          </p:blipFill>
          <p:spPr>
            <a:xfrm>
              <a:off x="4245892" y="4610350"/>
              <a:ext cx="2427959" cy="387101"/>
            </a:xfrm>
            <a:prstGeom prst="rect">
              <a:avLst/>
            </a:prstGeom>
            <a:noFill/>
            <a:ln>
              <a:noFill/>
            </a:ln>
          </p:spPr>
        </p:pic>
        <p:pic>
          <p:nvPicPr>
            <p:cNvPr id="248" name="Google Shape;248;p28"/>
            <p:cNvPicPr preferRelativeResize="0"/>
            <p:nvPr/>
          </p:nvPicPr>
          <p:blipFill rotWithShape="1">
            <a:blip r:embed="rId3">
              <a:alphaModFix/>
            </a:blip>
            <a:srcRect l="23295" t="76294"/>
            <a:stretch/>
          </p:blipFill>
          <p:spPr>
            <a:xfrm rot="10800000">
              <a:off x="3124200" y="4639375"/>
              <a:ext cx="1505849" cy="329075"/>
            </a:xfrm>
            <a:prstGeom prst="rect">
              <a:avLst/>
            </a:prstGeom>
            <a:noFill/>
            <a:ln>
              <a:noFill/>
            </a:ln>
          </p:spPr>
        </p:pic>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three columns 1">
  <p:cSld name="CUSTOM_6_1">
    <p:spTree>
      <p:nvGrpSpPr>
        <p:cNvPr id="1" name="Shape 249"/>
        <p:cNvGrpSpPr/>
        <p:nvPr/>
      </p:nvGrpSpPr>
      <p:grpSpPr>
        <a:xfrm>
          <a:off x="0" y="0"/>
          <a:ext cx="0" cy="0"/>
          <a:chOff x="0" y="0"/>
          <a:chExt cx="0" cy="0"/>
        </a:xfrm>
      </p:grpSpPr>
      <p:sp>
        <p:nvSpPr>
          <p:cNvPr id="250" name="Google Shape;250;p29"/>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51" name="Google Shape;251;p2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52" name="Google Shape;252;p29"/>
          <p:cNvSpPr txBox="1">
            <a:spLocks noGrp="1"/>
          </p:cNvSpPr>
          <p:nvPr>
            <p:ph type="subTitle" idx="1"/>
          </p:nvPr>
        </p:nvSpPr>
        <p:spPr>
          <a:xfrm>
            <a:off x="715087" y="3559688"/>
            <a:ext cx="21048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53" name="Google Shape;253;p29"/>
          <p:cNvSpPr txBox="1">
            <a:spLocks noGrp="1"/>
          </p:cNvSpPr>
          <p:nvPr>
            <p:ph type="subTitle" idx="2"/>
          </p:nvPr>
        </p:nvSpPr>
        <p:spPr>
          <a:xfrm>
            <a:off x="3514687" y="2028188"/>
            <a:ext cx="21048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54" name="Google Shape;254;p29"/>
          <p:cNvSpPr txBox="1">
            <a:spLocks noGrp="1"/>
          </p:cNvSpPr>
          <p:nvPr>
            <p:ph type="subTitle" idx="3"/>
          </p:nvPr>
        </p:nvSpPr>
        <p:spPr>
          <a:xfrm>
            <a:off x="6321062" y="3559688"/>
            <a:ext cx="21048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55" name="Google Shape;255;p29"/>
          <p:cNvSpPr txBox="1">
            <a:spLocks noGrp="1"/>
          </p:cNvSpPr>
          <p:nvPr>
            <p:ph type="subTitle" idx="4"/>
          </p:nvPr>
        </p:nvSpPr>
        <p:spPr>
          <a:xfrm>
            <a:off x="715087" y="3224288"/>
            <a:ext cx="2104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56" name="Google Shape;256;p29"/>
          <p:cNvSpPr txBox="1">
            <a:spLocks noGrp="1"/>
          </p:cNvSpPr>
          <p:nvPr>
            <p:ph type="subTitle" idx="5"/>
          </p:nvPr>
        </p:nvSpPr>
        <p:spPr>
          <a:xfrm>
            <a:off x="3514692" y="1692788"/>
            <a:ext cx="2104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57" name="Google Shape;257;p29"/>
          <p:cNvSpPr txBox="1">
            <a:spLocks noGrp="1"/>
          </p:cNvSpPr>
          <p:nvPr>
            <p:ph type="subTitle" idx="6"/>
          </p:nvPr>
        </p:nvSpPr>
        <p:spPr>
          <a:xfrm>
            <a:off x="6321065" y="3224288"/>
            <a:ext cx="2104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258" name="Google Shape;258;p29"/>
          <p:cNvGrpSpPr/>
          <p:nvPr/>
        </p:nvGrpSpPr>
        <p:grpSpPr>
          <a:xfrm>
            <a:off x="4581826" y="29475"/>
            <a:ext cx="4382624" cy="638225"/>
            <a:chOff x="4581826" y="29475"/>
            <a:chExt cx="4382624" cy="638225"/>
          </a:xfrm>
        </p:grpSpPr>
        <p:pic>
          <p:nvPicPr>
            <p:cNvPr id="259" name="Google Shape;259;p29"/>
            <p:cNvPicPr preferRelativeResize="0"/>
            <p:nvPr/>
          </p:nvPicPr>
          <p:blipFill rotWithShape="1">
            <a:blip r:embed="rId2">
              <a:alphaModFix/>
            </a:blip>
            <a:srcRect l="3251"/>
            <a:stretch/>
          </p:blipFill>
          <p:spPr>
            <a:xfrm flipH="1">
              <a:off x="6999925" y="29475"/>
              <a:ext cx="1964525" cy="638225"/>
            </a:xfrm>
            <a:prstGeom prst="rect">
              <a:avLst/>
            </a:prstGeom>
            <a:noFill/>
            <a:ln>
              <a:noFill/>
            </a:ln>
          </p:spPr>
        </p:pic>
        <p:pic>
          <p:nvPicPr>
            <p:cNvPr id="260" name="Google Shape;260;p29"/>
            <p:cNvPicPr preferRelativeResize="0"/>
            <p:nvPr/>
          </p:nvPicPr>
          <p:blipFill>
            <a:blip r:embed="rId3">
              <a:alphaModFix/>
            </a:blip>
            <a:stretch>
              <a:fillRect/>
            </a:stretch>
          </p:blipFill>
          <p:spPr>
            <a:xfrm>
              <a:off x="4581826" y="36796"/>
              <a:ext cx="2467774" cy="462933"/>
            </a:xfrm>
            <a:prstGeom prst="rect">
              <a:avLst/>
            </a:prstGeom>
            <a:noFill/>
            <a:ln>
              <a:noFill/>
            </a:ln>
          </p:spPr>
        </p:pic>
      </p:grpSp>
      <p:pic>
        <p:nvPicPr>
          <p:cNvPr id="261" name="Google Shape;261;p29"/>
          <p:cNvPicPr preferRelativeResize="0"/>
          <p:nvPr/>
        </p:nvPicPr>
        <p:blipFill rotWithShape="1">
          <a:blip r:embed="rId4">
            <a:alphaModFix/>
          </a:blip>
          <a:srcRect l="3855" b="9991"/>
          <a:stretch/>
        </p:blipFill>
        <p:spPr>
          <a:xfrm flipH="1">
            <a:off x="6859648" y="4274802"/>
            <a:ext cx="2104802" cy="720548"/>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 name="Shape 262"/>
        <p:cNvGrpSpPr/>
        <p:nvPr/>
      </p:nvGrpSpPr>
      <p:grpSpPr>
        <a:xfrm>
          <a:off x="0" y="0"/>
          <a:ext cx="0" cy="0"/>
          <a:chOff x="0" y="0"/>
          <a:chExt cx="0" cy="0"/>
        </a:xfrm>
      </p:grpSpPr>
      <p:sp>
        <p:nvSpPr>
          <p:cNvPr id="263" name="Google Shape;263;p30"/>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64" name="Google Shape;264;p3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65" name="Google Shape;265;p30"/>
          <p:cNvSpPr txBox="1">
            <a:spLocks noGrp="1"/>
          </p:cNvSpPr>
          <p:nvPr>
            <p:ph type="subTitle" idx="1"/>
          </p:nvPr>
        </p:nvSpPr>
        <p:spPr>
          <a:xfrm>
            <a:off x="1838848" y="2095550"/>
            <a:ext cx="19782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66" name="Google Shape;266;p30"/>
          <p:cNvSpPr txBox="1">
            <a:spLocks noGrp="1"/>
          </p:cNvSpPr>
          <p:nvPr>
            <p:ph type="subTitle" idx="2"/>
          </p:nvPr>
        </p:nvSpPr>
        <p:spPr>
          <a:xfrm>
            <a:off x="5326952" y="2095550"/>
            <a:ext cx="19782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67" name="Google Shape;267;p30"/>
          <p:cNvSpPr txBox="1">
            <a:spLocks noGrp="1"/>
          </p:cNvSpPr>
          <p:nvPr>
            <p:ph type="subTitle" idx="3"/>
          </p:nvPr>
        </p:nvSpPr>
        <p:spPr>
          <a:xfrm>
            <a:off x="1838848" y="3719125"/>
            <a:ext cx="19782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68" name="Google Shape;268;p30"/>
          <p:cNvSpPr txBox="1">
            <a:spLocks noGrp="1"/>
          </p:cNvSpPr>
          <p:nvPr>
            <p:ph type="subTitle" idx="4"/>
          </p:nvPr>
        </p:nvSpPr>
        <p:spPr>
          <a:xfrm>
            <a:off x="5326952" y="3719125"/>
            <a:ext cx="19782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69" name="Google Shape;269;p30"/>
          <p:cNvSpPr txBox="1">
            <a:spLocks noGrp="1"/>
          </p:cNvSpPr>
          <p:nvPr>
            <p:ph type="subTitle" idx="5"/>
          </p:nvPr>
        </p:nvSpPr>
        <p:spPr>
          <a:xfrm>
            <a:off x="1838848" y="1760150"/>
            <a:ext cx="19782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70" name="Google Shape;270;p30"/>
          <p:cNvSpPr txBox="1">
            <a:spLocks noGrp="1"/>
          </p:cNvSpPr>
          <p:nvPr>
            <p:ph type="subTitle" idx="6"/>
          </p:nvPr>
        </p:nvSpPr>
        <p:spPr>
          <a:xfrm>
            <a:off x="1838848" y="3383725"/>
            <a:ext cx="19782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71" name="Google Shape;271;p30"/>
          <p:cNvSpPr txBox="1">
            <a:spLocks noGrp="1"/>
          </p:cNvSpPr>
          <p:nvPr>
            <p:ph type="subTitle" idx="7"/>
          </p:nvPr>
        </p:nvSpPr>
        <p:spPr>
          <a:xfrm>
            <a:off x="5326948" y="1760150"/>
            <a:ext cx="19782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72" name="Google Shape;272;p30"/>
          <p:cNvSpPr txBox="1">
            <a:spLocks noGrp="1"/>
          </p:cNvSpPr>
          <p:nvPr>
            <p:ph type="subTitle" idx="8"/>
          </p:nvPr>
        </p:nvSpPr>
        <p:spPr>
          <a:xfrm>
            <a:off x="5326948" y="3383725"/>
            <a:ext cx="19782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273" name="Google Shape;273;p30"/>
          <p:cNvGrpSpPr/>
          <p:nvPr/>
        </p:nvGrpSpPr>
        <p:grpSpPr>
          <a:xfrm>
            <a:off x="181125" y="4560350"/>
            <a:ext cx="1734684" cy="459650"/>
            <a:chOff x="181125" y="4560350"/>
            <a:chExt cx="1734684" cy="459650"/>
          </a:xfrm>
        </p:grpSpPr>
        <p:pic>
          <p:nvPicPr>
            <p:cNvPr id="274" name="Google Shape;274;p30"/>
            <p:cNvPicPr preferRelativeResize="0"/>
            <p:nvPr/>
          </p:nvPicPr>
          <p:blipFill rotWithShape="1">
            <a:blip r:embed="rId2">
              <a:alphaModFix/>
            </a:blip>
            <a:srcRect l="12381"/>
            <a:stretch/>
          </p:blipFill>
          <p:spPr>
            <a:xfrm>
              <a:off x="181125" y="4560350"/>
              <a:ext cx="1734684" cy="459650"/>
            </a:xfrm>
            <a:prstGeom prst="rect">
              <a:avLst/>
            </a:prstGeom>
            <a:noFill/>
            <a:ln>
              <a:noFill/>
            </a:ln>
          </p:spPr>
        </p:pic>
        <p:pic>
          <p:nvPicPr>
            <p:cNvPr id="275" name="Google Shape;275;p30"/>
            <p:cNvPicPr preferRelativeResize="0"/>
            <p:nvPr/>
          </p:nvPicPr>
          <p:blipFill>
            <a:blip r:embed="rId3">
              <a:alphaModFix/>
            </a:blip>
            <a:stretch>
              <a:fillRect/>
            </a:stretch>
          </p:blipFill>
          <p:spPr>
            <a:xfrm rot="10800000">
              <a:off x="820024" y="4668699"/>
              <a:ext cx="456876" cy="242950"/>
            </a:xfrm>
            <a:prstGeom prst="rect">
              <a:avLst/>
            </a:prstGeom>
            <a:noFill/>
            <a:ln>
              <a:noFill/>
            </a:ln>
          </p:spPr>
        </p:pic>
      </p:grpSp>
      <p:grpSp>
        <p:nvGrpSpPr>
          <p:cNvPr id="276" name="Google Shape;276;p30"/>
          <p:cNvGrpSpPr/>
          <p:nvPr/>
        </p:nvGrpSpPr>
        <p:grpSpPr>
          <a:xfrm>
            <a:off x="7422124" y="2694275"/>
            <a:ext cx="1502801" cy="3032450"/>
            <a:chOff x="7364974" y="2694275"/>
            <a:chExt cx="1502801" cy="3032450"/>
          </a:xfrm>
        </p:grpSpPr>
        <p:pic>
          <p:nvPicPr>
            <p:cNvPr id="277" name="Google Shape;277;p30"/>
            <p:cNvPicPr preferRelativeResize="0"/>
            <p:nvPr/>
          </p:nvPicPr>
          <p:blipFill rotWithShape="1">
            <a:blip r:embed="rId4">
              <a:alphaModFix amt="39000"/>
            </a:blip>
            <a:srcRect b="78197"/>
            <a:stretch/>
          </p:blipFill>
          <p:spPr>
            <a:xfrm rot="5400000">
              <a:off x="6281062" y="3997262"/>
              <a:ext cx="2813374" cy="645550"/>
            </a:xfrm>
            <a:prstGeom prst="rect">
              <a:avLst/>
            </a:prstGeom>
            <a:noFill/>
            <a:ln>
              <a:noFill/>
            </a:ln>
          </p:spPr>
        </p:pic>
        <p:pic>
          <p:nvPicPr>
            <p:cNvPr id="278" name="Google Shape;278;p30"/>
            <p:cNvPicPr preferRelativeResize="0"/>
            <p:nvPr/>
          </p:nvPicPr>
          <p:blipFill rotWithShape="1">
            <a:blip r:embed="rId4">
              <a:alphaModFix/>
            </a:blip>
            <a:srcRect l="2040" t="55999" r="-2040" b="7401"/>
            <a:stretch/>
          </p:blipFill>
          <p:spPr>
            <a:xfrm rot="5400000">
              <a:off x="6919238" y="3559112"/>
              <a:ext cx="2813374" cy="1083700"/>
            </a:xfrm>
            <a:prstGeom prst="rect">
              <a:avLst/>
            </a:prstGeom>
            <a:noFill/>
            <a:ln>
              <a:noFill/>
            </a:ln>
          </p:spPr>
        </p:pic>
      </p:grpSp>
      <p:grpSp>
        <p:nvGrpSpPr>
          <p:cNvPr id="279" name="Google Shape;279;p30"/>
          <p:cNvGrpSpPr/>
          <p:nvPr/>
        </p:nvGrpSpPr>
        <p:grpSpPr>
          <a:xfrm>
            <a:off x="3408501" y="149950"/>
            <a:ext cx="4900549" cy="508917"/>
            <a:chOff x="3408501" y="149950"/>
            <a:chExt cx="4900549" cy="508917"/>
          </a:xfrm>
        </p:grpSpPr>
        <p:pic>
          <p:nvPicPr>
            <p:cNvPr id="280" name="Google Shape;280;p30"/>
            <p:cNvPicPr preferRelativeResize="0"/>
            <p:nvPr/>
          </p:nvPicPr>
          <p:blipFill rotWithShape="1">
            <a:blip r:embed="rId5">
              <a:alphaModFix amt="85000"/>
            </a:blip>
            <a:srcRect b="25816"/>
            <a:stretch/>
          </p:blipFill>
          <p:spPr>
            <a:xfrm rot="10800000">
              <a:off x="4323049" y="149950"/>
              <a:ext cx="3986000" cy="459650"/>
            </a:xfrm>
            <a:prstGeom prst="rect">
              <a:avLst/>
            </a:prstGeom>
            <a:noFill/>
            <a:ln>
              <a:noFill/>
            </a:ln>
          </p:spPr>
        </p:pic>
        <p:pic>
          <p:nvPicPr>
            <p:cNvPr id="281" name="Google Shape;281;p30"/>
            <p:cNvPicPr preferRelativeResize="0"/>
            <p:nvPr/>
          </p:nvPicPr>
          <p:blipFill>
            <a:blip r:embed="rId6">
              <a:alphaModFix/>
            </a:blip>
            <a:stretch>
              <a:fillRect/>
            </a:stretch>
          </p:blipFill>
          <p:spPr>
            <a:xfrm rot="10800000">
              <a:off x="3408501" y="195934"/>
              <a:ext cx="2467774" cy="462933"/>
            </a:xfrm>
            <a:prstGeom prst="rect">
              <a:avLst/>
            </a:prstGeom>
            <a:noFill/>
            <a:ln>
              <a:noFill/>
            </a:ln>
          </p:spPr>
        </p:pic>
      </p:gr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and five columns">
  <p:cSld name="CUSTOM_12">
    <p:spTree>
      <p:nvGrpSpPr>
        <p:cNvPr id="1" name="Shape 282"/>
        <p:cNvGrpSpPr/>
        <p:nvPr/>
      </p:nvGrpSpPr>
      <p:grpSpPr>
        <a:xfrm>
          <a:off x="0" y="0"/>
          <a:ext cx="0" cy="0"/>
          <a:chOff x="0" y="0"/>
          <a:chExt cx="0" cy="0"/>
        </a:xfrm>
      </p:grpSpPr>
      <p:sp>
        <p:nvSpPr>
          <p:cNvPr id="283" name="Google Shape;283;p31"/>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84" name="Google Shape;284;p3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85" name="Google Shape;285;p31"/>
          <p:cNvSpPr txBox="1">
            <a:spLocks noGrp="1"/>
          </p:cNvSpPr>
          <p:nvPr>
            <p:ph type="subTitle" idx="1"/>
          </p:nvPr>
        </p:nvSpPr>
        <p:spPr>
          <a:xfrm>
            <a:off x="727625" y="2095550"/>
            <a:ext cx="21477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86" name="Google Shape;286;p31"/>
          <p:cNvSpPr txBox="1">
            <a:spLocks noGrp="1"/>
          </p:cNvSpPr>
          <p:nvPr>
            <p:ph type="subTitle" idx="2"/>
          </p:nvPr>
        </p:nvSpPr>
        <p:spPr>
          <a:xfrm>
            <a:off x="3511913" y="2095550"/>
            <a:ext cx="21477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87" name="Google Shape;287;p31"/>
          <p:cNvSpPr txBox="1">
            <a:spLocks noGrp="1"/>
          </p:cNvSpPr>
          <p:nvPr>
            <p:ph type="subTitle" idx="3"/>
          </p:nvPr>
        </p:nvSpPr>
        <p:spPr>
          <a:xfrm>
            <a:off x="6283879" y="2095550"/>
            <a:ext cx="21477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88" name="Google Shape;288;p31"/>
          <p:cNvSpPr txBox="1">
            <a:spLocks noGrp="1"/>
          </p:cNvSpPr>
          <p:nvPr>
            <p:ph type="subTitle" idx="4"/>
          </p:nvPr>
        </p:nvSpPr>
        <p:spPr>
          <a:xfrm>
            <a:off x="727620" y="1760150"/>
            <a:ext cx="21477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89" name="Google Shape;289;p31"/>
          <p:cNvSpPr txBox="1">
            <a:spLocks noGrp="1"/>
          </p:cNvSpPr>
          <p:nvPr>
            <p:ph type="subTitle" idx="5"/>
          </p:nvPr>
        </p:nvSpPr>
        <p:spPr>
          <a:xfrm>
            <a:off x="3511917" y="1760150"/>
            <a:ext cx="21477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90" name="Google Shape;290;p31"/>
          <p:cNvSpPr txBox="1">
            <a:spLocks noGrp="1"/>
          </p:cNvSpPr>
          <p:nvPr>
            <p:ph type="subTitle" idx="6"/>
          </p:nvPr>
        </p:nvSpPr>
        <p:spPr>
          <a:xfrm>
            <a:off x="6283888" y="1760150"/>
            <a:ext cx="21477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91" name="Google Shape;291;p31"/>
          <p:cNvSpPr txBox="1">
            <a:spLocks noGrp="1"/>
          </p:cNvSpPr>
          <p:nvPr>
            <p:ph type="subTitle" idx="7"/>
          </p:nvPr>
        </p:nvSpPr>
        <p:spPr>
          <a:xfrm>
            <a:off x="2069380" y="3719125"/>
            <a:ext cx="21489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2" name="Google Shape;292;p31"/>
          <p:cNvSpPr txBox="1">
            <a:spLocks noGrp="1"/>
          </p:cNvSpPr>
          <p:nvPr>
            <p:ph type="subTitle" idx="8"/>
          </p:nvPr>
        </p:nvSpPr>
        <p:spPr>
          <a:xfrm>
            <a:off x="4938030" y="3719125"/>
            <a:ext cx="21489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3" name="Google Shape;293;p31"/>
          <p:cNvSpPr txBox="1">
            <a:spLocks noGrp="1"/>
          </p:cNvSpPr>
          <p:nvPr>
            <p:ph type="subTitle" idx="9"/>
          </p:nvPr>
        </p:nvSpPr>
        <p:spPr>
          <a:xfrm>
            <a:off x="2069380" y="3383725"/>
            <a:ext cx="21489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94" name="Google Shape;294;p31"/>
          <p:cNvSpPr txBox="1">
            <a:spLocks noGrp="1"/>
          </p:cNvSpPr>
          <p:nvPr>
            <p:ph type="subTitle" idx="13"/>
          </p:nvPr>
        </p:nvSpPr>
        <p:spPr>
          <a:xfrm>
            <a:off x="4938032" y="3383725"/>
            <a:ext cx="21489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295" name="Google Shape;295;p31"/>
          <p:cNvGrpSpPr/>
          <p:nvPr/>
        </p:nvGrpSpPr>
        <p:grpSpPr>
          <a:xfrm>
            <a:off x="-945479" y="-676542"/>
            <a:ext cx="10559456" cy="6388149"/>
            <a:chOff x="-945479" y="-676542"/>
            <a:chExt cx="10559456" cy="6388149"/>
          </a:xfrm>
        </p:grpSpPr>
        <p:pic>
          <p:nvPicPr>
            <p:cNvPr id="296" name="Google Shape;296;p31"/>
            <p:cNvPicPr preferRelativeResize="0"/>
            <p:nvPr/>
          </p:nvPicPr>
          <p:blipFill>
            <a:blip r:embed="rId2">
              <a:alphaModFix/>
            </a:blip>
            <a:stretch>
              <a:fillRect/>
            </a:stretch>
          </p:blipFill>
          <p:spPr>
            <a:xfrm rot="8100000">
              <a:off x="-493664" y="3204975"/>
              <a:ext cx="2002322" cy="2107313"/>
            </a:xfrm>
            <a:prstGeom prst="rect">
              <a:avLst/>
            </a:prstGeom>
            <a:noFill/>
            <a:ln>
              <a:noFill/>
            </a:ln>
          </p:spPr>
        </p:pic>
        <p:pic>
          <p:nvPicPr>
            <p:cNvPr id="297" name="Google Shape;297;p31"/>
            <p:cNvPicPr preferRelativeResize="0"/>
            <p:nvPr/>
          </p:nvPicPr>
          <p:blipFill>
            <a:blip r:embed="rId2">
              <a:alphaModFix/>
            </a:blip>
            <a:stretch>
              <a:fillRect/>
            </a:stretch>
          </p:blipFill>
          <p:spPr>
            <a:xfrm rot="-5400000">
              <a:off x="7559161" y="-729037"/>
              <a:ext cx="2002322" cy="2107312"/>
            </a:xfrm>
            <a:prstGeom prst="rect">
              <a:avLst/>
            </a:prstGeom>
            <a:noFill/>
            <a:ln>
              <a:noFill/>
            </a:ln>
          </p:spPr>
        </p:pic>
      </p:grpSp>
      <p:pic>
        <p:nvPicPr>
          <p:cNvPr id="298" name="Google Shape;298;p31"/>
          <p:cNvPicPr preferRelativeResize="0"/>
          <p:nvPr/>
        </p:nvPicPr>
        <p:blipFill>
          <a:blip r:embed="rId3">
            <a:alphaModFix/>
          </a:blip>
          <a:stretch>
            <a:fillRect/>
          </a:stretch>
        </p:blipFill>
        <p:spPr>
          <a:xfrm rot="-5400000">
            <a:off x="8466874" y="418021"/>
            <a:ext cx="456876" cy="242950"/>
          </a:xfrm>
          <a:prstGeom prst="rect">
            <a:avLst/>
          </a:prstGeom>
          <a:noFill/>
          <a:ln>
            <a:noFill/>
          </a:ln>
        </p:spPr>
      </p:pic>
      <p:pic>
        <p:nvPicPr>
          <p:cNvPr id="299" name="Google Shape;299;p31"/>
          <p:cNvPicPr preferRelativeResize="0"/>
          <p:nvPr/>
        </p:nvPicPr>
        <p:blipFill rotWithShape="1">
          <a:blip r:embed="rId4">
            <a:alphaModFix/>
          </a:blip>
          <a:srcRect l="12922"/>
          <a:stretch/>
        </p:blipFill>
        <p:spPr>
          <a:xfrm>
            <a:off x="179526" y="4512550"/>
            <a:ext cx="2148901" cy="57292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 name="Shape 300"/>
        <p:cNvGrpSpPr/>
        <p:nvPr/>
      </p:nvGrpSpPr>
      <p:grpSpPr>
        <a:xfrm>
          <a:off x="0" y="0"/>
          <a:ext cx="0" cy="0"/>
          <a:chOff x="0" y="0"/>
          <a:chExt cx="0" cy="0"/>
        </a:xfrm>
      </p:grpSpPr>
      <p:sp>
        <p:nvSpPr>
          <p:cNvPr id="301" name="Google Shape;301;p32"/>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302" name="Google Shape;302;p3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03" name="Google Shape;303;p32"/>
          <p:cNvSpPr txBox="1">
            <a:spLocks noGrp="1"/>
          </p:cNvSpPr>
          <p:nvPr>
            <p:ph type="subTitle" idx="1"/>
          </p:nvPr>
        </p:nvSpPr>
        <p:spPr>
          <a:xfrm>
            <a:off x="720000" y="2095563"/>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4" name="Google Shape;304;p32"/>
          <p:cNvSpPr txBox="1">
            <a:spLocks noGrp="1"/>
          </p:cNvSpPr>
          <p:nvPr>
            <p:ph type="subTitle" idx="2"/>
          </p:nvPr>
        </p:nvSpPr>
        <p:spPr>
          <a:xfrm>
            <a:off x="3467622" y="2095563"/>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5" name="Google Shape;305;p32"/>
          <p:cNvSpPr txBox="1">
            <a:spLocks noGrp="1"/>
          </p:cNvSpPr>
          <p:nvPr>
            <p:ph type="subTitle" idx="3"/>
          </p:nvPr>
        </p:nvSpPr>
        <p:spPr>
          <a:xfrm>
            <a:off x="720000" y="3719125"/>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6" name="Google Shape;306;p32"/>
          <p:cNvSpPr txBox="1">
            <a:spLocks noGrp="1"/>
          </p:cNvSpPr>
          <p:nvPr>
            <p:ph type="subTitle" idx="4"/>
          </p:nvPr>
        </p:nvSpPr>
        <p:spPr>
          <a:xfrm>
            <a:off x="3467622" y="3719125"/>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7" name="Google Shape;307;p32"/>
          <p:cNvSpPr txBox="1">
            <a:spLocks noGrp="1"/>
          </p:cNvSpPr>
          <p:nvPr>
            <p:ph type="subTitle" idx="5"/>
          </p:nvPr>
        </p:nvSpPr>
        <p:spPr>
          <a:xfrm>
            <a:off x="6215244" y="2095563"/>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8" name="Google Shape;308;p32"/>
          <p:cNvSpPr txBox="1">
            <a:spLocks noGrp="1"/>
          </p:cNvSpPr>
          <p:nvPr>
            <p:ph type="subTitle" idx="6"/>
          </p:nvPr>
        </p:nvSpPr>
        <p:spPr>
          <a:xfrm>
            <a:off x="6215244" y="3719125"/>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9" name="Google Shape;309;p32"/>
          <p:cNvSpPr txBox="1">
            <a:spLocks noGrp="1"/>
          </p:cNvSpPr>
          <p:nvPr>
            <p:ph type="subTitle" idx="7"/>
          </p:nvPr>
        </p:nvSpPr>
        <p:spPr>
          <a:xfrm>
            <a:off x="720976" y="1760150"/>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10" name="Google Shape;310;p32"/>
          <p:cNvSpPr txBox="1">
            <a:spLocks noGrp="1"/>
          </p:cNvSpPr>
          <p:nvPr>
            <p:ph type="subTitle" idx="8"/>
          </p:nvPr>
        </p:nvSpPr>
        <p:spPr>
          <a:xfrm>
            <a:off x="3468598" y="1760150"/>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11" name="Google Shape;311;p32"/>
          <p:cNvSpPr txBox="1">
            <a:spLocks noGrp="1"/>
          </p:cNvSpPr>
          <p:nvPr>
            <p:ph type="subTitle" idx="9"/>
          </p:nvPr>
        </p:nvSpPr>
        <p:spPr>
          <a:xfrm>
            <a:off x="6216220" y="1760150"/>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12" name="Google Shape;312;p32"/>
          <p:cNvSpPr txBox="1">
            <a:spLocks noGrp="1"/>
          </p:cNvSpPr>
          <p:nvPr>
            <p:ph type="subTitle" idx="13"/>
          </p:nvPr>
        </p:nvSpPr>
        <p:spPr>
          <a:xfrm>
            <a:off x="721001" y="3383725"/>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13" name="Google Shape;313;p32"/>
          <p:cNvSpPr txBox="1">
            <a:spLocks noGrp="1"/>
          </p:cNvSpPr>
          <p:nvPr>
            <p:ph type="subTitle" idx="14"/>
          </p:nvPr>
        </p:nvSpPr>
        <p:spPr>
          <a:xfrm>
            <a:off x="3468623" y="3383725"/>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14" name="Google Shape;314;p32"/>
          <p:cNvSpPr txBox="1">
            <a:spLocks noGrp="1"/>
          </p:cNvSpPr>
          <p:nvPr>
            <p:ph type="subTitle" idx="15"/>
          </p:nvPr>
        </p:nvSpPr>
        <p:spPr>
          <a:xfrm>
            <a:off x="6216245" y="3383725"/>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315" name="Google Shape;315;p32"/>
          <p:cNvGrpSpPr/>
          <p:nvPr/>
        </p:nvGrpSpPr>
        <p:grpSpPr>
          <a:xfrm>
            <a:off x="6317000" y="3025549"/>
            <a:ext cx="2639950" cy="2028175"/>
            <a:chOff x="6317000" y="3025549"/>
            <a:chExt cx="2639950" cy="2028175"/>
          </a:xfrm>
        </p:grpSpPr>
        <p:pic>
          <p:nvPicPr>
            <p:cNvPr id="316" name="Google Shape;316;p32"/>
            <p:cNvPicPr preferRelativeResize="0"/>
            <p:nvPr/>
          </p:nvPicPr>
          <p:blipFill>
            <a:blip r:embed="rId2">
              <a:alphaModFix/>
            </a:blip>
            <a:stretch>
              <a:fillRect/>
            </a:stretch>
          </p:blipFill>
          <p:spPr>
            <a:xfrm rot="-5400000">
              <a:off x="7281287" y="3313088"/>
              <a:ext cx="1963202" cy="1388124"/>
            </a:xfrm>
            <a:prstGeom prst="rect">
              <a:avLst/>
            </a:prstGeom>
            <a:noFill/>
            <a:ln>
              <a:noFill/>
            </a:ln>
          </p:spPr>
        </p:pic>
        <p:pic>
          <p:nvPicPr>
            <p:cNvPr id="317" name="Google Shape;317;p32"/>
            <p:cNvPicPr preferRelativeResize="0"/>
            <p:nvPr/>
          </p:nvPicPr>
          <p:blipFill rotWithShape="1">
            <a:blip r:embed="rId3">
              <a:alphaModFix/>
            </a:blip>
            <a:srcRect b="76479"/>
            <a:stretch/>
          </p:blipFill>
          <p:spPr>
            <a:xfrm>
              <a:off x="6317000" y="4448075"/>
              <a:ext cx="2446675" cy="605649"/>
            </a:xfrm>
            <a:prstGeom prst="rect">
              <a:avLst/>
            </a:prstGeom>
            <a:noFill/>
            <a:ln>
              <a:noFill/>
            </a:ln>
          </p:spPr>
        </p:pic>
      </p:grpSp>
      <p:pic>
        <p:nvPicPr>
          <p:cNvPr id="318" name="Google Shape;318;p32"/>
          <p:cNvPicPr preferRelativeResize="0"/>
          <p:nvPr/>
        </p:nvPicPr>
        <p:blipFill>
          <a:blip r:embed="rId4">
            <a:alphaModFix/>
          </a:blip>
          <a:stretch>
            <a:fillRect/>
          </a:stretch>
        </p:blipFill>
        <p:spPr>
          <a:xfrm rot="10800000">
            <a:off x="260224" y="236274"/>
            <a:ext cx="456876" cy="24295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Numbers and text">
  <p:cSld name="CUSTOM_8">
    <p:spTree>
      <p:nvGrpSpPr>
        <p:cNvPr id="1" name="Shape 319"/>
        <p:cNvGrpSpPr/>
        <p:nvPr/>
      </p:nvGrpSpPr>
      <p:grpSpPr>
        <a:xfrm>
          <a:off x="0" y="0"/>
          <a:ext cx="0" cy="0"/>
          <a:chOff x="0" y="0"/>
          <a:chExt cx="0" cy="0"/>
        </a:xfrm>
      </p:grpSpPr>
      <p:sp>
        <p:nvSpPr>
          <p:cNvPr id="320" name="Google Shape;320;p33"/>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321" name="Google Shape;321;p33"/>
          <p:cNvSpPr txBox="1">
            <a:spLocks noGrp="1"/>
          </p:cNvSpPr>
          <p:nvPr>
            <p:ph type="title" hasCustomPrompt="1"/>
          </p:nvPr>
        </p:nvSpPr>
        <p:spPr>
          <a:xfrm>
            <a:off x="804175" y="1316575"/>
            <a:ext cx="3291600" cy="696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3500">
                <a:solidFill>
                  <a:schemeClr val="accent3"/>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322" name="Google Shape;322;p33"/>
          <p:cNvSpPr txBox="1">
            <a:spLocks noGrp="1"/>
          </p:cNvSpPr>
          <p:nvPr>
            <p:ph type="subTitle" idx="1"/>
          </p:nvPr>
        </p:nvSpPr>
        <p:spPr>
          <a:xfrm>
            <a:off x="713225" y="2013175"/>
            <a:ext cx="3382500" cy="4059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dk1"/>
              </a:buClr>
              <a:buSzPts val="2400"/>
              <a:buNone/>
              <a:defRPr sz="15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None/>
              <a:defRPr sz="2100">
                <a:solidFill>
                  <a:schemeClr val="dk1"/>
                </a:solidFill>
              </a:defRPr>
            </a:lvl4pPr>
            <a:lvl5pPr lvl="4" algn="ctr" rtl="0">
              <a:lnSpc>
                <a:spcPct val="100000"/>
              </a:lnSpc>
              <a:spcBef>
                <a:spcPts val="0"/>
              </a:spcBef>
              <a:spcAft>
                <a:spcPts val="0"/>
              </a:spcAft>
              <a:buClr>
                <a:schemeClr val="dk1"/>
              </a:buClr>
              <a:buSzPts val="2100"/>
              <a:buNone/>
              <a:defRPr sz="2100">
                <a:solidFill>
                  <a:schemeClr val="dk1"/>
                </a:solidFill>
              </a:defRPr>
            </a:lvl5pPr>
            <a:lvl6pPr lvl="5" algn="ctr" rtl="0">
              <a:lnSpc>
                <a:spcPct val="100000"/>
              </a:lnSpc>
              <a:spcBef>
                <a:spcPts val="0"/>
              </a:spcBef>
              <a:spcAft>
                <a:spcPts val="0"/>
              </a:spcAft>
              <a:buClr>
                <a:schemeClr val="dk1"/>
              </a:buClr>
              <a:buSzPts val="2100"/>
              <a:buNone/>
              <a:defRPr sz="2100">
                <a:solidFill>
                  <a:schemeClr val="dk1"/>
                </a:solidFill>
              </a:defRPr>
            </a:lvl6pPr>
            <a:lvl7pPr lvl="6" algn="ctr" rtl="0">
              <a:lnSpc>
                <a:spcPct val="100000"/>
              </a:lnSpc>
              <a:spcBef>
                <a:spcPts val="0"/>
              </a:spcBef>
              <a:spcAft>
                <a:spcPts val="0"/>
              </a:spcAft>
              <a:buClr>
                <a:schemeClr val="dk1"/>
              </a:buClr>
              <a:buSzPts val="2100"/>
              <a:buNone/>
              <a:defRPr sz="2100">
                <a:solidFill>
                  <a:schemeClr val="dk1"/>
                </a:solidFill>
              </a:defRPr>
            </a:lvl7pPr>
            <a:lvl8pPr lvl="7" algn="ctr" rtl="0">
              <a:lnSpc>
                <a:spcPct val="100000"/>
              </a:lnSpc>
              <a:spcBef>
                <a:spcPts val="0"/>
              </a:spcBef>
              <a:spcAft>
                <a:spcPts val="0"/>
              </a:spcAft>
              <a:buClr>
                <a:schemeClr val="dk1"/>
              </a:buClr>
              <a:buSzPts val="2100"/>
              <a:buNone/>
              <a:defRPr sz="2100">
                <a:solidFill>
                  <a:schemeClr val="dk1"/>
                </a:solidFill>
              </a:defRPr>
            </a:lvl8pPr>
            <a:lvl9pPr lvl="8" algn="ctr" rtl="0">
              <a:lnSpc>
                <a:spcPct val="100000"/>
              </a:lnSpc>
              <a:spcBef>
                <a:spcPts val="0"/>
              </a:spcBef>
              <a:spcAft>
                <a:spcPts val="0"/>
              </a:spcAft>
              <a:buClr>
                <a:schemeClr val="dk1"/>
              </a:buClr>
              <a:buSzPts val="2100"/>
              <a:buNone/>
              <a:defRPr sz="2100">
                <a:solidFill>
                  <a:schemeClr val="dk1"/>
                </a:solidFill>
              </a:defRPr>
            </a:lvl9pPr>
          </a:lstStyle>
          <a:p>
            <a:endParaRPr/>
          </a:p>
        </p:txBody>
      </p:sp>
      <p:sp>
        <p:nvSpPr>
          <p:cNvPr id="323" name="Google Shape;323;p33"/>
          <p:cNvSpPr txBox="1">
            <a:spLocks noGrp="1"/>
          </p:cNvSpPr>
          <p:nvPr>
            <p:ph type="title" idx="2" hasCustomPrompt="1"/>
          </p:nvPr>
        </p:nvSpPr>
        <p:spPr>
          <a:xfrm>
            <a:off x="5139225" y="1316575"/>
            <a:ext cx="3291600" cy="696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3500">
                <a:solidFill>
                  <a:schemeClr val="accent3"/>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324" name="Google Shape;324;p33"/>
          <p:cNvSpPr txBox="1">
            <a:spLocks noGrp="1"/>
          </p:cNvSpPr>
          <p:nvPr>
            <p:ph type="subTitle" idx="3"/>
          </p:nvPr>
        </p:nvSpPr>
        <p:spPr>
          <a:xfrm>
            <a:off x="5048275" y="2013272"/>
            <a:ext cx="3382500" cy="4059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dk1"/>
              </a:buClr>
              <a:buSzPts val="2400"/>
              <a:buNone/>
              <a:defRPr sz="15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None/>
              <a:defRPr sz="2100">
                <a:solidFill>
                  <a:schemeClr val="dk1"/>
                </a:solidFill>
              </a:defRPr>
            </a:lvl4pPr>
            <a:lvl5pPr lvl="4" algn="ctr" rtl="0">
              <a:lnSpc>
                <a:spcPct val="100000"/>
              </a:lnSpc>
              <a:spcBef>
                <a:spcPts val="0"/>
              </a:spcBef>
              <a:spcAft>
                <a:spcPts val="0"/>
              </a:spcAft>
              <a:buClr>
                <a:schemeClr val="dk1"/>
              </a:buClr>
              <a:buSzPts val="2100"/>
              <a:buNone/>
              <a:defRPr sz="2100">
                <a:solidFill>
                  <a:schemeClr val="dk1"/>
                </a:solidFill>
              </a:defRPr>
            </a:lvl5pPr>
            <a:lvl6pPr lvl="5" algn="ctr" rtl="0">
              <a:lnSpc>
                <a:spcPct val="100000"/>
              </a:lnSpc>
              <a:spcBef>
                <a:spcPts val="0"/>
              </a:spcBef>
              <a:spcAft>
                <a:spcPts val="0"/>
              </a:spcAft>
              <a:buClr>
                <a:schemeClr val="dk1"/>
              </a:buClr>
              <a:buSzPts val="2100"/>
              <a:buNone/>
              <a:defRPr sz="2100">
                <a:solidFill>
                  <a:schemeClr val="dk1"/>
                </a:solidFill>
              </a:defRPr>
            </a:lvl6pPr>
            <a:lvl7pPr lvl="6" algn="ctr" rtl="0">
              <a:lnSpc>
                <a:spcPct val="100000"/>
              </a:lnSpc>
              <a:spcBef>
                <a:spcPts val="0"/>
              </a:spcBef>
              <a:spcAft>
                <a:spcPts val="0"/>
              </a:spcAft>
              <a:buClr>
                <a:schemeClr val="dk1"/>
              </a:buClr>
              <a:buSzPts val="2100"/>
              <a:buNone/>
              <a:defRPr sz="2100">
                <a:solidFill>
                  <a:schemeClr val="dk1"/>
                </a:solidFill>
              </a:defRPr>
            </a:lvl7pPr>
            <a:lvl8pPr lvl="7" algn="ctr" rtl="0">
              <a:lnSpc>
                <a:spcPct val="100000"/>
              </a:lnSpc>
              <a:spcBef>
                <a:spcPts val="0"/>
              </a:spcBef>
              <a:spcAft>
                <a:spcPts val="0"/>
              </a:spcAft>
              <a:buClr>
                <a:schemeClr val="dk1"/>
              </a:buClr>
              <a:buSzPts val="2100"/>
              <a:buNone/>
              <a:defRPr sz="2100">
                <a:solidFill>
                  <a:schemeClr val="dk1"/>
                </a:solidFill>
              </a:defRPr>
            </a:lvl8pPr>
            <a:lvl9pPr lvl="8" algn="ctr" rtl="0">
              <a:lnSpc>
                <a:spcPct val="100000"/>
              </a:lnSpc>
              <a:spcBef>
                <a:spcPts val="0"/>
              </a:spcBef>
              <a:spcAft>
                <a:spcPts val="0"/>
              </a:spcAft>
              <a:buClr>
                <a:schemeClr val="dk1"/>
              </a:buClr>
              <a:buSzPts val="2100"/>
              <a:buNone/>
              <a:defRPr sz="2100">
                <a:solidFill>
                  <a:schemeClr val="dk1"/>
                </a:solidFill>
              </a:defRPr>
            </a:lvl9pPr>
          </a:lstStyle>
          <a:p>
            <a:endParaRPr/>
          </a:p>
        </p:txBody>
      </p:sp>
      <p:sp>
        <p:nvSpPr>
          <p:cNvPr id="325" name="Google Shape;325;p33"/>
          <p:cNvSpPr txBox="1">
            <a:spLocks noGrp="1"/>
          </p:cNvSpPr>
          <p:nvPr>
            <p:ph type="title" idx="4" hasCustomPrompt="1"/>
          </p:nvPr>
        </p:nvSpPr>
        <p:spPr>
          <a:xfrm>
            <a:off x="2971700" y="3093075"/>
            <a:ext cx="3291600" cy="696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3500">
                <a:solidFill>
                  <a:schemeClr val="accent3"/>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326" name="Google Shape;326;p33"/>
          <p:cNvSpPr txBox="1">
            <a:spLocks noGrp="1"/>
          </p:cNvSpPr>
          <p:nvPr>
            <p:ph type="subTitle" idx="5"/>
          </p:nvPr>
        </p:nvSpPr>
        <p:spPr>
          <a:xfrm>
            <a:off x="2880750" y="3789575"/>
            <a:ext cx="3382500" cy="4059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dk1"/>
              </a:buClr>
              <a:buSzPts val="2400"/>
              <a:buNone/>
              <a:defRPr sz="15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None/>
              <a:defRPr sz="2100">
                <a:solidFill>
                  <a:schemeClr val="dk1"/>
                </a:solidFill>
              </a:defRPr>
            </a:lvl4pPr>
            <a:lvl5pPr lvl="4" algn="ctr" rtl="0">
              <a:lnSpc>
                <a:spcPct val="100000"/>
              </a:lnSpc>
              <a:spcBef>
                <a:spcPts val="0"/>
              </a:spcBef>
              <a:spcAft>
                <a:spcPts val="0"/>
              </a:spcAft>
              <a:buClr>
                <a:schemeClr val="dk1"/>
              </a:buClr>
              <a:buSzPts val="2100"/>
              <a:buNone/>
              <a:defRPr sz="2100">
                <a:solidFill>
                  <a:schemeClr val="dk1"/>
                </a:solidFill>
              </a:defRPr>
            </a:lvl5pPr>
            <a:lvl6pPr lvl="5" algn="ctr" rtl="0">
              <a:lnSpc>
                <a:spcPct val="100000"/>
              </a:lnSpc>
              <a:spcBef>
                <a:spcPts val="0"/>
              </a:spcBef>
              <a:spcAft>
                <a:spcPts val="0"/>
              </a:spcAft>
              <a:buClr>
                <a:schemeClr val="dk1"/>
              </a:buClr>
              <a:buSzPts val="2100"/>
              <a:buNone/>
              <a:defRPr sz="2100">
                <a:solidFill>
                  <a:schemeClr val="dk1"/>
                </a:solidFill>
              </a:defRPr>
            </a:lvl6pPr>
            <a:lvl7pPr lvl="6" algn="ctr" rtl="0">
              <a:lnSpc>
                <a:spcPct val="100000"/>
              </a:lnSpc>
              <a:spcBef>
                <a:spcPts val="0"/>
              </a:spcBef>
              <a:spcAft>
                <a:spcPts val="0"/>
              </a:spcAft>
              <a:buClr>
                <a:schemeClr val="dk1"/>
              </a:buClr>
              <a:buSzPts val="2100"/>
              <a:buNone/>
              <a:defRPr sz="2100">
                <a:solidFill>
                  <a:schemeClr val="dk1"/>
                </a:solidFill>
              </a:defRPr>
            </a:lvl7pPr>
            <a:lvl8pPr lvl="7" algn="ctr" rtl="0">
              <a:lnSpc>
                <a:spcPct val="100000"/>
              </a:lnSpc>
              <a:spcBef>
                <a:spcPts val="0"/>
              </a:spcBef>
              <a:spcAft>
                <a:spcPts val="0"/>
              </a:spcAft>
              <a:buClr>
                <a:schemeClr val="dk1"/>
              </a:buClr>
              <a:buSzPts val="2100"/>
              <a:buNone/>
              <a:defRPr sz="2100">
                <a:solidFill>
                  <a:schemeClr val="dk1"/>
                </a:solidFill>
              </a:defRPr>
            </a:lvl8pPr>
            <a:lvl9pPr lvl="8" algn="ctr" rtl="0">
              <a:lnSpc>
                <a:spcPct val="100000"/>
              </a:lnSpc>
              <a:spcBef>
                <a:spcPts val="0"/>
              </a:spcBef>
              <a:spcAft>
                <a:spcPts val="0"/>
              </a:spcAft>
              <a:buClr>
                <a:schemeClr val="dk1"/>
              </a:buClr>
              <a:buSzPts val="2100"/>
              <a:buNone/>
              <a:defRPr sz="2100">
                <a:solidFill>
                  <a:schemeClr val="dk1"/>
                </a:solidFill>
              </a:defRPr>
            </a:lvl9pPr>
          </a:lstStyle>
          <a:p>
            <a:endParaRPr/>
          </a:p>
        </p:txBody>
      </p:sp>
      <p:grpSp>
        <p:nvGrpSpPr>
          <p:cNvPr id="327" name="Google Shape;327;p33"/>
          <p:cNvGrpSpPr/>
          <p:nvPr/>
        </p:nvGrpSpPr>
        <p:grpSpPr>
          <a:xfrm>
            <a:off x="86054" y="195425"/>
            <a:ext cx="9328220" cy="5671925"/>
            <a:chOff x="86054" y="195425"/>
            <a:chExt cx="9328220" cy="5671925"/>
          </a:xfrm>
        </p:grpSpPr>
        <p:pic>
          <p:nvPicPr>
            <p:cNvPr id="328" name="Google Shape;328;p33"/>
            <p:cNvPicPr preferRelativeResize="0"/>
            <p:nvPr/>
          </p:nvPicPr>
          <p:blipFill>
            <a:blip r:embed="rId2">
              <a:alphaModFix/>
            </a:blip>
            <a:stretch>
              <a:fillRect/>
            </a:stretch>
          </p:blipFill>
          <p:spPr>
            <a:xfrm rot="10800000">
              <a:off x="6918712" y="195425"/>
              <a:ext cx="1963202" cy="1388125"/>
            </a:xfrm>
            <a:prstGeom prst="rect">
              <a:avLst/>
            </a:prstGeom>
            <a:noFill/>
            <a:ln>
              <a:noFill/>
            </a:ln>
          </p:spPr>
        </p:pic>
        <p:grpSp>
          <p:nvGrpSpPr>
            <p:cNvPr id="329" name="Google Shape;329;p33"/>
            <p:cNvGrpSpPr/>
            <p:nvPr/>
          </p:nvGrpSpPr>
          <p:grpSpPr>
            <a:xfrm>
              <a:off x="86054" y="2749676"/>
              <a:ext cx="9328220" cy="3117675"/>
              <a:chOff x="86054" y="2749676"/>
              <a:chExt cx="9328220" cy="3117675"/>
            </a:xfrm>
          </p:grpSpPr>
          <p:grpSp>
            <p:nvGrpSpPr>
              <p:cNvPr id="330" name="Google Shape;330;p33"/>
              <p:cNvGrpSpPr/>
              <p:nvPr/>
            </p:nvGrpSpPr>
            <p:grpSpPr>
              <a:xfrm>
                <a:off x="86054" y="2749676"/>
                <a:ext cx="783476" cy="2561750"/>
                <a:chOff x="86054" y="2749676"/>
                <a:chExt cx="783476" cy="2561750"/>
              </a:xfrm>
            </p:grpSpPr>
            <p:pic>
              <p:nvPicPr>
                <p:cNvPr id="331" name="Google Shape;331;p33"/>
                <p:cNvPicPr preferRelativeResize="0"/>
                <p:nvPr/>
              </p:nvPicPr>
              <p:blipFill rotWithShape="1">
                <a:blip r:embed="rId3">
                  <a:alphaModFix/>
                </a:blip>
                <a:srcRect l="24216" t="59302" r="26812"/>
                <a:stretch/>
              </p:blipFill>
              <p:spPr>
                <a:xfrm rot="5400000">
                  <a:off x="-360384" y="4081512"/>
                  <a:ext cx="1676350" cy="783476"/>
                </a:xfrm>
                <a:prstGeom prst="rect">
                  <a:avLst/>
                </a:prstGeom>
                <a:noFill/>
                <a:ln>
                  <a:noFill/>
                </a:ln>
              </p:spPr>
            </p:pic>
            <p:pic>
              <p:nvPicPr>
                <p:cNvPr id="332" name="Google Shape;332;p33"/>
                <p:cNvPicPr preferRelativeResize="0"/>
                <p:nvPr/>
              </p:nvPicPr>
              <p:blipFill>
                <a:blip r:embed="rId4">
                  <a:alphaModFix/>
                </a:blip>
                <a:stretch>
                  <a:fillRect/>
                </a:stretch>
              </p:blipFill>
              <p:spPr>
                <a:xfrm rot="5400000">
                  <a:off x="-712699" y="3752096"/>
                  <a:ext cx="2467774" cy="462933"/>
                </a:xfrm>
                <a:prstGeom prst="rect">
                  <a:avLst/>
                </a:prstGeom>
                <a:noFill/>
                <a:ln>
                  <a:noFill/>
                </a:ln>
              </p:spPr>
            </p:pic>
          </p:grpSp>
          <p:pic>
            <p:nvPicPr>
              <p:cNvPr id="333" name="Google Shape;333;p33"/>
              <p:cNvPicPr preferRelativeResize="0"/>
              <p:nvPr/>
            </p:nvPicPr>
            <p:blipFill>
              <a:blip r:embed="rId5">
                <a:alphaModFix/>
              </a:blip>
              <a:stretch>
                <a:fillRect/>
              </a:stretch>
            </p:blipFill>
            <p:spPr>
              <a:xfrm rot="3600003">
                <a:off x="7328409" y="3752730"/>
                <a:ext cx="1729979" cy="1820688"/>
              </a:xfrm>
              <a:prstGeom prst="rect">
                <a:avLst/>
              </a:prstGeom>
              <a:noFill/>
              <a:ln>
                <a:noFill/>
              </a:ln>
            </p:spPr>
          </p:pic>
        </p:grpSp>
      </p:grpSp>
      <p:grpSp>
        <p:nvGrpSpPr>
          <p:cNvPr id="334" name="Google Shape;334;p33"/>
          <p:cNvGrpSpPr/>
          <p:nvPr/>
        </p:nvGrpSpPr>
        <p:grpSpPr>
          <a:xfrm>
            <a:off x="181750" y="150996"/>
            <a:ext cx="8222662" cy="5002330"/>
            <a:chOff x="181750" y="150996"/>
            <a:chExt cx="8222662" cy="5002330"/>
          </a:xfrm>
        </p:grpSpPr>
        <p:grpSp>
          <p:nvGrpSpPr>
            <p:cNvPr id="335" name="Google Shape;335;p33"/>
            <p:cNvGrpSpPr/>
            <p:nvPr/>
          </p:nvGrpSpPr>
          <p:grpSpPr>
            <a:xfrm>
              <a:off x="3429074" y="150996"/>
              <a:ext cx="4975339" cy="648905"/>
              <a:chOff x="3429074" y="150996"/>
              <a:chExt cx="4975339" cy="648905"/>
            </a:xfrm>
          </p:grpSpPr>
          <p:pic>
            <p:nvPicPr>
              <p:cNvPr id="336" name="Google Shape;336;p33"/>
              <p:cNvPicPr preferRelativeResize="0"/>
              <p:nvPr/>
            </p:nvPicPr>
            <p:blipFill rotWithShape="1">
              <a:blip r:embed="rId6">
                <a:alphaModFix/>
              </a:blip>
              <a:srcRect b="20464"/>
              <a:stretch/>
            </p:blipFill>
            <p:spPr>
              <a:xfrm rot="10800000">
                <a:off x="5074637" y="151226"/>
                <a:ext cx="3329775" cy="648675"/>
              </a:xfrm>
              <a:prstGeom prst="rect">
                <a:avLst/>
              </a:prstGeom>
              <a:noFill/>
              <a:ln>
                <a:noFill/>
              </a:ln>
            </p:spPr>
          </p:pic>
          <p:pic>
            <p:nvPicPr>
              <p:cNvPr id="337" name="Google Shape;337;p33"/>
              <p:cNvPicPr preferRelativeResize="0"/>
              <p:nvPr/>
            </p:nvPicPr>
            <p:blipFill rotWithShape="1">
              <a:blip r:embed="rId7">
                <a:alphaModFix/>
              </a:blip>
              <a:srcRect l="-6101" b="28274"/>
              <a:stretch/>
            </p:blipFill>
            <p:spPr>
              <a:xfrm rot="10800000">
                <a:off x="3429074" y="150996"/>
                <a:ext cx="2824351" cy="443325"/>
              </a:xfrm>
              <a:prstGeom prst="rect">
                <a:avLst/>
              </a:prstGeom>
              <a:noFill/>
              <a:ln>
                <a:noFill/>
              </a:ln>
            </p:spPr>
          </p:pic>
        </p:grpSp>
        <p:grpSp>
          <p:nvGrpSpPr>
            <p:cNvPr id="338" name="Google Shape;338;p33"/>
            <p:cNvGrpSpPr/>
            <p:nvPr/>
          </p:nvGrpSpPr>
          <p:grpSpPr>
            <a:xfrm>
              <a:off x="181750" y="4424875"/>
              <a:ext cx="4527701" cy="728450"/>
              <a:chOff x="181750" y="4424875"/>
              <a:chExt cx="4527701" cy="728450"/>
            </a:xfrm>
          </p:grpSpPr>
          <p:pic>
            <p:nvPicPr>
              <p:cNvPr id="339" name="Google Shape;339;p33"/>
              <p:cNvPicPr preferRelativeResize="0"/>
              <p:nvPr/>
            </p:nvPicPr>
            <p:blipFill rotWithShape="1">
              <a:blip r:embed="rId7">
                <a:alphaModFix/>
              </a:blip>
              <a:srcRect l="17239"/>
              <a:stretch/>
            </p:blipFill>
            <p:spPr>
              <a:xfrm>
                <a:off x="181750" y="4580400"/>
                <a:ext cx="2042275" cy="572925"/>
              </a:xfrm>
              <a:prstGeom prst="rect">
                <a:avLst/>
              </a:prstGeom>
              <a:noFill/>
              <a:ln>
                <a:noFill/>
              </a:ln>
            </p:spPr>
          </p:pic>
          <p:pic>
            <p:nvPicPr>
              <p:cNvPr id="340" name="Google Shape;340;p33"/>
              <p:cNvPicPr preferRelativeResize="0"/>
              <p:nvPr/>
            </p:nvPicPr>
            <p:blipFill rotWithShape="1">
              <a:blip r:embed="rId6">
                <a:alphaModFix/>
              </a:blip>
              <a:srcRect b="20464"/>
              <a:stretch/>
            </p:blipFill>
            <p:spPr>
              <a:xfrm>
                <a:off x="970175" y="4424875"/>
                <a:ext cx="3739276" cy="728450"/>
              </a:xfrm>
              <a:prstGeom prst="rect">
                <a:avLst/>
              </a:prstGeom>
              <a:noFill/>
              <a:ln>
                <a:noFill/>
              </a:ln>
            </p:spPr>
          </p:pic>
        </p:grpSp>
      </p:gr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hanks">
  <p:cSld name="CUSTOM_3_1">
    <p:spTree>
      <p:nvGrpSpPr>
        <p:cNvPr id="1" name="Shape 341"/>
        <p:cNvGrpSpPr/>
        <p:nvPr/>
      </p:nvGrpSpPr>
      <p:grpSpPr>
        <a:xfrm>
          <a:off x="0" y="0"/>
          <a:ext cx="0" cy="0"/>
          <a:chOff x="0" y="0"/>
          <a:chExt cx="0" cy="0"/>
        </a:xfrm>
      </p:grpSpPr>
      <p:sp>
        <p:nvSpPr>
          <p:cNvPr id="342" name="Google Shape;342;p34"/>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343" name="Google Shape;343;p34"/>
          <p:cNvSpPr txBox="1">
            <a:spLocks noGrp="1"/>
          </p:cNvSpPr>
          <p:nvPr>
            <p:ph type="title"/>
          </p:nvPr>
        </p:nvSpPr>
        <p:spPr>
          <a:xfrm>
            <a:off x="859125" y="1292000"/>
            <a:ext cx="3000600" cy="9873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60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44" name="Google Shape;344;p34"/>
          <p:cNvSpPr txBox="1">
            <a:spLocks noGrp="1"/>
          </p:cNvSpPr>
          <p:nvPr>
            <p:ph type="subTitle" idx="1"/>
          </p:nvPr>
        </p:nvSpPr>
        <p:spPr>
          <a:xfrm>
            <a:off x="859100" y="2279275"/>
            <a:ext cx="3000600" cy="1167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345" name="Google Shape;345;p34"/>
          <p:cNvGrpSpPr/>
          <p:nvPr/>
        </p:nvGrpSpPr>
        <p:grpSpPr>
          <a:xfrm>
            <a:off x="-152400" y="147737"/>
            <a:ext cx="1816700" cy="4043263"/>
            <a:chOff x="-152400" y="147737"/>
            <a:chExt cx="1816700" cy="4043263"/>
          </a:xfrm>
        </p:grpSpPr>
        <p:pic>
          <p:nvPicPr>
            <p:cNvPr id="346" name="Google Shape;346;p34"/>
            <p:cNvPicPr preferRelativeResize="0"/>
            <p:nvPr/>
          </p:nvPicPr>
          <p:blipFill>
            <a:blip r:embed="rId2">
              <a:alphaModFix/>
            </a:blip>
            <a:stretch>
              <a:fillRect/>
            </a:stretch>
          </p:blipFill>
          <p:spPr>
            <a:xfrm rot="5400000">
              <a:off x="-11363" y="435275"/>
              <a:ext cx="1963202" cy="1388125"/>
            </a:xfrm>
            <a:prstGeom prst="rect">
              <a:avLst/>
            </a:prstGeom>
            <a:noFill/>
            <a:ln>
              <a:noFill/>
            </a:ln>
          </p:spPr>
        </p:pic>
        <p:sp>
          <p:nvSpPr>
            <p:cNvPr id="347" name="Google Shape;347;p34"/>
            <p:cNvSpPr/>
            <p:nvPr/>
          </p:nvSpPr>
          <p:spPr>
            <a:xfrm>
              <a:off x="-152400" y="624850"/>
              <a:ext cx="592450" cy="3566150"/>
            </a:xfrm>
            <a:custGeom>
              <a:avLst/>
              <a:gdLst/>
              <a:ahLst/>
              <a:cxnLst/>
              <a:rect l="l" t="t" r="r" b="b"/>
              <a:pathLst>
                <a:path w="23698" h="142646" extrusionOk="0">
                  <a:moveTo>
                    <a:pt x="0" y="0"/>
                  </a:moveTo>
                  <a:lnTo>
                    <a:pt x="20422" y="19202"/>
                  </a:lnTo>
                  <a:lnTo>
                    <a:pt x="20422" y="29260"/>
                  </a:lnTo>
                  <a:lnTo>
                    <a:pt x="15392" y="34289"/>
                  </a:lnTo>
                  <a:lnTo>
                    <a:pt x="15392" y="74066"/>
                  </a:lnTo>
                  <a:lnTo>
                    <a:pt x="23698" y="82372"/>
                  </a:lnTo>
                  <a:lnTo>
                    <a:pt x="23698" y="142646"/>
                  </a:lnTo>
                </a:path>
              </a:pathLst>
            </a:custGeom>
            <a:noFill/>
            <a:ln w="9525" cap="flat" cmpd="sng">
              <a:solidFill>
                <a:schemeClr val="dk2"/>
              </a:solidFill>
              <a:prstDash val="solid"/>
              <a:round/>
              <a:headEnd type="none" w="med" len="med"/>
              <a:tailEnd type="oval" w="med" len="med"/>
            </a:ln>
          </p:spPr>
          <p:txBody>
            <a:bodyPr/>
            <a:lstStyle/>
            <a:p>
              <a:endParaRPr lang="en-GB"/>
            </a:p>
          </p:txBody>
        </p:sp>
      </p:grpSp>
      <p:pic>
        <p:nvPicPr>
          <p:cNvPr id="348" name="Google Shape;348;p34"/>
          <p:cNvPicPr preferRelativeResize="0"/>
          <p:nvPr/>
        </p:nvPicPr>
        <p:blipFill>
          <a:blip r:embed="rId3">
            <a:alphaModFix/>
          </a:blip>
          <a:stretch>
            <a:fillRect/>
          </a:stretch>
        </p:blipFill>
        <p:spPr>
          <a:xfrm rot="3599996">
            <a:off x="7091874" y="3272324"/>
            <a:ext cx="2124548" cy="2235932"/>
          </a:xfrm>
          <a:prstGeom prst="rect">
            <a:avLst/>
          </a:prstGeom>
          <a:noFill/>
          <a:ln>
            <a:noFill/>
          </a:ln>
        </p:spPr>
      </p:pic>
      <p:sp>
        <p:nvSpPr>
          <p:cNvPr id="349" name="Google Shape;349;p34"/>
          <p:cNvSpPr txBox="1"/>
          <p:nvPr/>
        </p:nvSpPr>
        <p:spPr>
          <a:xfrm>
            <a:off x="4438375" y="2254650"/>
            <a:ext cx="3992400" cy="556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300"/>
              </a:spcBef>
              <a:spcAft>
                <a:spcPts val="0"/>
              </a:spcAft>
              <a:buNone/>
            </a:pPr>
            <a:r>
              <a:rPr lang="de" sz="1000" b="1">
                <a:solidFill>
                  <a:schemeClr val="dk1"/>
                </a:solidFill>
                <a:latin typeface="Archivo"/>
                <a:ea typeface="Archivo"/>
                <a:cs typeface="Archivo"/>
                <a:sym typeface="Archivo"/>
              </a:rPr>
              <a:t>CREDITS</a:t>
            </a:r>
            <a:r>
              <a:rPr lang="de" sz="1000">
                <a:solidFill>
                  <a:schemeClr val="dk1"/>
                </a:solidFill>
                <a:latin typeface="Archivo"/>
                <a:ea typeface="Archivo"/>
                <a:cs typeface="Archivo"/>
                <a:sym typeface="Archivo"/>
              </a:rPr>
              <a:t>: Diese Präsentationsvorlage wurde von </a:t>
            </a:r>
            <a:r>
              <a:rPr lang="de" sz="1000" b="1">
                <a:solidFill>
                  <a:schemeClr val="dk1"/>
                </a:solidFill>
                <a:uFill>
                  <a:noFill/>
                </a:uFill>
                <a:latin typeface="Archivo"/>
                <a:ea typeface="Archivo"/>
                <a:cs typeface="Archivo"/>
                <a:sym typeface="Archivo"/>
                <a:hlinkClick r:id="rId4">
                  <a:extLst>
                    <a:ext uri="{A12FA001-AC4F-418D-AE19-62706E023703}">
                      <ahyp:hlinkClr xmlns:ahyp="http://schemas.microsoft.com/office/drawing/2018/hyperlinkcolor" val="tx"/>
                    </a:ext>
                  </a:extLst>
                </a:hlinkClick>
              </a:rPr>
              <a:t>Slidesgo</a:t>
            </a:r>
            <a:r>
              <a:rPr lang="de" sz="1000">
                <a:solidFill>
                  <a:schemeClr val="dk1"/>
                </a:solidFill>
                <a:uFill>
                  <a:noFill/>
                </a:uFill>
                <a:latin typeface="Archivo"/>
                <a:ea typeface="Archivo"/>
                <a:cs typeface="Archivo"/>
                <a:sym typeface="Archivo"/>
                <a:hlinkClick r:id="rId4">
                  <a:extLst>
                    <a:ext uri="{A12FA001-AC4F-418D-AE19-62706E023703}">
                      <ahyp:hlinkClr xmlns:ahyp="http://schemas.microsoft.com/office/drawing/2018/hyperlinkcolor" val="tx"/>
                    </a:ext>
                  </a:extLst>
                </a:hlinkClick>
              </a:rPr>
              <a:t> </a:t>
            </a:r>
            <a:r>
              <a:rPr lang="de" sz="1000">
                <a:solidFill>
                  <a:schemeClr val="dk1"/>
                </a:solidFill>
                <a:latin typeface="Archivo"/>
                <a:ea typeface="Archivo"/>
                <a:cs typeface="Archivo"/>
                <a:sym typeface="Archivo"/>
              </a:rPr>
              <a:t>erstellt, inklusive Icons von </a:t>
            </a:r>
            <a:r>
              <a:rPr lang="de" sz="1000" b="1">
                <a:solidFill>
                  <a:schemeClr val="dk1"/>
                </a:solidFill>
                <a:uFill>
                  <a:noFill/>
                </a:uFill>
                <a:latin typeface="Archivo"/>
                <a:ea typeface="Archivo"/>
                <a:cs typeface="Archivo"/>
                <a:sym typeface="Archivo"/>
                <a:hlinkClick r:id="rId5">
                  <a:extLst>
                    <a:ext uri="{A12FA001-AC4F-418D-AE19-62706E023703}">
                      <ahyp:hlinkClr xmlns:ahyp="http://schemas.microsoft.com/office/drawing/2018/hyperlinkcolor" val="tx"/>
                    </a:ext>
                  </a:extLst>
                </a:hlinkClick>
              </a:rPr>
              <a:t>Flaticon</a:t>
            </a:r>
            <a:r>
              <a:rPr lang="de" sz="1000" b="1">
                <a:solidFill>
                  <a:schemeClr val="dk1"/>
                </a:solidFill>
                <a:latin typeface="Archivo"/>
                <a:ea typeface="Archivo"/>
                <a:cs typeface="Archivo"/>
                <a:sym typeface="Archivo"/>
              </a:rPr>
              <a:t> </a:t>
            </a:r>
            <a:r>
              <a:rPr lang="de" sz="1000">
                <a:solidFill>
                  <a:schemeClr val="dk1"/>
                </a:solidFill>
                <a:latin typeface="Archivo"/>
                <a:ea typeface="Archivo"/>
                <a:cs typeface="Archivo"/>
                <a:sym typeface="Archivo"/>
              </a:rPr>
              <a:t>und Infografiken &amp; Bildern von </a:t>
            </a:r>
            <a:r>
              <a:rPr lang="de" sz="1000" b="1">
                <a:solidFill>
                  <a:schemeClr val="dk1"/>
                </a:solidFill>
                <a:uFill>
                  <a:noFill/>
                </a:uFill>
                <a:latin typeface="Archivo"/>
                <a:ea typeface="Archivo"/>
                <a:cs typeface="Archivo"/>
                <a:sym typeface="Archivo"/>
                <a:hlinkClick r:id="rId6">
                  <a:extLst>
                    <a:ext uri="{A12FA001-AC4F-418D-AE19-62706E023703}">
                      <ahyp:hlinkClr xmlns:ahyp="http://schemas.microsoft.com/office/drawing/2018/hyperlinkcolor" val="tx"/>
                    </a:ext>
                  </a:extLst>
                </a:hlinkClick>
              </a:rPr>
              <a:t>Freepik </a:t>
            </a:r>
            <a:endParaRPr sz="1000" b="1" u="sng">
              <a:solidFill>
                <a:schemeClr val="dk1"/>
              </a:solidFill>
              <a:latin typeface="Archivo"/>
              <a:ea typeface="Archivo"/>
              <a:cs typeface="Archivo"/>
              <a:sym typeface="Archivo"/>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Background">
  <p:cSld name="CUSTOM_9">
    <p:bg>
      <p:bgPr>
        <a:solidFill>
          <a:schemeClr val="lt1"/>
        </a:solidFill>
        <a:effectLst/>
      </p:bgPr>
    </p:bg>
    <p:spTree>
      <p:nvGrpSpPr>
        <p:cNvPr id="1" name="Shape 350"/>
        <p:cNvGrpSpPr/>
        <p:nvPr/>
      </p:nvGrpSpPr>
      <p:grpSpPr>
        <a:xfrm>
          <a:off x="0" y="0"/>
          <a:ext cx="0" cy="0"/>
          <a:chOff x="0" y="0"/>
          <a:chExt cx="0" cy="0"/>
        </a:xfrm>
      </p:grpSpPr>
      <p:sp>
        <p:nvSpPr>
          <p:cNvPr id="351" name="Google Shape;351;p35"/>
          <p:cNvSpPr/>
          <p:nvPr/>
        </p:nvSpPr>
        <p:spPr>
          <a:xfrm>
            <a:off x="182700" y="151650"/>
            <a:ext cx="8778600" cy="4840200"/>
          </a:xfrm>
          <a:prstGeom prst="snip1Rect">
            <a:avLst>
              <a:gd name="adj" fmla="val 4489"/>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nvGrpSpPr>
          <p:cNvPr id="352" name="Google Shape;352;p35"/>
          <p:cNvGrpSpPr/>
          <p:nvPr/>
        </p:nvGrpSpPr>
        <p:grpSpPr>
          <a:xfrm>
            <a:off x="-113450" y="-1649725"/>
            <a:ext cx="9394610" cy="8421100"/>
            <a:chOff x="-113450" y="-1649725"/>
            <a:chExt cx="9394610" cy="8421100"/>
          </a:xfrm>
        </p:grpSpPr>
        <p:grpSp>
          <p:nvGrpSpPr>
            <p:cNvPr id="353" name="Google Shape;353;p35"/>
            <p:cNvGrpSpPr/>
            <p:nvPr/>
          </p:nvGrpSpPr>
          <p:grpSpPr>
            <a:xfrm>
              <a:off x="-113450" y="-1649725"/>
              <a:ext cx="8689100" cy="5214600"/>
              <a:chOff x="-113450" y="-1649725"/>
              <a:chExt cx="8689100" cy="5214600"/>
            </a:xfrm>
          </p:grpSpPr>
          <p:sp>
            <p:nvSpPr>
              <p:cNvPr id="354" name="Google Shape;354;p35"/>
              <p:cNvSpPr/>
              <p:nvPr/>
            </p:nvSpPr>
            <p:spPr>
              <a:xfrm>
                <a:off x="-113450" y="0"/>
                <a:ext cx="363625" cy="3564875"/>
              </a:xfrm>
              <a:custGeom>
                <a:avLst/>
                <a:gdLst/>
                <a:ahLst/>
                <a:cxnLst/>
                <a:rect l="l" t="t" r="r" b="b"/>
                <a:pathLst>
                  <a:path w="14545" h="142595" extrusionOk="0">
                    <a:moveTo>
                      <a:pt x="8343" y="-1516"/>
                    </a:moveTo>
                    <a:lnTo>
                      <a:pt x="11756" y="13274"/>
                    </a:lnTo>
                    <a:lnTo>
                      <a:pt x="18393" y="13274"/>
                    </a:lnTo>
                    <a:lnTo>
                      <a:pt x="18393" y="73384"/>
                    </a:lnTo>
                    <a:lnTo>
                      <a:pt x="22888" y="81170"/>
                    </a:lnTo>
                    <a:lnTo>
                      <a:pt x="22888" y="141079"/>
                    </a:lnTo>
                  </a:path>
                </a:pathLst>
              </a:custGeom>
              <a:noFill/>
              <a:ln w="9525" cap="flat" cmpd="sng">
                <a:solidFill>
                  <a:schemeClr val="accent1"/>
                </a:solidFill>
                <a:prstDash val="solid"/>
                <a:round/>
                <a:headEnd type="none" w="med" len="med"/>
                <a:tailEnd type="oval" w="med" len="med"/>
              </a:ln>
            </p:spPr>
          </p:sp>
          <p:sp>
            <p:nvSpPr>
              <p:cNvPr id="355" name="Google Shape;355;p35"/>
              <p:cNvSpPr/>
              <p:nvPr/>
            </p:nvSpPr>
            <p:spPr>
              <a:xfrm>
                <a:off x="221725" y="-1649725"/>
                <a:ext cx="203525" cy="3086100"/>
              </a:xfrm>
              <a:custGeom>
                <a:avLst/>
                <a:gdLst/>
                <a:ahLst/>
                <a:cxnLst/>
                <a:rect l="l" t="t" r="r" b="b"/>
                <a:pathLst>
                  <a:path w="8141" h="123444" extrusionOk="0">
                    <a:moveTo>
                      <a:pt x="3010" y="0"/>
                    </a:moveTo>
                    <a:lnTo>
                      <a:pt x="3010" y="58214"/>
                    </a:lnTo>
                    <a:lnTo>
                      <a:pt x="0" y="63428"/>
                    </a:lnTo>
                    <a:lnTo>
                      <a:pt x="0" y="74522"/>
                    </a:lnTo>
                    <a:lnTo>
                      <a:pt x="8141" y="82664"/>
                    </a:lnTo>
                    <a:lnTo>
                      <a:pt x="8141" y="123444"/>
                    </a:lnTo>
                  </a:path>
                </a:pathLst>
              </a:custGeom>
              <a:noFill/>
              <a:ln w="9525" cap="flat" cmpd="sng">
                <a:solidFill>
                  <a:schemeClr val="dk1"/>
                </a:solidFill>
                <a:prstDash val="solid"/>
                <a:round/>
                <a:headEnd type="none" w="med" len="med"/>
                <a:tailEnd type="oval" w="med" len="med"/>
              </a:ln>
            </p:spPr>
          </p:sp>
          <p:sp>
            <p:nvSpPr>
              <p:cNvPr id="356" name="Google Shape;356;p35"/>
              <p:cNvSpPr/>
              <p:nvPr/>
            </p:nvSpPr>
            <p:spPr>
              <a:xfrm>
                <a:off x="0" y="237025"/>
                <a:ext cx="8575650" cy="164450"/>
              </a:xfrm>
              <a:custGeom>
                <a:avLst/>
                <a:gdLst/>
                <a:ahLst/>
                <a:cxnLst/>
                <a:rect l="l" t="t" r="r" b="b"/>
                <a:pathLst>
                  <a:path w="343026" h="6578" extrusionOk="0">
                    <a:moveTo>
                      <a:pt x="0" y="0"/>
                    </a:moveTo>
                    <a:lnTo>
                      <a:pt x="59730" y="0"/>
                    </a:lnTo>
                    <a:lnTo>
                      <a:pt x="62166" y="4219"/>
                    </a:lnTo>
                    <a:lnTo>
                      <a:pt x="149801" y="4219"/>
                    </a:lnTo>
                    <a:lnTo>
                      <a:pt x="152197" y="70"/>
                    </a:lnTo>
                    <a:lnTo>
                      <a:pt x="161558" y="70"/>
                    </a:lnTo>
                    <a:lnTo>
                      <a:pt x="165315" y="6578"/>
                    </a:lnTo>
                    <a:lnTo>
                      <a:pt x="320651" y="6578"/>
                    </a:lnTo>
                    <a:lnTo>
                      <a:pt x="329039" y="1735"/>
                    </a:lnTo>
                    <a:lnTo>
                      <a:pt x="343026" y="1735"/>
                    </a:lnTo>
                  </a:path>
                </a:pathLst>
              </a:custGeom>
              <a:noFill/>
              <a:ln w="9525" cap="flat" cmpd="sng">
                <a:solidFill>
                  <a:schemeClr val="lt2"/>
                </a:solidFill>
                <a:prstDash val="solid"/>
                <a:round/>
                <a:headEnd type="none" w="med" len="med"/>
                <a:tailEnd type="oval" w="med" len="med"/>
              </a:ln>
            </p:spPr>
          </p:sp>
        </p:grpSp>
        <p:grpSp>
          <p:nvGrpSpPr>
            <p:cNvPr id="357" name="Google Shape;357;p35"/>
            <p:cNvGrpSpPr/>
            <p:nvPr/>
          </p:nvGrpSpPr>
          <p:grpSpPr>
            <a:xfrm rot="10800000">
              <a:off x="553960" y="1556775"/>
              <a:ext cx="8727200" cy="5214600"/>
              <a:chOff x="-113450" y="-1649725"/>
              <a:chExt cx="8727200" cy="5214600"/>
            </a:xfrm>
          </p:grpSpPr>
          <p:sp>
            <p:nvSpPr>
              <p:cNvPr id="358" name="Google Shape;358;p35"/>
              <p:cNvSpPr/>
              <p:nvPr/>
            </p:nvSpPr>
            <p:spPr>
              <a:xfrm>
                <a:off x="-113450" y="0"/>
                <a:ext cx="363625" cy="3564875"/>
              </a:xfrm>
              <a:custGeom>
                <a:avLst/>
                <a:gdLst/>
                <a:ahLst/>
                <a:cxnLst/>
                <a:rect l="l" t="t" r="r" b="b"/>
                <a:pathLst>
                  <a:path w="14545" h="142595" extrusionOk="0">
                    <a:moveTo>
                      <a:pt x="8343" y="-1516"/>
                    </a:moveTo>
                    <a:lnTo>
                      <a:pt x="11756" y="13274"/>
                    </a:lnTo>
                    <a:lnTo>
                      <a:pt x="18393" y="13274"/>
                    </a:lnTo>
                    <a:lnTo>
                      <a:pt x="18393" y="73384"/>
                    </a:lnTo>
                    <a:lnTo>
                      <a:pt x="22888" y="81170"/>
                    </a:lnTo>
                    <a:lnTo>
                      <a:pt x="22888" y="141079"/>
                    </a:lnTo>
                  </a:path>
                </a:pathLst>
              </a:custGeom>
              <a:noFill/>
              <a:ln w="9525" cap="flat" cmpd="sng">
                <a:solidFill>
                  <a:schemeClr val="accent1"/>
                </a:solidFill>
                <a:prstDash val="solid"/>
                <a:round/>
                <a:headEnd type="none" w="med" len="med"/>
                <a:tailEnd type="oval" w="med" len="med"/>
              </a:ln>
            </p:spPr>
          </p:sp>
          <p:sp>
            <p:nvSpPr>
              <p:cNvPr id="359" name="Google Shape;359;p35"/>
              <p:cNvSpPr/>
              <p:nvPr/>
            </p:nvSpPr>
            <p:spPr>
              <a:xfrm>
                <a:off x="221725" y="-1649725"/>
                <a:ext cx="203525" cy="3086100"/>
              </a:xfrm>
              <a:custGeom>
                <a:avLst/>
                <a:gdLst/>
                <a:ahLst/>
                <a:cxnLst/>
                <a:rect l="l" t="t" r="r" b="b"/>
                <a:pathLst>
                  <a:path w="8141" h="123444" extrusionOk="0">
                    <a:moveTo>
                      <a:pt x="3010" y="0"/>
                    </a:moveTo>
                    <a:lnTo>
                      <a:pt x="3010" y="58214"/>
                    </a:lnTo>
                    <a:lnTo>
                      <a:pt x="0" y="63428"/>
                    </a:lnTo>
                    <a:lnTo>
                      <a:pt x="0" y="74522"/>
                    </a:lnTo>
                    <a:lnTo>
                      <a:pt x="8141" y="82664"/>
                    </a:lnTo>
                    <a:lnTo>
                      <a:pt x="8141" y="123444"/>
                    </a:lnTo>
                  </a:path>
                </a:pathLst>
              </a:custGeom>
              <a:noFill/>
              <a:ln w="9525" cap="flat" cmpd="sng">
                <a:solidFill>
                  <a:schemeClr val="dk1"/>
                </a:solidFill>
                <a:prstDash val="solid"/>
                <a:round/>
                <a:headEnd type="none" w="med" len="med"/>
                <a:tailEnd type="oval" w="med" len="med"/>
              </a:ln>
            </p:spPr>
          </p:sp>
          <p:sp>
            <p:nvSpPr>
              <p:cNvPr id="360" name="Google Shape;360;p35"/>
              <p:cNvSpPr/>
              <p:nvPr/>
            </p:nvSpPr>
            <p:spPr>
              <a:xfrm>
                <a:off x="38100" y="237025"/>
                <a:ext cx="8575650" cy="164450"/>
              </a:xfrm>
              <a:custGeom>
                <a:avLst/>
                <a:gdLst/>
                <a:ahLst/>
                <a:cxnLst/>
                <a:rect l="l" t="t" r="r" b="b"/>
                <a:pathLst>
                  <a:path w="343026" h="6578" extrusionOk="0">
                    <a:moveTo>
                      <a:pt x="0" y="0"/>
                    </a:moveTo>
                    <a:lnTo>
                      <a:pt x="59730" y="0"/>
                    </a:lnTo>
                    <a:lnTo>
                      <a:pt x="62166" y="4219"/>
                    </a:lnTo>
                    <a:lnTo>
                      <a:pt x="149801" y="4219"/>
                    </a:lnTo>
                    <a:lnTo>
                      <a:pt x="152197" y="70"/>
                    </a:lnTo>
                    <a:lnTo>
                      <a:pt x="161558" y="70"/>
                    </a:lnTo>
                    <a:lnTo>
                      <a:pt x="165315" y="6578"/>
                    </a:lnTo>
                    <a:lnTo>
                      <a:pt x="320651" y="6578"/>
                    </a:lnTo>
                    <a:lnTo>
                      <a:pt x="329039" y="1735"/>
                    </a:lnTo>
                    <a:lnTo>
                      <a:pt x="343026" y="1735"/>
                    </a:lnTo>
                  </a:path>
                </a:pathLst>
              </a:custGeom>
              <a:noFill/>
              <a:ln w="9525" cap="flat" cmpd="sng">
                <a:solidFill>
                  <a:schemeClr val="lt2"/>
                </a:solidFill>
                <a:prstDash val="solid"/>
                <a:round/>
                <a:headEnd type="none" w="med" len="med"/>
                <a:tailEnd type="oval" w="med" len="med"/>
              </a:ln>
            </p:spPr>
          </p:sp>
        </p:grpSp>
      </p:gr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361"/>
        <p:cNvGrpSpPr/>
        <p:nvPr/>
      </p:nvGrpSpPr>
      <p:grpSpPr>
        <a:xfrm>
          <a:off x="0" y="0"/>
          <a:ext cx="0" cy="0"/>
          <a:chOff x="0" y="0"/>
          <a:chExt cx="0" cy="0"/>
        </a:xfrm>
      </p:grpSpPr>
      <p:grpSp>
        <p:nvGrpSpPr>
          <p:cNvPr id="362" name="Google Shape;362;p36"/>
          <p:cNvGrpSpPr/>
          <p:nvPr/>
        </p:nvGrpSpPr>
        <p:grpSpPr>
          <a:xfrm>
            <a:off x="-93668" y="0"/>
            <a:ext cx="9329109" cy="5143497"/>
            <a:chOff x="-93668" y="0"/>
            <a:chExt cx="9329109" cy="5143497"/>
          </a:xfrm>
        </p:grpSpPr>
        <p:grpSp>
          <p:nvGrpSpPr>
            <p:cNvPr id="363" name="Google Shape;363;p36"/>
            <p:cNvGrpSpPr/>
            <p:nvPr/>
          </p:nvGrpSpPr>
          <p:grpSpPr>
            <a:xfrm rot="10800000">
              <a:off x="5592122" y="2697400"/>
              <a:ext cx="3643319" cy="2446097"/>
              <a:chOff x="-93668" y="0"/>
              <a:chExt cx="3643319" cy="2446097"/>
            </a:xfrm>
          </p:grpSpPr>
          <p:grpSp>
            <p:nvGrpSpPr>
              <p:cNvPr id="364" name="Google Shape;364;p36"/>
              <p:cNvGrpSpPr/>
              <p:nvPr/>
            </p:nvGrpSpPr>
            <p:grpSpPr>
              <a:xfrm rot="5400000">
                <a:off x="-1020033" y="926370"/>
                <a:ext cx="2446091" cy="593362"/>
                <a:chOff x="162825" y="4587541"/>
                <a:chExt cx="1763711" cy="427833"/>
              </a:xfrm>
            </p:grpSpPr>
            <p:pic>
              <p:nvPicPr>
                <p:cNvPr id="365" name="Google Shape;365;p36"/>
                <p:cNvPicPr preferRelativeResize="0"/>
                <p:nvPr/>
              </p:nvPicPr>
              <p:blipFill>
                <a:blip r:embed="rId2">
                  <a:alphaModFix amt="46000"/>
                </a:blip>
                <a:stretch>
                  <a:fillRect/>
                </a:stretch>
              </p:blipFill>
              <p:spPr>
                <a:xfrm>
                  <a:off x="162825" y="4648923"/>
                  <a:ext cx="1578400" cy="366450"/>
                </a:xfrm>
                <a:prstGeom prst="rect">
                  <a:avLst/>
                </a:prstGeom>
                <a:noFill/>
                <a:ln>
                  <a:noFill/>
                </a:ln>
              </p:spPr>
            </p:pic>
            <p:pic>
              <p:nvPicPr>
                <p:cNvPr id="366" name="Google Shape;366;p36"/>
                <p:cNvPicPr preferRelativeResize="0"/>
                <p:nvPr/>
              </p:nvPicPr>
              <p:blipFill>
                <a:blip r:embed="rId2">
                  <a:alphaModFix/>
                </a:blip>
                <a:stretch>
                  <a:fillRect/>
                </a:stretch>
              </p:blipFill>
              <p:spPr>
                <a:xfrm>
                  <a:off x="819963" y="4758475"/>
                  <a:ext cx="1106574" cy="256900"/>
                </a:xfrm>
                <a:prstGeom prst="rect">
                  <a:avLst/>
                </a:prstGeom>
                <a:noFill/>
                <a:ln>
                  <a:noFill/>
                </a:ln>
              </p:spPr>
            </p:pic>
            <p:pic>
              <p:nvPicPr>
                <p:cNvPr id="367" name="Google Shape;367;p36"/>
                <p:cNvPicPr preferRelativeResize="0"/>
                <p:nvPr/>
              </p:nvPicPr>
              <p:blipFill>
                <a:blip r:embed="rId2">
                  <a:alphaModFix amt="88000"/>
                </a:blip>
                <a:stretch>
                  <a:fillRect/>
                </a:stretch>
              </p:blipFill>
              <p:spPr>
                <a:xfrm>
                  <a:off x="440163" y="4587541"/>
                  <a:ext cx="1106574" cy="256900"/>
                </a:xfrm>
                <a:prstGeom prst="rect">
                  <a:avLst/>
                </a:prstGeom>
                <a:noFill/>
                <a:ln>
                  <a:noFill/>
                </a:ln>
              </p:spPr>
            </p:pic>
          </p:grpSp>
          <p:grpSp>
            <p:nvGrpSpPr>
              <p:cNvPr id="368" name="Google Shape;368;p36"/>
              <p:cNvGrpSpPr/>
              <p:nvPr/>
            </p:nvGrpSpPr>
            <p:grpSpPr>
              <a:xfrm rot="10800000">
                <a:off x="0" y="0"/>
                <a:ext cx="3549651" cy="387101"/>
                <a:chOff x="3124200" y="4610350"/>
                <a:chExt cx="3549651" cy="387101"/>
              </a:xfrm>
            </p:grpSpPr>
            <p:pic>
              <p:nvPicPr>
                <p:cNvPr id="369" name="Google Shape;369;p36"/>
                <p:cNvPicPr preferRelativeResize="0"/>
                <p:nvPr/>
              </p:nvPicPr>
              <p:blipFill rotWithShape="1">
                <a:blip r:embed="rId3">
                  <a:alphaModFix/>
                </a:blip>
                <a:srcRect t="58031" b="6290"/>
                <a:stretch/>
              </p:blipFill>
              <p:spPr>
                <a:xfrm>
                  <a:off x="4245892" y="4610350"/>
                  <a:ext cx="2427959" cy="387101"/>
                </a:xfrm>
                <a:prstGeom prst="rect">
                  <a:avLst/>
                </a:prstGeom>
                <a:noFill/>
                <a:ln>
                  <a:noFill/>
                </a:ln>
              </p:spPr>
            </p:pic>
            <p:pic>
              <p:nvPicPr>
                <p:cNvPr id="370" name="Google Shape;370;p36"/>
                <p:cNvPicPr preferRelativeResize="0"/>
                <p:nvPr/>
              </p:nvPicPr>
              <p:blipFill rotWithShape="1">
                <a:blip r:embed="rId4">
                  <a:alphaModFix/>
                </a:blip>
                <a:srcRect l="23295" t="76294"/>
                <a:stretch/>
              </p:blipFill>
              <p:spPr>
                <a:xfrm rot="10800000">
                  <a:off x="3124200" y="4639375"/>
                  <a:ext cx="1505849" cy="329075"/>
                </a:xfrm>
                <a:prstGeom prst="rect">
                  <a:avLst/>
                </a:prstGeom>
                <a:noFill/>
                <a:ln>
                  <a:noFill/>
                </a:ln>
              </p:spPr>
            </p:pic>
          </p:grpSp>
        </p:grpSp>
        <p:grpSp>
          <p:nvGrpSpPr>
            <p:cNvPr id="371" name="Google Shape;371;p36"/>
            <p:cNvGrpSpPr/>
            <p:nvPr/>
          </p:nvGrpSpPr>
          <p:grpSpPr>
            <a:xfrm>
              <a:off x="-93668" y="0"/>
              <a:ext cx="3643319" cy="2446097"/>
              <a:chOff x="-93668" y="0"/>
              <a:chExt cx="3643319" cy="2446097"/>
            </a:xfrm>
          </p:grpSpPr>
          <p:grpSp>
            <p:nvGrpSpPr>
              <p:cNvPr id="372" name="Google Shape;372;p36"/>
              <p:cNvGrpSpPr/>
              <p:nvPr/>
            </p:nvGrpSpPr>
            <p:grpSpPr>
              <a:xfrm rot="5400000">
                <a:off x="-1020033" y="926370"/>
                <a:ext cx="2446091" cy="593362"/>
                <a:chOff x="162825" y="4587541"/>
                <a:chExt cx="1763711" cy="427833"/>
              </a:xfrm>
            </p:grpSpPr>
            <p:pic>
              <p:nvPicPr>
                <p:cNvPr id="373" name="Google Shape;373;p36"/>
                <p:cNvPicPr preferRelativeResize="0"/>
                <p:nvPr/>
              </p:nvPicPr>
              <p:blipFill>
                <a:blip r:embed="rId2">
                  <a:alphaModFix amt="46000"/>
                </a:blip>
                <a:stretch>
                  <a:fillRect/>
                </a:stretch>
              </p:blipFill>
              <p:spPr>
                <a:xfrm>
                  <a:off x="162825" y="4648923"/>
                  <a:ext cx="1578400" cy="366450"/>
                </a:xfrm>
                <a:prstGeom prst="rect">
                  <a:avLst/>
                </a:prstGeom>
                <a:noFill/>
                <a:ln>
                  <a:noFill/>
                </a:ln>
              </p:spPr>
            </p:pic>
            <p:pic>
              <p:nvPicPr>
                <p:cNvPr id="374" name="Google Shape;374;p36"/>
                <p:cNvPicPr preferRelativeResize="0"/>
                <p:nvPr/>
              </p:nvPicPr>
              <p:blipFill>
                <a:blip r:embed="rId2">
                  <a:alphaModFix/>
                </a:blip>
                <a:stretch>
                  <a:fillRect/>
                </a:stretch>
              </p:blipFill>
              <p:spPr>
                <a:xfrm>
                  <a:off x="819963" y="4758475"/>
                  <a:ext cx="1106574" cy="256900"/>
                </a:xfrm>
                <a:prstGeom prst="rect">
                  <a:avLst/>
                </a:prstGeom>
                <a:noFill/>
                <a:ln>
                  <a:noFill/>
                </a:ln>
              </p:spPr>
            </p:pic>
            <p:pic>
              <p:nvPicPr>
                <p:cNvPr id="375" name="Google Shape;375;p36"/>
                <p:cNvPicPr preferRelativeResize="0"/>
                <p:nvPr/>
              </p:nvPicPr>
              <p:blipFill>
                <a:blip r:embed="rId2">
                  <a:alphaModFix amt="88000"/>
                </a:blip>
                <a:stretch>
                  <a:fillRect/>
                </a:stretch>
              </p:blipFill>
              <p:spPr>
                <a:xfrm>
                  <a:off x="440163" y="4587541"/>
                  <a:ext cx="1106574" cy="256900"/>
                </a:xfrm>
                <a:prstGeom prst="rect">
                  <a:avLst/>
                </a:prstGeom>
                <a:noFill/>
                <a:ln>
                  <a:noFill/>
                </a:ln>
              </p:spPr>
            </p:pic>
          </p:grpSp>
          <p:grpSp>
            <p:nvGrpSpPr>
              <p:cNvPr id="376" name="Google Shape;376;p36"/>
              <p:cNvGrpSpPr/>
              <p:nvPr/>
            </p:nvGrpSpPr>
            <p:grpSpPr>
              <a:xfrm rot="10800000">
                <a:off x="0" y="0"/>
                <a:ext cx="3549651" cy="387101"/>
                <a:chOff x="3124200" y="4610350"/>
                <a:chExt cx="3549651" cy="387101"/>
              </a:xfrm>
            </p:grpSpPr>
            <p:pic>
              <p:nvPicPr>
                <p:cNvPr id="377" name="Google Shape;377;p36"/>
                <p:cNvPicPr preferRelativeResize="0"/>
                <p:nvPr/>
              </p:nvPicPr>
              <p:blipFill rotWithShape="1">
                <a:blip r:embed="rId3">
                  <a:alphaModFix/>
                </a:blip>
                <a:srcRect t="58031" b="6290"/>
                <a:stretch/>
              </p:blipFill>
              <p:spPr>
                <a:xfrm>
                  <a:off x="4245892" y="4610350"/>
                  <a:ext cx="2427959" cy="387101"/>
                </a:xfrm>
                <a:prstGeom prst="rect">
                  <a:avLst/>
                </a:prstGeom>
                <a:noFill/>
                <a:ln>
                  <a:noFill/>
                </a:ln>
              </p:spPr>
            </p:pic>
            <p:pic>
              <p:nvPicPr>
                <p:cNvPr id="378" name="Google Shape;378;p36"/>
                <p:cNvPicPr preferRelativeResize="0"/>
                <p:nvPr/>
              </p:nvPicPr>
              <p:blipFill rotWithShape="1">
                <a:blip r:embed="rId4">
                  <a:alphaModFix/>
                </a:blip>
                <a:srcRect l="23295" t="76294"/>
                <a:stretch/>
              </p:blipFill>
              <p:spPr>
                <a:xfrm rot="10800000">
                  <a:off x="3124200" y="4639375"/>
                  <a:ext cx="1505849" cy="329075"/>
                </a:xfrm>
                <a:prstGeom prst="rect">
                  <a:avLst/>
                </a:prstGeom>
                <a:noFill/>
                <a:ln>
                  <a:noFill/>
                </a:ln>
              </p:spPr>
            </p:pic>
          </p:grpSp>
        </p:grpSp>
      </p:grpSp>
      <p:sp>
        <p:nvSpPr>
          <p:cNvPr id="379" name="Google Shape;379;p36"/>
          <p:cNvSpPr/>
          <p:nvPr/>
        </p:nvSpPr>
        <p:spPr>
          <a:xfrm>
            <a:off x="175255" y="182850"/>
            <a:ext cx="8793600" cy="47778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3"/>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lnSpc>
                <a:spcPct val="115000"/>
              </a:lnSpc>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1pPr>
            <a:lvl2pPr lvl="1"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2pPr>
            <a:lvl3pPr lvl="2"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3pPr>
            <a:lvl4pPr lvl="3"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4pPr>
            <a:lvl5pPr lvl="4"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5pPr>
            <a:lvl6pPr lvl="5"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6pPr>
            <a:lvl7pPr lvl="6"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7pPr>
            <a:lvl8pPr lvl="7"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8pPr>
            <a:lvl9pPr lvl="8"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1pPr>
            <a:lvl2pPr marL="914400" lvl="1"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2pPr>
            <a:lvl3pPr marL="1371600" lvl="2"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3pPr>
            <a:lvl4pPr marL="1828800" lvl="3"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4pPr>
            <a:lvl5pPr marL="2286000" lvl="4"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5pPr>
            <a:lvl6pPr marL="2743200" lvl="5"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6pPr>
            <a:lvl7pPr marL="3200400" lvl="6"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7pPr>
            <a:lvl8pPr marL="3657600" lvl="7"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8pPr>
            <a:lvl9pPr marL="4114800" lvl="8"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13.jpg"/><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0.xml"/><Relationship Id="rId6" Type="http://schemas.openxmlformats.org/officeDocument/2006/relationships/image" Target="../media/image14.png"/><Relationship Id="rId5" Type="http://schemas.openxmlformats.org/officeDocument/2006/relationships/image" Target="../media/image10.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21.xml"/></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2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17.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3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3" Type="http://schemas.openxmlformats.org/officeDocument/2006/relationships/hyperlink" Target="../docs/timeline/index.html"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5.xml"/><Relationship Id="rId1" Type="http://schemas.openxmlformats.org/officeDocument/2006/relationships/slideLayout" Target="../slideLayouts/slideLayout4.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6.xml.rels><?xml version="1.0" encoding="UTF-8" standalone="yes"?>
<Relationships xmlns="http://schemas.openxmlformats.org/package/2006/relationships"><Relationship Id="rId8" Type="http://schemas.openxmlformats.org/officeDocument/2006/relationships/hyperlink" Target="https://slidesgo.com/slidesgo-school/presentation-tips/how-to-edit-the-master-slides-in-our-templates" TargetMode="External"/><Relationship Id="rId13" Type="http://schemas.openxmlformats.org/officeDocument/2006/relationships/hyperlink" Target="https://www.flaticon.com/?utm_source=slidesgo_template&amp;utm_medium=referral-link&amp;utm_campaign=promo-slide&amp;utm_term=slidesgo&amp;utm_content=flaticon" TargetMode="External"/><Relationship Id="rId3" Type="http://schemas.openxmlformats.org/officeDocument/2006/relationships/slide" Target="slide48.xml"/><Relationship Id="rId7" Type="http://schemas.openxmlformats.org/officeDocument/2006/relationships/slide" Target="slide50.xml"/><Relationship Id="rId12" Type="http://schemas.openxmlformats.org/officeDocument/2006/relationships/hyperlink" Target="https://www.freepik.com/?utm_source=slidesgo_template&amp;utm_medium=referral-link&amp;utm_campaign=promo-slide&amp;utm_term=slidesgo&amp;utm_content=freepik" TargetMode="External"/><Relationship Id="rId2" Type="http://schemas.openxmlformats.org/officeDocument/2006/relationships/notesSlide" Target="../notesSlides/notesSlide16.xml"/><Relationship Id="rId16" Type="http://schemas.openxmlformats.org/officeDocument/2006/relationships/hyperlink" Target="https://www.videvo.net/?utm_source=slidesgo_template&amp;utm_medium=referral-link&amp;utm_campaign=sg_resources&amp;utm_content=videvo" TargetMode="External"/><Relationship Id="rId1" Type="http://schemas.openxmlformats.org/officeDocument/2006/relationships/slideLayout" Target="../slideLayouts/slideLayout3.xml"/><Relationship Id="rId6" Type="http://schemas.openxmlformats.org/officeDocument/2006/relationships/slide" Target="slide49.xml"/><Relationship Id="rId11" Type="http://schemas.openxmlformats.org/officeDocument/2006/relationships/hyperlink" Target="http://bit.ly/33VAFh3" TargetMode="External"/><Relationship Id="rId5" Type="http://schemas.openxmlformats.org/officeDocument/2006/relationships/slide" Target="slide51.xml"/><Relationship Id="rId15" Type="http://schemas.openxmlformats.org/officeDocument/2006/relationships/hyperlink" Target="https://wepik.com/?utm_source=slidesgo_template&amp;utm_medium=referral-link&amp;utm_campaign=promo-slide&amp;utm_term=slidesgo&amp;utm_content=wepik" TargetMode="External"/><Relationship Id="rId10" Type="http://schemas.openxmlformats.org/officeDocument/2006/relationships/hyperlink" Target="http://bit.ly/30B07Gq" TargetMode="External"/><Relationship Id="rId4" Type="http://schemas.openxmlformats.org/officeDocument/2006/relationships/slide" Target="slide52.xml"/><Relationship Id="rId9" Type="http://schemas.openxmlformats.org/officeDocument/2006/relationships/hyperlink" Target="https://bit.ly/3A1uf1Q" TargetMode="External"/><Relationship Id="rId14" Type="http://schemas.openxmlformats.org/officeDocument/2006/relationships/hyperlink" Target="https://storyset.com/?utm_source=slidesgo_template&amp;utm_medium=referral-link&amp;utm_campaign=promo-slide&amp;utm_term=slidesgo&amp;utm_content=storyset" TargetMode="Externa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8.xml"/><Relationship Id="rId5" Type="http://schemas.openxmlformats.org/officeDocument/2006/relationships/image" Target="../media/image12.pn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3.xml"/><Relationship Id="rId1" Type="http://schemas.openxmlformats.org/officeDocument/2006/relationships/slideLayout" Target="../slideLayouts/slideLayout2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9.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1.xm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6.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7.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27.xml"/><Relationship Id="rId1" Type="http://schemas.openxmlformats.org/officeDocument/2006/relationships/slideLayout" Target="../slideLayouts/slideLayout13.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28.xml"/><Relationship Id="rId1" Type="http://schemas.openxmlformats.org/officeDocument/2006/relationships/slideLayout" Target="../slideLayouts/slideLayout9.xml"/><Relationship Id="rId5" Type="http://schemas.openxmlformats.org/officeDocument/2006/relationships/image" Target="../media/image12.png"/><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3" Type="http://schemas.openxmlformats.org/officeDocument/2006/relationships/image" Target="../media/image33.jpg"/><Relationship Id="rId2" Type="http://schemas.openxmlformats.org/officeDocument/2006/relationships/notesSlide" Target="../notesSlides/notesSlide29.xml"/><Relationship Id="rId1" Type="http://schemas.openxmlformats.org/officeDocument/2006/relationships/slideLayout" Target="../slideLayouts/slideLayout21.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10.xml"/><Relationship Id="rId5" Type="http://schemas.openxmlformats.org/officeDocument/2006/relationships/image" Target="../media/image10.png"/><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1.xml"/><Relationship Id="rId1" Type="http://schemas.openxmlformats.org/officeDocument/2006/relationships/slideLayout" Target="../slideLayouts/slideLayout3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notesSlide" Target="../notesSlides/notesSlide33.xml"/><Relationship Id="rId1" Type="http://schemas.openxmlformats.org/officeDocument/2006/relationships/slideLayout" Target="../slideLayouts/slideLayout22.xml"/></Relationships>
</file>

<file path=ppt/slides/_rels/slide34.xml.rels><?xml version="1.0" encoding="UTF-8" standalone="yes"?>
<Relationships xmlns="http://schemas.openxmlformats.org/package/2006/relationships"><Relationship Id="rId3" Type="http://schemas.openxmlformats.org/officeDocument/2006/relationships/image" Target="../media/image35.jpg"/><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35.xml"/><Relationship Id="rId1" Type="http://schemas.openxmlformats.org/officeDocument/2006/relationships/slideLayout" Target="../slideLayouts/slideLayout22.xml"/><Relationship Id="rId4" Type="http://schemas.openxmlformats.org/officeDocument/2006/relationships/image" Target="../media/image10.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8.xml"/></Relationships>
</file>

<file path=ppt/slides/_rels/slide40.xml.rels><?xml version="1.0" encoding="UTF-8" standalone="yes"?>
<Relationships xmlns="http://schemas.openxmlformats.org/package/2006/relationships"><Relationship Id="rId3" Type="http://schemas.openxmlformats.org/officeDocument/2006/relationships/hyperlink" Target="https://slidesgo.com/de/slidesgo-schulel/presentation-tips/how-to-modify-a-graph-in-our-templates" TargetMode="External"/><Relationship Id="rId2" Type="http://schemas.openxmlformats.org/officeDocument/2006/relationships/notesSlide" Target="../notesSlides/notesSlide40.xml"/><Relationship Id="rId1" Type="http://schemas.openxmlformats.org/officeDocument/2006/relationships/slideLayout" Target="../slideLayouts/slideLayout19.xml"/><Relationship Id="rId5" Type="http://schemas.openxmlformats.org/officeDocument/2006/relationships/image" Target="../media/image36.png"/><Relationship Id="rId4" Type="http://schemas.openxmlformats.org/officeDocument/2006/relationships/hyperlink" Target="https://docs.google.com/spreadsheets/d/1poQlLjE4BJKAcTb_PEYuCj2IU3H_QHtqpqkDBaNOyBU/copy" TargetMode="External"/></Relationships>
</file>

<file path=ppt/slides/_rels/slide41.xml.rels><?xml version="1.0" encoding="UTF-8" standalone="yes"?>
<Relationships xmlns="http://schemas.openxmlformats.org/package/2006/relationships"><Relationship Id="rId3" Type="http://schemas.openxmlformats.org/officeDocument/2006/relationships/image" Target="../media/image37.jpg"/><Relationship Id="rId2" Type="http://schemas.openxmlformats.org/officeDocument/2006/relationships/notesSlide" Target="../notesSlides/notesSlide41.xml"/><Relationship Id="rId1" Type="http://schemas.openxmlformats.org/officeDocument/2006/relationships/slideLayout" Target="../slideLayouts/slideLayout28.xml"/><Relationship Id="rId5" Type="http://schemas.openxmlformats.org/officeDocument/2006/relationships/image" Target="../media/image39.jpg"/><Relationship Id="rId4" Type="http://schemas.openxmlformats.org/officeDocument/2006/relationships/image" Target="../media/image38.jp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0.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0.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9.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0.xml"/></Relationships>
</file>

<file path=ppt/slides/_rels/slide4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9.xml"/><Relationship Id="rId1" Type="http://schemas.openxmlformats.org/officeDocument/2006/relationships/slideLayout" Target="../slideLayouts/slideLayout33.xml"/><Relationship Id="rId6" Type="http://schemas.openxmlformats.org/officeDocument/2006/relationships/image" Target="../media/image11.png"/><Relationship Id="rId5" Type="http://schemas.openxmlformats.org/officeDocument/2006/relationships/image" Target="../media/image5.png"/><Relationship Id="rId4" Type="http://schemas.openxmlformats.org/officeDocument/2006/relationships/image" Target="../media/image7.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3" Type="http://schemas.openxmlformats.org/officeDocument/2006/relationships/hyperlink" Target="https://www.freepik.com/free-vector/realistic-vertical-poster-template-cyber-monday-sale_72515220.htm/?utm_source=slidesgo_template&amp;utm_medium=referral-link&amp;utm_campaign=sg_resources&amp;utm_content=freepik" TargetMode="External"/><Relationship Id="rId7" Type="http://schemas.openxmlformats.org/officeDocument/2006/relationships/image" Target="../media/image43.png"/><Relationship Id="rId2" Type="http://schemas.openxmlformats.org/officeDocument/2006/relationships/notesSlide" Target="../notesSlides/notesSlide51.xml"/><Relationship Id="rId1" Type="http://schemas.openxmlformats.org/officeDocument/2006/relationships/slideLayout" Target="../slideLayouts/slideLayout24.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52.xml.rels><?xml version="1.0" encoding="UTF-8" standalone="yes"?>
<Relationships xmlns="http://schemas.openxmlformats.org/package/2006/relationships"><Relationship Id="rId8" Type="http://schemas.openxmlformats.org/officeDocument/2006/relationships/hyperlink" Target="https://www.freepik.com/free-photo/man-with-tablet-learning-make-robot_12557463.htm/?utm_source=slidesgo_template&amp;utm_medium=referral-link&amp;utm_campaign=sg_resources&amp;utm_content=freepik" TargetMode="External"/><Relationship Id="rId3" Type="http://schemas.openxmlformats.org/officeDocument/2006/relationships/hyperlink" Target="https://www.freepik.com/free-vector/realistic-background-cyber-monday-sale_72515137.htm/?utm_source=slidesgo_template&amp;utm_medium=referral-link&amp;utm_campaign=sg_resources&amp;utm_content=freepik" TargetMode="External"/><Relationship Id="rId7" Type="http://schemas.openxmlformats.org/officeDocument/2006/relationships/hyperlink" Target="https://www.freepik.com/free-photo/home-made-robot-desk_12557404.htm/?utm_source=slidesgo_template&amp;utm_medium=referral-link&amp;utm_campaign=sg_resources&amp;utm_content=freepik" TargetMode="External"/><Relationship Id="rId12" Type="http://schemas.openxmlformats.org/officeDocument/2006/relationships/hyperlink" Target="https://www.flaticon.com/packs/artificial-intelligence-4/?utm_source=slidesgo_template&amp;utm_medium=referral-link&amp;utm_campaign=sg_resources&amp;utm_content=flaticon" TargetMode="External"/><Relationship Id="rId2" Type="http://schemas.openxmlformats.org/officeDocument/2006/relationships/notesSlide" Target="../notesSlides/notesSlide52.xml"/><Relationship Id="rId1" Type="http://schemas.openxmlformats.org/officeDocument/2006/relationships/slideLayout" Target="../slideLayouts/slideLayout25.xml"/><Relationship Id="rId6" Type="http://schemas.openxmlformats.org/officeDocument/2006/relationships/hyperlink" Target="https://www.freepik.com/free-vector/realistic-landing-page-template-cyber-monday-sale_72515267.htm/?utm_source=slidesgo_template&amp;utm_medium=referral-link&amp;utm_campaign=sg_resources&amp;utm_content=freepik" TargetMode="External"/><Relationship Id="rId11" Type="http://schemas.openxmlformats.org/officeDocument/2006/relationships/hyperlink" Target="https://www.freepik.com/free-photo/front-view-beautiful-girl-with-yellow-hoodie_11382551.htm/?utm_source=slidesgo_template&amp;utm_medium=referral-link&amp;utm_campaign=sg_resources&amp;utm_content=freepik" TargetMode="External"/><Relationship Id="rId5" Type="http://schemas.openxmlformats.org/officeDocument/2006/relationships/hyperlink" Target="https://www.freepik.com/free-vector/realistic-cyber-monday-sale-banner_72360508.htm/?utm_source=slidesgo_template&amp;utm_medium=referral-link&amp;utm_campaign=sg_resources&amp;utm_content=freepik" TargetMode="External"/><Relationship Id="rId10" Type="http://schemas.openxmlformats.org/officeDocument/2006/relationships/hyperlink" Target="https://www.freepik.com/free-photo/male-barista-with-tattoos-serving-coffee-counter_16694593.htm/?utm_source=slidesgo_template&amp;utm_medium=referral-link&amp;utm_campaign=sg_resources&amp;utm_content=freepik" TargetMode="External"/><Relationship Id="rId4" Type="http://schemas.openxmlformats.org/officeDocument/2006/relationships/hyperlink" Target="https://www.freepik.com/free-vector/realistic-background-cyber-monday-sale_72515143.htm/?utm_source=slidesgo_template&amp;utm_medium=referral-link&amp;utm_campaign=sg_resources&amp;utm_content=freepik" TargetMode="External"/><Relationship Id="rId9" Type="http://schemas.openxmlformats.org/officeDocument/2006/relationships/hyperlink" Target="https://www.freepik.com/free-photo/woman-having-video-call-laptop_12457220.htm/?utm_source=slidesgo_template&amp;utm_medium=referral-link&amp;utm_campaign=sg_resources&amp;utm_content=freepik"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89"/>
        <p:cNvGrpSpPr/>
        <p:nvPr/>
      </p:nvGrpSpPr>
      <p:grpSpPr>
        <a:xfrm>
          <a:off x="0" y="0"/>
          <a:ext cx="0" cy="0"/>
          <a:chOff x="0" y="0"/>
          <a:chExt cx="0" cy="0"/>
        </a:xfrm>
      </p:grpSpPr>
      <p:pic>
        <p:nvPicPr>
          <p:cNvPr id="390" name="Google Shape;390;p40"/>
          <p:cNvPicPr preferRelativeResize="0"/>
          <p:nvPr/>
        </p:nvPicPr>
        <p:blipFill rotWithShape="1">
          <a:blip r:embed="rId3">
            <a:alphaModFix/>
          </a:blip>
          <a:srcRect l="2124" b="9502"/>
          <a:stretch/>
        </p:blipFill>
        <p:spPr>
          <a:xfrm>
            <a:off x="0" y="3692921"/>
            <a:ext cx="4304653" cy="1455275"/>
          </a:xfrm>
          <a:prstGeom prst="rect">
            <a:avLst/>
          </a:prstGeom>
          <a:noFill/>
          <a:ln>
            <a:noFill/>
          </a:ln>
        </p:spPr>
      </p:pic>
      <p:pic>
        <p:nvPicPr>
          <p:cNvPr id="392" name="Google Shape;392;p40"/>
          <p:cNvPicPr preferRelativeResize="0"/>
          <p:nvPr/>
        </p:nvPicPr>
        <p:blipFill>
          <a:blip r:embed="rId4">
            <a:alphaModFix/>
          </a:blip>
          <a:stretch>
            <a:fillRect/>
          </a:stretch>
        </p:blipFill>
        <p:spPr>
          <a:xfrm rot="10800000">
            <a:off x="7519424" y="3535074"/>
            <a:ext cx="456876" cy="242950"/>
          </a:xfrm>
          <a:prstGeom prst="rect">
            <a:avLst/>
          </a:prstGeom>
          <a:noFill/>
          <a:ln>
            <a:noFill/>
          </a:ln>
        </p:spPr>
      </p:pic>
      <p:sp>
        <p:nvSpPr>
          <p:cNvPr id="393" name="Google Shape;393;p40"/>
          <p:cNvSpPr txBox="1">
            <a:spLocks noGrp="1"/>
          </p:cNvSpPr>
          <p:nvPr>
            <p:ph type="ctrTitle"/>
          </p:nvPr>
        </p:nvSpPr>
        <p:spPr>
          <a:xfrm>
            <a:off x="909578" y="760139"/>
            <a:ext cx="6486900" cy="1560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fr-FR" sz="4400" dirty="0"/>
              <a:t>PROJET FABLAB</a:t>
            </a:r>
            <a:endParaRPr sz="4400" dirty="0"/>
          </a:p>
          <a:p>
            <a:pPr marL="0" lvl="0" indent="0" algn="l" rtl="0">
              <a:spcBef>
                <a:spcPts val="0"/>
              </a:spcBef>
              <a:spcAft>
                <a:spcPts val="0"/>
              </a:spcAft>
              <a:buNone/>
            </a:pPr>
            <a:r>
              <a:rPr lang="fr-FR" sz="4400" dirty="0">
                <a:solidFill>
                  <a:schemeClr val="accent2"/>
                </a:solidFill>
              </a:rPr>
              <a:t>MICROMOUSE</a:t>
            </a:r>
            <a:endParaRPr sz="4400" dirty="0">
              <a:solidFill>
                <a:schemeClr val="accent2"/>
              </a:solidFill>
            </a:endParaRPr>
          </a:p>
        </p:txBody>
      </p:sp>
      <p:pic>
        <p:nvPicPr>
          <p:cNvPr id="3" name="Picture 2">
            <a:extLst>
              <a:ext uri="{FF2B5EF4-FFF2-40B4-BE49-F238E27FC236}">
                <a16:creationId xmlns:a16="http://schemas.microsoft.com/office/drawing/2014/main" id="{67CDA029-170D-4052-0F53-9E6766E35286}"/>
              </a:ext>
            </a:extLst>
          </p:cNvPr>
          <p:cNvPicPr>
            <a:picLocks noChangeAspect="1"/>
          </p:cNvPicPr>
          <p:nvPr/>
        </p:nvPicPr>
        <p:blipFill>
          <a:blip r:embed="rId5"/>
          <a:srcRect t="6765" r="3581"/>
          <a:stretch>
            <a:fillRect/>
          </a:stretch>
        </p:blipFill>
        <p:spPr>
          <a:xfrm>
            <a:off x="4572000" y="1638211"/>
            <a:ext cx="3937174" cy="2867386"/>
          </a:xfrm>
          <a:prstGeom prst="snip2DiagRect">
            <a:avLst>
              <a:gd name="adj1" fmla="val 1772"/>
              <a:gd name="adj2" fmla="val 21668"/>
            </a:avLst>
          </a:prstGeom>
        </p:spPr>
      </p:pic>
      <p:pic>
        <p:nvPicPr>
          <p:cNvPr id="391" name="Google Shape;391;p40"/>
          <p:cNvPicPr preferRelativeResize="0"/>
          <p:nvPr/>
        </p:nvPicPr>
        <p:blipFill rotWithShape="1">
          <a:blip r:embed="rId6">
            <a:alphaModFix/>
          </a:blip>
          <a:srcRect t="19097" r="5042" b="2954"/>
          <a:stretch/>
        </p:blipFill>
        <p:spPr>
          <a:xfrm flipV="1">
            <a:off x="2981287" y="3853136"/>
            <a:ext cx="3716124" cy="958850"/>
          </a:xfrm>
          <a:prstGeom prst="rect">
            <a:avLst/>
          </a:prstGeom>
          <a:noFill/>
          <a:ln>
            <a:noFill/>
          </a:ln>
        </p:spPr>
      </p:pic>
      <p:pic>
        <p:nvPicPr>
          <p:cNvPr id="7" name="Google Shape;392;p40">
            <a:extLst>
              <a:ext uri="{FF2B5EF4-FFF2-40B4-BE49-F238E27FC236}">
                <a16:creationId xmlns:a16="http://schemas.microsoft.com/office/drawing/2014/main" id="{D316F395-1C2A-D29E-9F53-96953A6E1588}"/>
              </a:ext>
            </a:extLst>
          </p:cNvPr>
          <p:cNvPicPr preferRelativeResize="0"/>
          <p:nvPr/>
        </p:nvPicPr>
        <p:blipFill>
          <a:blip r:embed="rId4">
            <a:alphaModFix/>
          </a:blip>
          <a:stretch>
            <a:fillRect/>
          </a:stretch>
        </p:blipFill>
        <p:spPr>
          <a:xfrm rot="10800000">
            <a:off x="3962065" y="2812097"/>
            <a:ext cx="456876" cy="242950"/>
          </a:xfrm>
          <a:prstGeom prst="rect">
            <a:avLst/>
          </a:prstGeom>
          <a:noFill/>
          <a:ln>
            <a:noFill/>
          </a:ln>
        </p:spPr>
      </p:pic>
      <p:sp>
        <p:nvSpPr>
          <p:cNvPr id="8" name="Google Shape;394;p40">
            <a:extLst>
              <a:ext uri="{FF2B5EF4-FFF2-40B4-BE49-F238E27FC236}">
                <a16:creationId xmlns:a16="http://schemas.microsoft.com/office/drawing/2014/main" id="{5400D34D-01C8-C1AB-2C6C-406564CA0764}"/>
              </a:ext>
            </a:extLst>
          </p:cNvPr>
          <p:cNvSpPr txBox="1">
            <a:spLocks noGrp="1"/>
          </p:cNvSpPr>
          <p:nvPr>
            <p:ph type="subTitle" idx="1"/>
          </p:nvPr>
        </p:nvSpPr>
        <p:spPr>
          <a:xfrm>
            <a:off x="1014641" y="2738573"/>
            <a:ext cx="2947500" cy="390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Un combat…</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09">
          <a:extLst>
            <a:ext uri="{FF2B5EF4-FFF2-40B4-BE49-F238E27FC236}">
              <a16:creationId xmlns:a16="http://schemas.microsoft.com/office/drawing/2014/main" id="{5B7786EC-B821-B2A5-94CC-33BFE63F5D28}"/>
            </a:ext>
          </a:extLst>
        </p:cNvPr>
        <p:cNvGrpSpPr/>
        <p:nvPr/>
      </p:nvGrpSpPr>
      <p:grpSpPr>
        <a:xfrm>
          <a:off x="0" y="0"/>
          <a:ext cx="0" cy="0"/>
          <a:chOff x="0" y="0"/>
          <a:chExt cx="0" cy="0"/>
        </a:xfrm>
      </p:grpSpPr>
      <p:sp>
        <p:nvSpPr>
          <p:cNvPr id="810" name="Google Shape;810;p67">
            <a:extLst>
              <a:ext uri="{FF2B5EF4-FFF2-40B4-BE49-F238E27FC236}">
                <a16:creationId xmlns:a16="http://schemas.microsoft.com/office/drawing/2014/main" id="{05C8862F-9AAC-1903-4776-9B04A933D106}"/>
              </a:ext>
            </a:extLst>
          </p:cNvPr>
          <p:cNvSpPr txBox="1">
            <a:spLocks noGrp="1"/>
          </p:cNvSpPr>
          <p:nvPr>
            <p:ph type="title"/>
          </p:nvPr>
        </p:nvSpPr>
        <p:spPr>
          <a:xfrm>
            <a:off x="2960400" y="1826581"/>
            <a:ext cx="4833771" cy="152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BEAUCOUP DE TRAVAIL</a:t>
            </a:r>
            <a:endParaRPr dirty="0"/>
          </a:p>
        </p:txBody>
      </p:sp>
      <p:sp>
        <p:nvSpPr>
          <p:cNvPr id="811" name="Google Shape;811;p67">
            <a:extLst>
              <a:ext uri="{FF2B5EF4-FFF2-40B4-BE49-F238E27FC236}">
                <a16:creationId xmlns:a16="http://schemas.microsoft.com/office/drawing/2014/main" id="{3BE11A99-35B1-2EA7-4C5D-130FBE85C6C1}"/>
              </a:ext>
            </a:extLst>
          </p:cNvPr>
          <p:cNvSpPr txBox="1">
            <a:spLocks noGrp="1"/>
          </p:cNvSpPr>
          <p:nvPr>
            <p:ph type="subTitle" idx="1"/>
          </p:nvPr>
        </p:nvSpPr>
        <p:spPr>
          <a:xfrm>
            <a:off x="5234950" y="3619525"/>
            <a:ext cx="2697600" cy="602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endParaRPr dirty="0"/>
          </a:p>
        </p:txBody>
      </p:sp>
      <p:sp>
        <p:nvSpPr>
          <p:cNvPr id="812" name="Google Shape;812;p67">
            <a:extLst>
              <a:ext uri="{FF2B5EF4-FFF2-40B4-BE49-F238E27FC236}">
                <a16:creationId xmlns:a16="http://schemas.microsoft.com/office/drawing/2014/main" id="{7CB1B64A-0078-E4B7-B916-EAA09602E0A3}"/>
              </a:ext>
            </a:extLst>
          </p:cNvPr>
          <p:cNvSpPr txBox="1">
            <a:spLocks noGrp="1"/>
          </p:cNvSpPr>
          <p:nvPr>
            <p:ph type="title" idx="2"/>
          </p:nvPr>
        </p:nvSpPr>
        <p:spPr>
          <a:xfrm>
            <a:off x="827527" y="2131681"/>
            <a:ext cx="1995000" cy="915900"/>
          </a:xfrm>
          <a:prstGeom prst="rect">
            <a:avLst/>
          </a:prstGeom>
        </p:spPr>
        <p:txBody>
          <a:bodyPr spcFirstLastPara="1" wrap="square" lIns="91425" tIns="91425" rIns="91425" bIns="0" anchor="ctr" anchorCtr="0">
            <a:noAutofit/>
          </a:bodyPr>
          <a:lstStyle/>
          <a:p>
            <a:pPr marL="0" lvl="0" indent="0" algn="ctr" rtl="0">
              <a:spcBef>
                <a:spcPts val="0"/>
              </a:spcBef>
              <a:spcAft>
                <a:spcPts val="0"/>
              </a:spcAft>
              <a:buNone/>
            </a:pPr>
            <a:r>
              <a:rPr lang="de" dirty="0"/>
              <a:t>01</a:t>
            </a:r>
            <a:endParaRPr dirty="0"/>
          </a:p>
        </p:txBody>
      </p:sp>
    </p:spTree>
    <p:extLst>
      <p:ext uri="{BB962C8B-B14F-4D97-AF65-F5344CB8AC3E}">
        <p14:creationId xmlns:p14="http://schemas.microsoft.com/office/powerpoint/2010/main" val="24872517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65">
          <a:extLst>
            <a:ext uri="{FF2B5EF4-FFF2-40B4-BE49-F238E27FC236}">
              <a16:creationId xmlns:a16="http://schemas.microsoft.com/office/drawing/2014/main" id="{0436DC55-3526-CBD9-40CB-70F7AE95C975}"/>
            </a:ext>
          </a:extLst>
        </p:cNvPr>
        <p:cNvGrpSpPr/>
        <p:nvPr/>
      </p:nvGrpSpPr>
      <p:grpSpPr>
        <a:xfrm>
          <a:off x="0" y="0"/>
          <a:ext cx="0" cy="0"/>
          <a:chOff x="0" y="0"/>
          <a:chExt cx="0" cy="0"/>
        </a:xfrm>
      </p:grpSpPr>
      <p:sp>
        <p:nvSpPr>
          <p:cNvPr id="566" name="Google Shape;566;p55">
            <a:extLst>
              <a:ext uri="{FF2B5EF4-FFF2-40B4-BE49-F238E27FC236}">
                <a16:creationId xmlns:a16="http://schemas.microsoft.com/office/drawing/2014/main" id="{D02A5F7B-1C45-9AA6-6139-C1A9337008DB}"/>
              </a:ext>
            </a:extLst>
          </p:cNvPr>
          <p:cNvSpPr txBox="1">
            <a:spLocks noGrp="1"/>
          </p:cNvSpPr>
          <p:nvPr>
            <p:ph type="title"/>
          </p:nvPr>
        </p:nvSpPr>
        <p:spPr>
          <a:xfrm>
            <a:off x="1826675" y="1685025"/>
            <a:ext cx="5493000" cy="1477200"/>
          </a:xfrm>
          <a:prstGeom prst="rect">
            <a:avLst/>
          </a:prstGeom>
        </p:spPr>
        <p:txBody>
          <a:bodyPr spcFirstLastPara="1" wrap="square" lIns="91425" tIns="91425" rIns="91425" bIns="0" anchor="b" anchorCtr="0">
            <a:noAutofit/>
          </a:bodyPr>
          <a:lstStyle/>
          <a:p>
            <a:pPr marL="0" lvl="0" indent="0" algn="ctr" rtl="0">
              <a:spcBef>
                <a:spcPts val="0"/>
              </a:spcBef>
              <a:spcAft>
                <a:spcPts val="0"/>
              </a:spcAft>
              <a:buNone/>
            </a:pPr>
            <a:r>
              <a:rPr lang="de" dirty="0"/>
              <a:t>~300h</a:t>
            </a:r>
            <a:endParaRPr dirty="0"/>
          </a:p>
        </p:txBody>
      </p:sp>
      <p:sp>
        <p:nvSpPr>
          <p:cNvPr id="567" name="Google Shape;567;p55">
            <a:extLst>
              <a:ext uri="{FF2B5EF4-FFF2-40B4-BE49-F238E27FC236}">
                <a16:creationId xmlns:a16="http://schemas.microsoft.com/office/drawing/2014/main" id="{830D903F-79A9-AB41-07B0-CC2665FDA378}"/>
              </a:ext>
            </a:extLst>
          </p:cNvPr>
          <p:cNvSpPr txBox="1">
            <a:spLocks noGrp="1"/>
          </p:cNvSpPr>
          <p:nvPr>
            <p:ph type="subTitle" idx="1"/>
          </p:nvPr>
        </p:nvSpPr>
        <p:spPr>
          <a:xfrm>
            <a:off x="1826525" y="3238775"/>
            <a:ext cx="5493000" cy="497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GB" dirty="0"/>
              <a:t>D</a:t>
            </a:r>
            <a:r>
              <a:rPr lang="de" dirty="0"/>
              <a:t>e travail</a:t>
            </a:r>
            <a:endParaRPr dirty="0"/>
          </a:p>
        </p:txBody>
      </p:sp>
      <p:grpSp>
        <p:nvGrpSpPr>
          <p:cNvPr id="568" name="Google Shape;568;p55">
            <a:extLst>
              <a:ext uri="{FF2B5EF4-FFF2-40B4-BE49-F238E27FC236}">
                <a16:creationId xmlns:a16="http://schemas.microsoft.com/office/drawing/2014/main" id="{25E7F995-35BF-7A7D-162C-D30427DA135B}"/>
              </a:ext>
            </a:extLst>
          </p:cNvPr>
          <p:cNvGrpSpPr/>
          <p:nvPr/>
        </p:nvGrpSpPr>
        <p:grpSpPr>
          <a:xfrm>
            <a:off x="-52375" y="0"/>
            <a:ext cx="9263000" cy="5219700"/>
            <a:chOff x="-52375" y="0"/>
            <a:chExt cx="9263000" cy="5219700"/>
          </a:xfrm>
        </p:grpSpPr>
        <p:pic>
          <p:nvPicPr>
            <p:cNvPr id="569" name="Google Shape;569;p55">
              <a:extLst>
                <a:ext uri="{FF2B5EF4-FFF2-40B4-BE49-F238E27FC236}">
                  <a16:creationId xmlns:a16="http://schemas.microsoft.com/office/drawing/2014/main" id="{14460FA7-90FF-F047-8D1F-B2862F704957}"/>
                </a:ext>
              </a:extLst>
            </p:cNvPr>
            <p:cNvPicPr preferRelativeResize="0"/>
            <p:nvPr/>
          </p:nvPicPr>
          <p:blipFill rotWithShape="1">
            <a:blip r:embed="rId3">
              <a:alphaModFix/>
            </a:blip>
            <a:srcRect l="22774" t="71899"/>
            <a:stretch/>
          </p:blipFill>
          <p:spPr>
            <a:xfrm rot="10800000">
              <a:off x="3459875" y="4829625"/>
              <a:ext cx="3859800" cy="390075"/>
            </a:xfrm>
            <a:prstGeom prst="rect">
              <a:avLst/>
            </a:prstGeom>
            <a:noFill/>
            <a:ln>
              <a:noFill/>
            </a:ln>
          </p:spPr>
        </p:pic>
        <p:pic>
          <p:nvPicPr>
            <p:cNvPr id="570" name="Google Shape;570;p55">
              <a:extLst>
                <a:ext uri="{FF2B5EF4-FFF2-40B4-BE49-F238E27FC236}">
                  <a16:creationId xmlns:a16="http://schemas.microsoft.com/office/drawing/2014/main" id="{957E356A-D5C5-699C-3B50-D6552B684C21}"/>
                </a:ext>
              </a:extLst>
            </p:cNvPr>
            <p:cNvPicPr preferRelativeResize="0"/>
            <p:nvPr/>
          </p:nvPicPr>
          <p:blipFill rotWithShape="1">
            <a:blip r:embed="rId4">
              <a:alphaModFix/>
            </a:blip>
            <a:srcRect l="2363" b="9877"/>
            <a:stretch/>
          </p:blipFill>
          <p:spPr>
            <a:xfrm>
              <a:off x="-52375" y="3762375"/>
              <a:ext cx="4073800" cy="1381126"/>
            </a:xfrm>
            <a:prstGeom prst="rect">
              <a:avLst/>
            </a:prstGeom>
            <a:noFill/>
            <a:ln>
              <a:noFill/>
            </a:ln>
          </p:spPr>
        </p:pic>
        <p:cxnSp>
          <p:nvCxnSpPr>
            <p:cNvPr id="571" name="Google Shape;571;p55">
              <a:extLst>
                <a:ext uri="{FF2B5EF4-FFF2-40B4-BE49-F238E27FC236}">
                  <a16:creationId xmlns:a16="http://schemas.microsoft.com/office/drawing/2014/main" id="{0B4EAC98-56B0-0B3A-77BA-378FB9064AC9}"/>
                </a:ext>
              </a:extLst>
            </p:cNvPr>
            <p:cNvCxnSpPr/>
            <p:nvPr/>
          </p:nvCxnSpPr>
          <p:spPr>
            <a:xfrm>
              <a:off x="1321775" y="331598"/>
              <a:ext cx="5172000" cy="0"/>
            </a:xfrm>
            <a:prstGeom prst="straightConnector1">
              <a:avLst/>
            </a:prstGeom>
            <a:noFill/>
            <a:ln w="9525" cap="flat" cmpd="sng">
              <a:solidFill>
                <a:schemeClr val="lt2"/>
              </a:solidFill>
              <a:prstDash val="solid"/>
              <a:round/>
              <a:headEnd type="none" w="med" len="med"/>
              <a:tailEnd type="oval" w="med" len="med"/>
            </a:ln>
          </p:spPr>
        </p:cxnSp>
        <p:pic>
          <p:nvPicPr>
            <p:cNvPr id="572" name="Google Shape;572;p55">
              <a:extLst>
                <a:ext uri="{FF2B5EF4-FFF2-40B4-BE49-F238E27FC236}">
                  <a16:creationId xmlns:a16="http://schemas.microsoft.com/office/drawing/2014/main" id="{1D3267E5-8CAA-1CF5-8D4C-03BC6D6015A4}"/>
                </a:ext>
              </a:extLst>
            </p:cNvPr>
            <p:cNvPicPr preferRelativeResize="0"/>
            <p:nvPr/>
          </p:nvPicPr>
          <p:blipFill>
            <a:blip r:embed="rId5">
              <a:alphaModFix/>
            </a:blip>
            <a:stretch>
              <a:fillRect/>
            </a:stretch>
          </p:blipFill>
          <p:spPr>
            <a:xfrm>
              <a:off x="2695279" y="22859"/>
              <a:ext cx="3848626" cy="1209667"/>
            </a:xfrm>
            <a:prstGeom prst="rect">
              <a:avLst/>
            </a:prstGeom>
            <a:noFill/>
            <a:ln>
              <a:noFill/>
            </a:ln>
          </p:spPr>
        </p:pic>
        <p:pic>
          <p:nvPicPr>
            <p:cNvPr id="573" name="Google Shape;573;p55">
              <a:extLst>
                <a:ext uri="{FF2B5EF4-FFF2-40B4-BE49-F238E27FC236}">
                  <a16:creationId xmlns:a16="http://schemas.microsoft.com/office/drawing/2014/main" id="{8632C194-DEEB-9DA6-348C-3A0E5B392BA8}"/>
                </a:ext>
              </a:extLst>
            </p:cNvPr>
            <p:cNvPicPr preferRelativeResize="0"/>
            <p:nvPr/>
          </p:nvPicPr>
          <p:blipFill rotWithShape="1">
            <a:blip r:embed="rId4">
              <a:alphaModFix/>
            </a:blip>
            <a:srcRect l="2363" b="9877"/>
            <a:stretch/>
          </p:blipFill>
          <p:spPr>
            <a:xfrm rot="5400000">
              <a:off x="-1391438" y="1391438"/>
              <a:ext cx="4200526" cy="1417650"/>
            </a:xfrm>
            <a:prstGeom prst="rect">
              <a:avLst/>
            </a:prstGeom>
            <a:noFill/>
            <a:ln>
              <a:noFill/>
            </a:ln>
          </p:spPr>
        </p:pic>
        <p:grpSp>
          <p:nvGrpSpPr>
            <p:cNvPr id="574" name="Google Shape;574;p55">
              <a:extLst>
                <a:ext uri="{FF2B5EF4-FFF2-40B4-BE49-F238E27FC236}">
                  <a16:creationId xmlns:a16="http://schemas.microsoft.com/office/drawing/2014/main" id="{54C133BF-7265-EF0F-EEF0-797B5A2CDA65}"/>
                </a:ext>
              </a:extLst>
            </p:cNvPr>
            <p:cNvGrpSpPr/>
            <p:nvPr/>
          </p:nvGrpSpPr>
          <p:grpSpPr>
            <a:xfrm>
              <a:off x="5136825" y="0"/>
              <a:ext cx="4073800" cy="5143501"/>
              <a:chOff x="5136825" y="0"/>
              <a:chExt cx="4073800" cy="5143501"/>
            </a:xfrm>
          </p:grpSpPr>
          <p:pic>
            <p:nvPicPr>
              <p:cNvPr id="575" name="Google Shape;575;p55">
                <a:extLst>
                  <a:ext uri="{FF2B5EF4-FFF2-40B4-BE49-F238E27FC236}">
                    <a16:creationId xmlns:a16="http://schemas.microsoft.com/office/drawing/2014/main" id="{D75EEDC2-B54E-3EA0-4749-13B85CCE0430}"/>
                  </a:ext>
                </a:extLst>
              </p:cNvPr>
              <p:cNvPicPr preferRelativeResize="0"/>
              <p:nvPr/>
            </p:nvPicPr>
            <p:blipFill rotWithShape="1">
              <a:blip r:embed="rId4">
                <a:alphaModFix/>
              </a:blip>
              <a:srcRect l="2363" b="9877"/>
              <a:stretch/>
            </p:blipFill>
            <p:spPr>
              <a:xfrm rot="10800000">
                <a:off x="5136825" y="0"/>
                <a:ext cx="4073800" cy="1381126"/>
              </a:xfrm>
              <a:prstGeom prst="rect">
                <a:avLst/>
              </a:prstGeom>
              <a:noFill/>
              <a:ln>
                <a:noFill/>
              </a:ln>
            </p:spPr>
          </p:pic>
          <p:pic>
            <p:nvPicPr>
              <p:cNvPr id="576" name="Google Shape;576;p55">
                <a:extLst>
                  <a:ext uri="{FF2B5EF4-FFF2-40B4-BE49-F238E27FC236}">
                    <a16:creationId xmlns:a16="http://schemas.microsoft.com/office/drawing/2014/main" id="{D1EC5187-7FFF-D086-9FE9-292268922FC2}"/>
                  </a:ext>
                </a:extLst>
              </p:cNvPr>
              <p:cNvPicPr preferRelativeResize="0"/>
              <p:nvPr/>
            </p:nvPicPr>
            <p:blipFill rotWithShape="1">
              <a:blip r:embed="rId4">
                <a:alphaModFix/>
              </a:blip>
              <a:srcRect l="2363" b="9877"/>
              <a:stretch/>
            </p:blipFill>
            <p:spPr>
              <a:xfrm rot="-5400000">
                <a:off x="6349162" y="2334413"/>
                <a:ext cx="4200526" cy="1417650"/>
              </a:xfrm>
              <a:prstGeom prst="rect">
                <a:avLst/>
              </a:prstGeom>
              <a:noFill/>
              <a:ln>
                <a:noFill/>
              </a:ln>
            </p:spPr>
          </p:pic>
        </p:grpSp>
      </p:grpSp>
      <p:pic>
        <p:nvPicPr>
          <p:cNvPr id="3" name="Picture 2">
            <a:extLst>
              <a:ext uri="{FF2B5EF4-FFF2-40B4-BE49-F238E27FC236}">
                <a16:creationId xmlns:a16="http://schemas.microsoft.com/office/drawing/2014/main" id="{69FE4E8F-1278-0DF6-786B-88748C530883}"/>
              </a:ext>
            </a:extLst>
          </p:cNvPr>
          <p:cNvPicPr>
            <a:picLocks noChangeAspect="1"/>
          </p:cNvPicPr>
          <p:nvPr/>
        </p:nvPicPr>
        <p:blipFill>
          <a:blip r:embed="rId6"/>
          <a:stretch>
            <a:fillRect/>
          </a:stretch>
        </p:blipFill>
        <p:spPr>
          <a:xfrm>
            <a:off x="6244009" y="4204699"/>
            <a:ext cx="1286054" cy="266737"/>
          </a:xfrm>
          <a:prstGeom prst="rect">
            <a:avLst/>
          </a:prstGeom>
        </p:spPr>
      </p:pic>
      <p:sp>
        <p:nvSpPr>
          <p:cNvPr id="4" name="Google Shape;567;p55">
            <a:extLst>
              <a:ext uri="{FF2B5EF4-FFF2-40B4-BE49-F238E27FC236}">
                <a16:creationId xmlns:a16="http://schemas.microsoft.com/office/drawing/2014/main" id="{1E52D3D8-DD2C-E516-6585-1911649CADB6}"/>
              </a:ext>
            </a:extLst>
          </p:cNvPr>
          <p:cNvSpPr txBox="1">
            <a:spLocks/>
          </p:cNvSpPr>
          <p:nvPr/>
        </p:nvSpPr>
        <p:spPr>
          <a:xfrm>
            <a:off x="6071994" y="4408375"/>
            <a:ext cx="1630084" cy="42125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15000"/>
              </a:lnSpc>
              <a:spcBef>
                <a:spcPts val="0"/>
              </a:spcBef>
              <a:spcAft>
                <a:spcPts val="0"/>
              </a:spcAft>
              <a:buClr>
                <a:schemeClr val="dk1"/>
              </a:buClr>
              <a:buSzPts val="1600"/>
              <a:buFont typeface="Archivo"/>
              <a:buNone/>
              <a:defRPr sz="1600" b="0" i="0" u="none" strike="noStrike" cap="none">
                <a:solidFill>
                  <a:schemeClr val="dk1"/>
                </a:solidFill>
                <a:latin typeface="Archivo"/>
                <a:ea typeface="Archivo"/>
                <a:cs typeface="Archivo"/>
                <a:sym typeface="Archivo"/>
              </a:defRPr>
            </a:lvl1pPr>
            <a:lvl2pPr marL="914400" marR="0" lvl="1" indent="-317500" algn="ctr" rtl="0">
              <a:lnSpc>
                <a:spcPct val="100000"/>
              </a:lnSpc>
              <a:spcBef>
                <a:spcPts val="0"/>
              </a:spcBef>
              <a:spcAft>
                <a:spcPts val="0"/>
              </a:spcAft>
              <a:buClr>
                <a:schemeClr val="dk1"/>
              </a:buClr>
              <a:buSzPts val="1600"/>
              <a:buFont typeface="Archivo"/>
              <a:buNone/>
              <a:defRPr sz="1600" b="0" i="0" u="none" strike="noStrike" cap="none">
                <a:solidFill>
                  <a:schemeClr val="dk1"/>
                </a:solidFill>
                <a:latin typeface="Archivo"/>
                <a:ea typeface="Archivo"/>
                <a:cs typeface="Archivo"/>
                <a:sym typeface="Archivo"/>
              </a:defRPr>
            </a:lvl2pPr>
            <a:lvl3pPr marL="1371600" marR="0" lvl="2" indent="-317500" algn="ctr" rtl="0">
              <a:lnSpc>
                <a:spcPct val="100000"/>
              </a:lnSpc>
              <a:spcBef>
                <a:spcPts val="0"/>
              </a:spcBef>
              <a:spcAft>
                <a:spcPts val="0"/>
              </a:spcAft>
              <a:buClr>
                <a:schemeClr val="dk1"/>
              </a:buClr>
              <a:buSzPts val="1600"/>
              <a:buFont typeface="Archivo"/>
              <a:buNone/>
              <a:defRPr sz="1600" b="0" i="0" u="none" strike="noStrike" cap="none">
                <a:solidFill>
                  <a:schemeClr val="dk1"/>
                </a:solidFill>
                <a:latin typeface="Archivo"/>
                <a:ea typeface="Archivo"/>
                <a:cs typeface="Archivo"/>
                <a:sym typeface="Archivo"/>
              </a:defRPr>
            </a:lvl3pPr>
            <a:lvl4pPr marL="1828800" marR="0" lvl="3" indent="-317500" algn="ctr" rtl="0">
              <a:lnSpc>
                <a:spcPct val="100000"/>
              </a:lnSpc>
              <a:spcBef>
                <a:spcPts val="0"/>
              </a:spcBef>
              <a:spcAft>
                <a:spcPts val="0"/>
              </a:spcAft>
              <a:buClr>
                <a:schemeClr val="dk1"/>
              </a:buClr>
              <a:buSzPts val="1600"/>
              <a:buFont typeface="Archivo"/>
              <a:buNone/>
              <a:defRPr sz="1600" b="0" i="0" u="none" strike="noStrike" cap="none">
                <a:solidFill>
                  <a:schemeClr val="dk1"/>
                </a:solidFill>
                <a:latin typeface="Archivo"/>
                <a:ea typeface="Archivo"/>
                <a:cs typeface="Archivo"/>
                <a:sym typeface="Archivo"/>
              </a:defRPr>
            </a:lvl4pPr>
            <a:lvl5pPr marL="2286000" marR="0" lvl="4" indent="-317500" algn="ctr" rtl="0">
              <a:lnSpc>
                <a:spcPct val="100000"/>
              </a:lnSpc>
              <a:spcBef>
                <a:spcPts val="0"/>
              </a:spcBef>
              <a:spcAft>
                <a:spcPts val="0"/>
              </a:spcAft>
              <a:buClr>
                <a:schemeClr val="dk1"/>
              </a:buClr>
              <a:buSzPts val="1600"/>
              <a:buFont typeface="Archivo"/>
              <a:buNone/>
              <a:defRPr sz="1600" b="0" i="0" u="none" strike="noStrike" cap="none">
                <a:solidFill>
                  <a:schemeClr val="dk1"/>
                </a:solidFill>
                <a:latin typeface="Archivo"/>
                <a:ea typeface="Archivo"/>
                <a:cs typeface="Archivo"/>
                <a:sym typeface="Archivo"/>
              </a:defRPr>
            </a:lvl5pPr>
            <a:lvl6pPr marL="2743200" marR="0" lvl="5" indent="-317500" algn="ctr" rtl="0">
              <a:lnSpc>
                <a:spcPct val="100000"/>
              </a:lnSpc>
              <a:spcBef>
                <a:spcPts val="0"/>
              </a:spcBef>
              <a:spcAft>
                <a:spcPts val="0"/>
              </a:spcAft>
              <a:buClr>
                <a:schemeClr val="dk1"/>
              </a:buClr>
              <a:buSzPts val="1600"/>
              <a:buFont typeface="Archivo"/>
              <a:buNone/>
              <a:defRPr sz="1600" b="0" i="0" u="none" strike="noStrike" cap="none">
                <a:solidFill>
                  <a:schemeClr val="dk1"/>
                </a:solidFill>
                <a:latin typeface="Archivo"/>
                <a:ea typeface="Archivo"/>
                <a:cs typeface="Archivo"/>
                <a:sym typeface="Archivo"/>
              </a:defRPr>
            </a:lvl6pPr>
            <a:lvl7pPr marL="3200400" marR="0" lvl="6" indent="-317500" algn="ctr" rtl="0">
              <a:lnSpc>
                <a:spcPct val="100000"/>
              </a:lnSpc>
              <a:spcBef>
                <a:spcPts val="0"/>
              </a:spcBef>
              <a:spcAft>
                <a:spcPts val="0"/>
              </a:spcAft>
              <a:buClr>
                <a:schemeClr val="dk1"/>
              </a:buClr>
              <a:buSzPts val="1600"/>
              <a:buFont typeface="Archivo"/>
              <a:buNone/>
              <a:defRPr sz="1600" b="0" i="0" u="none" strike="noStrike" cap="none">
                <a:solidFill>
                  <a:schemeClr val="dk1"/>
                </a:solidFill>
                <a:latin typeface="Archivo"/>
                <a:ea typeface="Archivo"/>
                <a:cs typeface="Archivo"/>
                <a:sym typeface="Archivo"/>
              </a:defRPr>
            </a:lvl7pPr>
            <a:lvl8pPr marL="3657600" marR="0" lvl="7" indent="-317500" algn="ctr" rtl="0">
              <a:lnSpc>
                <a:spcPct val="100000"/>
              </a:lnSpc>
              <a:spcBef>
                <a:spcPts val="0"/>
              </a:spcBef>
              <a:spcAft>
                <a:spcPts val="0"/>
              </a:spcAft>
              <a:buClr>
                <a:schemeClr val="dk1"/>
              </a:buClr>
              <a:buSzPts val="1600"/>
              <a:buFont typeface="Archivo"/>
              <a:buNone/>
              <a:defRPr sz="1600" b="0" i="0" u="none" strike="noStrike" cap="none">
                <a:solidFill>
                  <a:schemeClr val="dk1"/>
                </a:solidFill>
                <a:latin typeface="Archivo"/>
                <a:ea typeface="Archivo"/>
                <a:cs typeface="Archivo"/>
                <a:sym typeface="Archivo"/>
              </a:defRPr>
            </a:lvl8pPr>
            <a:lvl9pPr marL="4114800" marR="0" lvl="8" indent="-317500" algn="ctr" rtl="0">
              <a:lnSpc>
                <a:spcPct val="100000"/>
              </a:lnSpc>
              <a:spcBef>
                <a:spcPts val="0"/>
              </a:spcBef>
              <a:spcAft>
                <a:spcPts val="0"/>
              </a:spcAft>
              <a:buClr>
                <a:schemeClr val="dk1"/>
              </a:buClr>
              <a:buSzPts val="1600"/>
              <a:buFont typeface="Archivo"/>
              <a:buNone/>
              <a:defRPr sz="1600" b="0" i="0" u="none" strike="noStrike" cap="none">
                <a:solidFill>
                  <a:schemeClr val="dk1"/>
                </a:solidFill>
                <a:latin typeface="Archivo"/>
                <a:ea typeface="Archivo"/>
                <a:cs typeface="Archivo"/>
                <a:sym typeface="Archivo"/>
              </a:defRPr>
            </a:lvl9pPr>
          </a:lstStyle>
          <a:p>
            <a:pPr marL="0" indent="0"/>
            <a:r>
              <a:rPr lang="fr-FR" sz="1100" dirty="0"/>
              <a:t>Dans </a:t>
            </a:r>
            <a:r>
              <a:rPr lang="fr-FR" sz="1100" dirty="0" err="1"/>
              <a:t>RustRover</a:t>
            </a:r>
            <a:endParaRPr lang="en-GB" sz="1100" dirty="0"/>
          </a:p>
        </p:txBody>
      </p:sp>
    </p:spTree>
    <p:extLst>
      <p:ext uri="{BB962C8B-B14F-4D97-AF65-F5344CB8AC3E}">
        <p14:creationId xmlns:p14="http://schemas.microsoft.com/office/powerpoint/2010/main" val="16820020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58">
          <a:extLst>
            <a:ext uri="{FF2B5EF4-FFF2-40B4-BE49-F238E27FC236}">
              <a16:creationId xmlns:a16="http://schemas.microsoft.com/office/drawing/2014/main" id="{4D11FAC1-2500-5F5B-0BB9-8CC08574B577}"/>
            </a:ext>
          </a:extLst>
        </p:cNvPr>
        <p:cNvGrpSpPr/>
        <p:nvPr/>
      </p:nvGrpSpPr>
      <p:grpSpPr>
        <a:xfrm>
          <a:off x="0" y="0"/>
          <a:ext cx="0" cy="0"/>
          <a:chOff x="0" y="0"/>
          <a:chExt cx="0" cy="0"/>
        </a:xfrm>
      </p:grpSpPr>
      <p:pic>
        <p:nvPicPr>
          <p:cNvPr id="559" name="Google Shape;559;p54">
            <a:extLst>
              <a:ext uri="{FF2B5EF4-FFF2-40B4-BE49-F238E27FC236}">
                <a16:creationId xmlns:a16="http://schemas.microsoft.com/office/drawing/2014/main" id="{4D367410-4AEE-E3CC-A921-ADCD96A9407D}"/>
              </a:ext>
            </a:extLst>
          </p:cNvPr>
          <p:cNvPicPr preferRelativeResize="0">
            <a:picLocks noGrp="1"/>
          </p:cNvPicPr>
          <p:nvPr>
            <p:ph type="pic" idx="2"/>
          </p:nvPr>
        </p:nvPicPr>
        <p:blipFill rotWithShape="1">
          <a:blip r:embed="rId3">
            <a:alphaModFix/>
          </a:blip>
          <a:srcRect l="155" t="30" r="606" b="7691"/>
          <a:stretch>
            <a:fillRect/>
          </a:stretch>
        </p:blipFill>
        <p:spPr>
          <a:xfrm>
            <a:off x="3943350" y="533875"/>
            <a:ext cx="4487700" cy="4075800"/>
          </a:xfrm>
          <a:prstGeom prst="snip1Rect">
            <a:avLst>
              <a:gd name="adj" fmla="val 5966"/>
            </a:avLst>
          </a:prstGeom>
        </p:spPr>
      </p:pic>
      <p:sp>
        <p:nvSpPr>
          <p:cNvPr id="560" name="Google Shape;560;p54">
            <a:extLst>
              <a:ext uri="{FF2B5EF4-FFF2-40B4-BE49-F238E27FC236}">
                <a16:creationId xmlns:a16="http://schemas.microsoft.com/office/drawing/2014/main" id="{60137C95-0F0A-5B0B-F69F-01E592D1C3FC}"/>
              </a:ext>
            </a:extLst>
          </p:cNvPr>
          <p:cNvSpPr txBox="1">
            <a:spLocks noGrp="1"/>
          </p:cNvSpPr>
          <p:nvPr>
            <p:ph type="title"/>
          </p:nvPr>
        </p:nvSpPr>
        <p:spPr>
          <a:xfrm>
            <a:off x="720000" y="1252725"/>
            <a:ext cx="2928000" cy="1589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UN TRAVAIL EXTRÊMEMENT BIEN RÉPARTI</a:t>
            </a:r>
            <a:endParaRPr dirty="0"/>
          </a:p>
        </p:txBody>
      </p:sp>
      <p:sp>
        <p:nvSpPr>
          <p:cNvPr id="561" name="Google Shape;561;p54">
            <a:extLst>
              <a:ext uri="{FF2B5EF4-FFF2-40B4-BE49-F238E27FC236}">
                <a16:creationId xmlns:a16="http://schemas.microsoft.com/office/drawing/2014/main" id="{8B8F580A-2406-8FCD-572D-CD3E63E1D1DD}"/>
              </a:ext>
            </a:extLst>
          </p:cNvPr>
          <p:cNvSpPr txBox="1">
            <a:spLocks noGrp="1"/>
          </p:cNvSpPr>
          <p:nvPr>
            <p:ph type="subTitle" idx="1"/>
          </p:nvPr>
        </p:nvSpPr>
        <p:spPr>
          <a:xfrm>
            <a:off x="720000" y="2841735"/>
            <a:ext cx="2928000" cy="91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(ironie…)</a:t>
            </a:r>
            <a:endParaRPr sz="1000" dirty="0"/>
          </a:p>
        </p:txBody>
      </p:sp>
    </p:spTree>
    <p:extLst>
      <p:ext uri="{BB962C8B-B14F-4D97-AF65-F5344CB8AC3E}">
        <p14:creationId xmlns:p14="http://schemas.microsoft.com/office/powerpoint/2010/main" val="18342602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33">
          <a:extLst>
            <a:ext uri="{FF2B5EF4-FFF2-40B4-BE49-F238E27FC236}">
              <a16:creationId xmlns:a16="http://schemas.microsoft.com/office/drawing/2014/main" id="{3F15CF97-2E6B-58BE-965C-63816AFE799A}"/>
            </a:ext>
          </a:extLst>
        </p:cNvPr>
        <p:cNvGrpSpPr/>
        <p:nvPr/>
      </p:nvGrpSpPr>
      <p:grpSpPr>
        <a:xfrm>
          <a:off x="0" y="0"/>
          <a:ext cx="0" cy="0"/>
          <a:chOff x="0" y="0"/>
          <a:chExt cx="0" cy="0"/>
        </a:xfrm>
      </p:grpSpPr>
      <p:grpSp>
        <p:nvGrpSpPr>
          <p:cNvPr id="634" name="Google Shape;634;p59">
            <a:extLst>
              <a:ext uri="{FF2B5EF4-FFF2-40B4-BE49-F238E27FC236}">
                <a16:creationId xmlns:a16="http://schemas.microsoft.com/office/drawing/2014/main" id="{533204F4-5206-E548-43E4-92FD94D16224}"/>
              </a:ext>
            </a:extLst>
          </p:cNvPr>
          <p:cNvGrpSpPr/>
          <p:nvPr/>
        </p:nvGrpSpPr>
        <p:grpSpPr>
          <a:xfrm>
            <a:off x="2091017" y="930586"/>
            <a:ext cx="4961966" cy="1165827"/>
            <a:chOff x="713225" y="1201900"/>
            <a:chExt cx="4263300" cy="2497500"/>
          </a:xfrm>
        </p:grpSpPr>
        <p:sp>
          <p:nvSpPr>
            <p:cNvPr id="635" name="Google Shape;635;p59">
              <a:extLst>
                <a:ext uri="{FF2B5EF4-FFF2-40B4-BE49-F238E27FC236}">
                  <a16:creationId xmlns:a16="http://schemas.microsoft.com/office/drawing/2014/main" id="{5765165E-5A2E-27B0-4997-C255B65091E6}"/>
                </a:ext>
              </a:extLst>
            </p:cNvPr>
            <p:cNvSpPr/>
            <p:nvPr/>
          </p:nvSpPr>
          <p:spPr>
            <a:xfrm>
              <a:off x="713225" y="1201900"/>
              <a:ext cx="4263300" cy="2497500"/>
            </a:xfrm>
            <a:prstGeom prst="roundRect">
              <a:avLst>
                <a:gd name="adj" fmla="val 3381"/>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latin typeface="Archivo"/>
                <a:ea typeface="Archivo"/>
                <a:cs typeface="Archivo"/>
                <a:sym typeface="Archivo"/>
              </a:endParaRPr>
            </a:p>
          </p:txBody>
        </p:sp>
        <p:sp>
          <p:nvSpPr>
            <p:cNvPr id="636" name="Google Shape;636;p59">
              <a:extLst>
                <a:ext uri="{FF2B5EF4-FFF2-40B4-BE49-F238E27FC236}">
                  <a16:creationId xmlns:a16="http://schemas.microsoft.com/office/drawing/2014/main" id="{453F1348-7F51-30A6-B04F-2DAE612B393E}"/>
                </a:ext>
              </a:extLst>
            </p:cNvPr>
            <p:cNvSpPr/>
            <p:nvPr/>
          </p:nvSpPr>
          <p:spPr>
            <a:xfrm>
              <a:off x="4796900" y="2318550"/>
              <a:ext cx="106500" cy="506400"/>
            </a:xfrm>
            <a:prstGeom prst="trapezoid">
              <a:avLst>
                <a:gd name="adj" fmla="val 0"/>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sp>
        <p:nvSpPr>
          <p:cNvPr id="637" name="Google Shape;637;p59">
            <a:extLst>
              <a:ext uri="{FF2B5EF4-FFF2-40B4-BE49-F238E27FC236}">
                <a16:creationId xmlns:a16="http://schemas.microsoft.com/office/drawing/2014/main" id="{7D40FF83-51BA-E2E9-84A5-524CC7ABFE06}"/>
              </a:ext>
            </a:extLst>
          </p:cNvPr>
          <p:cNvSpPr txBox="1">
            <a:spLocks noGrp="1"/>
          </p:cNvSpPr>
          <p:nvPr>
            <p:ph type="title"/>
          </p:nvPr>
        </p:nvSpPr>
        <p:spPr>
          <a:xfrm>
            <a:off x="890570" y="2152944"/>
            <a:ext cx="7362860" cy="713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de" dirty="0"/>
              <a:t>2 CONTRIBUTIONS OPEN-SOURCE</a:t>
            </a:r>
            <a:endParaRPr dirty="0"/>
          </a:p>
        </p:txBody>
      </p:sp>
      <p:sp>
        <p:nvSpPr>
          <p:cNvPr id="638" name="Google Shape;638;p59">
            <a:extLst>
              <a:ext uri="{FF2B5EF4-FFF2-40B4-BE49-F238E27FC236}">
                <a16:creationId xmlns:a16="http://schemas.microsoft.com/office/drawing/2014/main" id="{4E658D46-70AA-123A-D519-B63BCD6D54E8}"/>
              </a:ext>
            </a:extLst>
          </p:cNvPr>
          <p:cNvSpPr txBox="1">
            <a:spLocks noGrp="1"/>
          </p:cNvSpPr>
          <p:nvPr>
            <p:ph type="subTitle" idx="1"/>
          </p:nvPr>
        </p:nvSpPr>
        <p:spPr>
          <a:xfrm>
            <a:off x="1370181" y="2730260"/>
            <a:ext cx="6403638" cy="1034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 dirty="0"/>
              <a:t>PR dans la librairie des capteurs de distance</a:t>
            </a:r>
          </a:p>
          <a:p>
            <a:pPr marL="0" lvl="0" indent="0" algn="ctr" rtl="0">
              <a:spcBef>
                <a:spcPts val="0"/>
              </a:spcBef>
              <a:spcAft>
                <a:spcPts val="0"/>
              </a:spcAft>
              <a:buNone/>
            </a:pPr>
            <a:endParaRPr lang="de" sz="500" dirty="0"/>
          </a:p>
          <a:p>
            <a:pPr marL="0" lvl="0" indent="0" algn="ctr" rtl="0">
              <a:spcBef>
                <a:spcPts val="0"/>
              </a:spcBef>
              <a:spcAft>
                <a:spcPts val="0"/>
              </a:spcAft>
              <a:buNone/>
            </a:pPr>
            <a:r>
              <a:rPr lang="de" dirty="0"/>
              <a:t>Et 2 issues reportées dans d‘autres librairies Rust</a:t>
            </a:r>
            <a:endParaRPr dirty="0"/>
          </a:p>
        </p:txBody>
      </p:sp>
      <p:sp>
        <p:nvSpPr>
          <p:cNvPr id="640" name="Google Shape;640;p59">
            <a:extLst>
              <a:ext uri="{FF2B5EF4-FFF2-40B4-BE49-F238E27FC236}">
                <a16:creationId xmlns:a16="http://schemas.microsoft.com/office/drawing/2014/main" id="{C6756719-0607-EB98-DF05-A8883F3913D1}"/>
              </a:ext>
            </a:extLst>
          </p:cNvPr>
          <p:cNvSpPr/>
          <p:nvPr/>
        </p:nvSpPr>
        <p:spPr>
          <a:xfrm>
            <a:off x="185350" y="3628575"/>
            <a:ext cx="5071900" cy="599975"/>
          </a:xfrm>
          <a:custGeom>
            <a:avLst/>
            <a:gdLst/>
            <a:ahLst/>
            <a:cxnLst/>
            <a:rect l="l" t="t" r="r" b="b"/>
            <a:pathLst>
              <a:path w="202876" h="23999" extrusionOk="0">
                <a:moveTo>
                  <a:pt x="0" y="0"/>
                </a:moveTo>
                <a:lnTo>
                  <a:pt x="18647" y="18648"/>
                </a:lnTo>
                <a:lnTo>
                  <a:pt x="57964" y="18648"/>
                </a:lnTo>
                <a:lnTo>
                  <a:pt x="67233" y="23999"/>
                </a:lnTo>
                <a:lnTo>
                  <a:pt x="97731" y="23999"/>
                </a:lnTo>
                <a:lnTo>
                  <a:pt x="107773" y="18201"/>
                </a:lnTo>
                <a:lnTo>
                  <a:pt x="202876" y="18201"/>
                </a:lnTo>
              </a:path>
            </a:pathLst>
          </a:custGeom>
          <a:noFill/>
          <a:ln w="9525" cap="flat" cmpd="sng">
            <a:solidFill>
              <a:schemeClr val="lt2"/>
            </a:solidFill>
            <a:prstDash val="solid"/>
            <a:round/>
            <a:headEnd type="none" w="med" len="med"/>
            <a:tailEnd type="oval" w="med" len="med"/>
          </a:ln>
        </p:spPr>
        <p:txBody>
          <a:bodyPr/>
          <a:lstStyle/>
          <a:p>
            <a:endParaRPr lang="en-GB"/>
          </a:p>
        </p:txBody>
      </p:sp>
      <p:pic>
        <p:nvPicPr>
          <p:cNvPr id="4" name="Picture 3">
            <a:extLst>
              <a:ext uri="{FF2B5EF4-FFF2-40B4-BE49-F238E27FC236}">
                <a16:creationId xmlns:a16="http://schemas.microsoft.com/office/drawing/2014/main" id="{5EB36900-94AC-144D-7CDA-167F9F417ABE}"/>
              </a:ext>
            </a:extLst>
          </p:cNvPr>
          <p:cNvPicPr>
            <a:picLocks noChangeAspect="1"/>
          </p:cNvPicPr>
          <p:nvPr/>
        </p:nvPicPr>
        <p:blipFill>
          <a:blip r:embed="rId3"/>
          <a:stretch>
            <a:fillRect/>
          </a:stretch>
        </p:blipFill>
        <p:spPr>
          <a:xfrm>
            <a:off x="2274309" y="1080087"/>
            <a:ext cx="4630125" cy="866827"/>
          </a:xfrm>
          <a:prstGeom prst="rect">
            <a:avLst/>
          </a:prstGeom>
        </p:spPr>
      </p:pic>
    </p:spTree>
    <p:extLst>
      <p:ext uri="{BB962C8B-B14F-4D97-AF65-F5344CB8AC3E}">
        <p14:creationId xmlns:p14="http://schemas.microsoft.com/office/powerpoint/2010/main" val="39957428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09">
          <a:extLst>
            <a:ext uri="{FF2B5EF4-FFF2-40B4-BE49-F238E27FC236}">
              <a16:creationId xmlns:a16="http://schemas.microsoft.com/office/drawing/2014/main" id="{F019C310-097A-71DB-43D3-3295E381232E}"/>
            </a:ext>
          </a:extLst>
        </p:cNvPr>
        <p:cNvGrpSpPr/>
        <p:nvPr/>
      </p:nvGrpSpPr>
      <p:grpSpPr>
        <a:xfrm>
          <a:off x="0" y="0"/>
          <a:ext cx="0" cy="0"/>
          <a:chOff x="0" y="0"/>
          <a:chExt cx="0" cy="0"/>
        </a:xfrm>
      </p:grpSpPr>
      <p:sp>
        <p:nvSpPr>
          <p:cNvPr id="810" name="Google Shape;810;p67">
            <a:extLst>
              <a:ext uri="{FF2B5EF4-FFF2-40B4-BE49-F238E27FC236}">
                <a16:creationId xmlns:a16="http://schemas.microsoft.com/office/drawing/2014/main" id="{DCD9433A-ECE0-BDC1-7441-1C60ECB35899}"/>
              </a:ext>
            </a:extLst>
          </p:cNvPr>
          <p:cNvSpPr txBox="1">
            <a:spLocks noGrp="1"/>
          </p:cNvSpPr>
          <p:nvPr>
            <p:ph type="title"/>
          </p:nvPr>
        </p:nvSpPr>
        <p:spPr>
          <a:xfrm>
            <a:off x="2960400" y="1867508"/>
            <a:ext cx="4833771" cy="152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CE QUI A ÉTÉ ACCOMPLI</a:t>
            </a:r>
            <a:endParaRPr dirty="0"/>
          </a:p>
        </p:txBody>
      </p:sp>
      <p:sp>
        <p:nvSpPr>
          <p:cNvPr id="811" name="Google Shape;811;p67">
            <a:extLst>
              <a:ext uri="{FF2B5EF4-FFF2-40B4-BE49-F238E27FC236}">
                <a16:creationId xmlns:a16="http://schemas.microsoft.com/office/drawing/2014/main" id="{AE4D5DD5-0559-0029-D01F-E4EA6B6C7309}"/>
              </a:ext>
            </a:extLst>
          </p:cNvPr>
          <p:cNvSpPr txBox="1">
            <a:spLocks noGrp="1"/>
          </p:cNvSpPr>
          <p:nvPr>
            <p:ph type="subTitle" idx="1"/>
          </p:nvPr>
        </p:nvSpPr>
        <p:spPr>
          <a:xfrm>
            <a:off x="5234950" y="3619525"/>
            <a:ext cx="2697600" cy="602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endParaRPr dirty="0"/>
          </a:p>
        </p:txBody>
      </p:sp>
      <p:sp>
        <p:nvSpPr>
          <p:cNvPr id="812" name="Google Shape;812;p67">
            <a:extLst>
              <a:ext uri="{FF2B5EF4-FFF2-40B4-BE49-F238E27FC236}">
                <a16:creationId xmlns:a16="http://schemas.microsoft.com/office/drawing/2014/main" id="{EF48499E-2688-ACC5-5655-29A0B9A36A1A}"/>
              </a:ext>
            </a:extLst>
          </p:cNvPr>
          <p:cNvSpPr txBox="1">
            <a:spLocks noGrp="1"/>
          </p:cNvSpPr>
          <p:nvPr>
            <p:ph type="title" idx="2"/>
          </p:nvPr>
        </p:nvSpPr>
        <p:spPr>
          <a:xfrm>
            <a:off x="827527" y="2172608"/>
            <a:ext cx="1995000" cy="915900"/>
          </a:xfrm>
          <a:prstGeom prst="rect">
            <a:avLst/>
          </a:prstGeom>
        </p:spPr>
        <p:txBody>
          <a:bodyPr spcFirstLastPara="1" wrap="square" lIns="91425" tIns="91425" rIns="91425" bIns="0" anchor="ctr" anchorCtr="0">
            <a:noAutofit/>
          </a:bodyPr>
          <a:lstStyle/>
          <a:p>
            <a:pPr marL="0" lvl="0" indent="0" algn="ctr" rtl="0">
              <a:spcBef>
                <a:spcPts val="0"/>
              </a:spcBef>
              <a:spcAft>
                <a:spcPts val="0"/>
              </a:spcAft>
              <a:buNone/>
            </a:pPr>
            <a:r>
              <a:rPr lang="de" dirty="0"/>
              <a:t>02</a:t>
            </a:r>
            <a:endParaRPr dirty="0"/>
          </a:p>
        </p:txBody>
      </p:sp>
    </p:spTree>
    <p:extLst>
      <p:ext uri="{BB962C8B-B14F-4D97-AF65-F5344CB8AC3E}">
        <p14:creationId xmlns:p14="http://schemas.microsoft.com/office/powerpoint/2010/main" val="1197270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748">
          <a:extLst>
            <a:ext uri="{FF2B5EF4-FFF2-40B4-BE49-F238E27FC236}">
              <a16:creationId xmlns:a16="http://schemas.microsoft.com/office/drawing/2014/main" id="{F8EAA7B8-26EC-9A89-13C5-F3E69A4092D6}"/>
            </a:ext>
          </a:extLst>
        </p:cNvPr>
        <p:cNvGrpSpPr/>
        <p:nvPr/>
      </p:nvGrpSpPr>
      <p:grpSpPr>
        <a:xfrm>
          <a:off x="0" y="0"/>
          <a:ext cx="0" cy="0"/>
          <a:chOff x="0" y="0"/>
          <a:chExt cx="0" cy="0"/>
        </a:xfrm>
      </p:grpSpPr>
      <p:sp>
        <p:nvSpPr>
          <p:cNvPr id="749" name="Google Shape;749;p63">
            <a:extLst>
              <a:ext uri="{FF2B5EF4-FFF2-40B4-BE49-F238E27FC236}">
                <a16:creationId xmlns:a16="http://schemas.microsoft.com/office/drawing/2014/main" id="{28630631-4F62-93A5-648D-83E68E13A284}"/>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LE MONTAGE - GÉNÉRAL</a:t>
            </a:r>
            <a:endParaRPr dirty="0"/>
          </a:p>
        </p:txBody>
      </p:sp>
      <p:sp>
        <p:nvSpPr>
          <p:cNvPr id="754" name="Google Shape;754;p63">
            <a:extLst>
              <a:ext uri="{FF2B5EF4-FFF2-40B4-BE49-F238E27FC236}">
                <a16:creationId xmlns:a16="http://schemas.microsoft.com/office/drawing/2014/main" id="{DF030B20-D452-9803-8D5D-11ACB5EE15D5}"/>
              </a:ext>
            </a:extLst>
          </p:cNvPr>
          <p:cNvSpPr txBox="1"/>
          <p:nvPr/>
        </p:nvSpPr>
        <p:spPr>
          <a:xfrm>
            <a:off x="6358279" y="569480"/>
            <a:ext cx="2248924"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dirty="0">
                <a:solidFill>
                  <a:schemeClr val="dk1"/>
                </a:solidFill>
                <a:latin typeface="Archivo"/>
                <a:ea typeface="Archivo"/>
                <a:cs typeface="Archivo"/>
                <a:sym typeface="Archivo"/>
              </a:rPr>
              <a:t>Driver moteur</a:t>
            </a:r>
          </a:p>
          <a:p>
            <a:pPr>
              <a:lnSpc>
                <a:spcPct val="115000"/>
              </a:lnSpc>
            </a:pPr>
            <a:r>
              <a:rPr lang="fr-FR" dirty="0">
                <a:solidFill>
                  <a:schemeClr val="dk1"/>
                </a:solidFill>
                <a:latin typeface="Archivo"/>
                <a:ea typeface="Archivo"/>
                <a:cs typeface="Archivo"/>
                <a:sym typeface="Archivo"/>
              </a:rPr>
              <a:t>Jusqu’à </a:t>
            </a:r>
            <a:r>
              <a:rPr lang="de" dirty="0">
                <a:solidFill>
                  <a:schemeClr val="dk1"/>
                </a:solidFill>
                <a:latin typeface="Archivo"/>
                <a:ea typeface="Archivo"/>
                <a:cs typeface="Archivo"/>
                <a:sym typeface="Archivo"/>
              </a:rPr>
              <a:t>30A</a:t>
            </a:r>
            <a:endParaRPr dirty="0">
              <a:solidFill>
                <a:schemeClr val="dk1"/>
              </a:solidFill>
              <a:latin typeface="Archivo"/>
              <a:ea typeface="Archivo"/>
              <a:cs typeface="Archivo"/>
              <a:sym typeface="Archivo"/>
            </a:endParaRPr>
          </a:p>
        </p:txBody>
      </p:sp>
      <p:sp>
        <p:nvSpPr>
          <p:cNvPr id="756" name="Google Shape;756;p63">
            <a:extLst>
              <a:ext uri="{FF2B5EF4-FFF2-40B4-BE49-F238E27FC236}">
                <a16:creationId xmlns:a16="http://schemas.microsoft.com/office/drawing/2014/main" id="{40649A28-0A09-2094-08C2-EC9B2C5DBD71}"/>
              </a:ext>
            </a:extLst>
          </p:cNvPr>
          <p:cNvSpPr txBox="1"/>
          <p:nvPr/>
        </p:nvSpPr>
        <p:spPr>
          <a:xfrm>
            <a:off x="6358279" y="1166767"/>
            <a:ext cx="2248924"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dirty="0">
                <a:solidFill>
                  <a:schemeClr val="dk1"/>
                </a:solidFill>
                <a:latin typeface="Archivo"/>
                <a:ea typeface="Archivo"/>
                <a:cs typeface="Archivo"/>
                <a:sym typeface="Archivo"/>
              </a:rPr>
              <a:t>Carte Nucléo STM32F4 (à 84MHz, 180Ko RAM)</a:t>
            </a:r>
          </a:p>
        </p:txBody>
      </p:sp>
      <p:pic>
        <p:nvPicPr>
          <p:cNvPr id="5" name="Picture 4">
            <a:extLst>
              <a:ext uri="{FF2B5EF4-FFF2-40B4-BE49-F238E27FC236}">
                <a16:creationId xmlns:a16="http://schemas.microsoft.com/office/drawing/2014/main" id="{3DBFEBA3-870A-D072-A4F9-AD7AB8B822C9}"/>
              </a:ext>
            </a:extLst>
          </p:cNvPr>
          <p:cNvPicPr>
            <a:picLocks noChangeAspect="1"/>
          </p:cNvPicPr>
          <p:nvPr/>
        </p:nvPicPr>
        <p:blipFill>
          <a:blip r:embed="rId3"/>
          <a:stretch>
            <a:fillRect/>
          </a:stretch>
        </p:blipFill>
        <p:spPr>
          <a:xfrm>
            <a:off x="536795" y="1386736"/>
            <a:ext cx="4160941" cy="2788204"/>
          </a:xfrm>
          <a:prstGeom prst="rect">
            <a:avLst/>
          </a:prstGeom>
        </p:spPr>
      </p:pic>
      <p:sp>
        <p:nvSpPr>
          <p:cNvPr id="762" name="Google Shape;762;p63">
            <a:extLst>
              <a:ext uri="{FF2B5EF4-FFF2-40B4-BE49-F238E27FC236}">
                <a16:creationId xmlns:a16="http://schemas.microsoft.com/office/drawing/2014/main" id="{31B1E99E-B5E2-813D-945A-49488762425E}"/>
              </a:ext>
            </a:extLst>
          </p:cNvPr>
          <p:cNvSpPr/>
          <p:nvPr/>
        </p:nvSpPr>
        <p:spPr>
          <a:xfrm>
            <a:off x="2791236" y="1701978"/>
            <a:ext cx="179700" cy="179700"/>
          </a:xfrm>
          <a:prstGeom prst="rect">
            <a:avLst/>
          </a:prstGeom>
          <a:solidFill>
            <a:srgbClr val="E8E8E8">
              <a:alpha val="8682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3" name="Google Shape;763;p63">
            <a:extLst>
              <a:ext uri="{FF2B5EF4-FFF2-40B4-BE49-F238E27FC236}">
                <a16:creationId xmlns:a16="http://schemas.microsoft.com/office/drawing/2014/main" id="{55301587-2B81-2A49-601F-60526CAEA1E4}"/>
              </a:ext>
            </a:extLst>
          </p:cNvPr>
          <p:cNvSpPr/>
          <p:nvPr/>
        </p:nvSpPr>
        <p:spPr>
          <a:xfrm>
            <a:off x="3495180" y="2233038"/>
            <a:ext cx="179700" cy="179700"/>
          </a:xfrm>
          <a:prstGeom prst="rect">
            <a:avLst/>
          </a:prstGeom>
          <a:solidFill>
            <a:srgbClr val="C1C1C1">
              <a:alpha val="8545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4" name="Google Shape;764;p63">
            <a:extLst>
              <a:ext uri="{FF2B5EF4-FFF2-40B4-BE49-F238E27FC236}">
                <a16:creationId xmlns:a16="http://schemas.microsoft.com/office/drawing/2014/main" id="{FCEA2416-88C3-AE06-0908-2D8CE8AEA6A6}"/>
              </a:ext>
            </a:extLst>
          </p:cNvPr>
          <p:cNvSpPr/>
          <p:nvPr/>
        </p:nvSpPr>
        <p:spPr>
          <a:xfrm>
            <a:off x="3906203" y="3206325"/>
            <a:ext cx="179700" cy="179700"/>
          </a:xfrm>
          <a:prstGeom prst="rect">
            <a:avLst/>
          </a:prstGeom>
          <a:solidFill>
            <a:srgbClr val="6F79E3">
              <a:alpha val="8636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5" name="Google Shape;765;p63">
            <a:extLst>
              <a:ext uri="{FF2B5EF4-FFF2-40B4-BE49-F238E27FC236}">
                <a16:creationId xmlns:a16="http://schemas.microsoft.com/office/drawing/2014/main" id="{E46A30D4-834F-4D6D-9B1D-8C1F6FADF3AE}"/>
              </a:ext>
            </a:extLst>
          </p:cNvPr>
          <p:cNvSpPr/>
          <p:nvPr/>
        </p:nvSpPr>
        <p:spPr>
          <a:xfrm>
            <a:off x="2681979" y="3601813"/>
            <a:ext cx="179700" cy="179700"/>
          </a:xfrm>
          <a:prstGeom prst="rect">
            <a:avLst/>
          </a:prstGeom>
          <a:solidFill>
            <a:srgbClr val="130994">
              <a:alpha val="8682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cxnSp>
        <p:nvCxnSpPr>
          <p:cNvPr id="766" name="Google Shape;766;p63">
            <a:extLst>
              <a:ext uri="{FF2B5EF4-FFF2-40B4-BE49-F238E27FC236}">
                <a16:creationId xmlns:a16="http://schemas.microsoft.com/office/drawing/2014/main" id="{AD038997-5F0A-5ED4-1A3F-676ED261567A}"/>
              </a:ext>
            </a:extLst>
          </p:cNvPr>
          <p:cNvCxnSpPr>
            <a:cxnSpLocks/>
            <a:stCxn id="754" idx="1"/>
          </p:cNvCxnSpPr>
          <p:nvPr/>
        </p:nvCxnSpPr>
        <p:spPr>
          <a:xfrm rot="10800000" flipV="1">
            <a:off x="2881089" y="902179"/>
            <a:ext cx="3477191" cy="889645"/>
          </a:xfrm>
          <a:prstGeom prst="bentConnector3">
            <a:avLst>
              <a:gd name="adj1" fmla="val 24955"/>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cxnSp>
        <p:nvCxnSpPr>
          <p:cNvPr id="767" name="Google Shape;767;p63">
            <a:extLst>
              <a:ext uri="{FF2B5EF4-FFF2-40B4-BE49-F238E27FC236}">
                <a16:creationId xmlns:a16="http://schemas.microsoft.com/office/drawing/2014/main" id="{3F40BF16-D22C-FA8D-4176-BBC2FFAE32A0}"/>
              </a:ext>
            </a:extLst>
          </p:cNvPr>
          <p:cNvCxnSpPr>
            <a:cxnSpLocks/>
            <a:stCxn id="756" idx="1"/>
          </p:cNvCxnSpPr>
          <p:nvPr/>
        </p:nvCxnSpPr>
        <p:spPr>
          <a:xfrm rot="10800000" flipV="1">
            <a:off x="3585033" y="1499467"/>
            <a:ext cx="2773246" cy="827144"/>
          </a:xfrm>
          <a:prstGeom prst="bentConnector3">
            <a:avLst>
              <a:gd name="adj1" fmla="val 27495"/>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cxnSp>
        <p:nvCxnSpPr>
          <p:cNvPr id="768" name="Google Shape;768;p63">
            <a:extLst>
              <a:ext uri="{FF2B5EF4-FFF2-40B4-BE49-F238E27FC236}">
                <a16:creationId xmlns:a16="http://schemas.microsoft.com/office/drawing/2014/main" id="{237BA635-00A0-BBFA-9DD6-1591044485E5}"/>
              </a:ext>
            </a:extLst>
          </p:cNvPr>
          <p:cNvCxnSpPr>
            <a:cxnSpLocks/>
            <a:stCxn id="12" idx="1"/>
          </p:cNvCxnSpPr>
          <p:nvPr/>
        </p:nvCxnSpPr>
        <p:spPr>
          <a:xfrm rot="10800000" flipV="1">
            <a:off x="3996053" y="2183294"/>
            <a:ext cx="2362227" cy="1127806"/>
          </a:xfrm>
          <a:prstGeom prst="bentConnector3">
            <a:avLst>
              <a:gd name="adj1" fmla="val 26959"/>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cxnSp>
        <p:nvCxnSpPr>
          <p:cNvPr id="769" name="Google Shape;769;p63">
            <a:extLst>
              <a:ext uri="{FF2B5EF4-FFF2-40B4-BE49-F238E27FC236}">
                <a16:creationId xmlns:a16="http://schemas.microsoft.com/office/drawing/2014/main" id="{2E6D73D8-936F-FA87-5B4F-582FADD7593A}"/>
              </a:ext>
            </a:extLst>
          </p:cNvPr>
          <p:cNvCxnSpPr>
            <a:cxnSpLocks/>
            <a:stCxn id="13" idx="1"/>
          </p:cNvCxnSpPr>
          <p:nvPr/>
        </p:nvCxnSpPr>
        <p:spPr>
          <a:xfrm rot="10800000" flipV="1">
            <a:off x="2785729" y="2763118"/>
            <a:ext cx="3572551" cy="939450"/>
          </a:xfrm>
          <a:prstGeom prst="bentConnector3">
            <a:avLst>
              <a:gd name="adj1" fmla="val 14451"/>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sp>
        <p:nvSpPr>
          <p:cNvPr id="12" name="Google Shape;760;p63">
            <a:extLst>
              <a:ext uri="{FF2B5EF4-FFF2-40B4-BE49-F238E27FC236}">
                <a16:creationId xmlns:a16="http://schemas.microsoft.com/office/drawing/2014/main" id="{A8BB6333-56CD-1224-D377-DB730DD60EE2}"/>
              </a:ext>
            </a:extLst>
          </p:cNvPr>
          <p:cNvSpPr txBox="1"/>
          <p:nvPr/>
        </p:nvSpPr>
        <p:spPr>
          <a:xfrm>
            <a:off x="6358279" y="1850594"/>
            <a:ext cx="2248926"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dirty="0">
                <a:solidFill>
                  <a:schemeClr val="dk1"/>
                </a:solidFill>
                <a:latin typeface="Archivo"/>
                <a:ea typeface="Archivo"/>
                <a:cs typeface="Archivo"/>
                <a:sym typeface="Archivo"/>
              </a:rPr>
              <a:t>Batterie LiPo 2S (6,6V – 8,4V)</a:t>
            </a:r>
            <a:endParaRPr dirty="0">
              <a:solidFill>
                <a:schemeClr val="dk1"/>
              </a:solidFill>
              <a:latin typeface="Archivo"/>
              <a:ea typeface="Archivo"/>
              <a:cs typeface="Archivo"/>
              <a:sym typeface="Archivo"/>
            </a:endParaRPr>
          </a:p>
        </p:txBody>
      </p:sp>
      <p:sp>
        <p:nvSpPr>
          <p:cNvPr id="13" name="Google Shape;760;p63">
            <a:extLst>
              <a:ext uri="{FF2B5EF4-FFF2-40B4-BE49-F238E27FC236}">
                <a16:creationId xmlns:a16="http://schemas.microsoft.com/office/drawing/2014/main" id="{BAF39E3A-3F78-EB9F-A47A-9929A0F1FF16}"/>
              </a:ext>
            </a:extLst>
          </p:cNvPr>
          <p:cNvSpPr txBox="1"/>
          <p:nvPr/>
        </p:nvSpPr>
        <p:spPr>
          <a:xfrm>
            <a:off x="6358279" y="2430418"/>
            <a:ext cx="2248926"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fr-FR" dirty="0">
                <a:solidFill>
                  <a:schemeClr val="dk1"/>
                </a:solidFill>
                <a:latin typeface="Archivo"/>
                <a:ea typeface="Archivo"/>
                <a:cs typeface="Archivo"/>
                <a:sym typeface="Archivo"/>
              </a:rPr>
              <a:t>Engrenages en acrylique</a:t>
            </a:r>
            <a:endParaRPr dirty="0">
              <a:solidFill>
                <a:schemeClr val="dk1"/>
              </a:solidFill>
              <a:latin typeface="Archivo"/>
              <a:ea typeface="Archivo"/>
              <a:cs typeface="Archivo"/>
              <a:sym typeface="Archivo"/>
            </a:endParaRPr>
          </a:p>
        </p:txBody>
      </p:sp>
      <p:sp>
        <p:nvSpPr>
          <p:cNvPr id="14" name="Google Shape;760;p63">
            <a:extLst>
              <a:ext uri="{FF2B5EF4-FFF2-40B4-BE49-F238E27FC236}">
                <a16:creationId xmlns:a16="http://schemas.microsoft.com/office/drawing/2014/main" id="{B8074755-288A-0537-6171-B0BCD81EA946}"/>
              </a:ext>
            </a:extLst>
          </p:cNvPr>
          <p:cNvSpPr txBox="1"/>
          <p:nvPr/>
        </p:nvSpPr>
        <p:spPr>
          <a:xfrm>
            <a:off x="6358279" y="3087577"/>
            <a:ext cx="2248926"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fr-FR" dirty="0">
                <a:solidFill>
                  <a:schemeClr val="dk1"/>
                </a:solidFill>
                <a:latin typeface="Archivo"/>
                <a:ea typeface="Archivo"/>
                <a:cs typeface="Archivo"/>
                <a:sym typeface="Archivo"/>
              </a:rPr>
              <a:t>12 aimants néodyme par roues pour l’odométrie</a:t>
            </a:r>
            <a:endParaRPr dirty="0">
              <a:solidFill>
                <a:schemeClr val="dk1"/>
              </a:solidFill>
              <a:latin typeface="Archivo"/>
              <a:ea typeface="Archivo"/>
              <a:cs typeface="Archivo"/>
              <a:sym typeface="Archivo"/>
            </a:endParaRPr>
          </a:p>
        </p:txBody>
      </p:sp>
      <p:sp>
        <p:nvSpPr>
          <p:cNvPr id="15" name="Google Shape;760;p63">
            <a:extLst>
              <a:ext uri="{FF2B5EF4-FFF2-40B4-BE49-F238E27FC236}">
                <a16:creationId xmlns:a16="http://schemas.microsoft.com/office/drawing/2014/main" id="{76874BF4-8506-A8BC-C58E-775E5DCE3DCC}"/>
              </a:ext>
            </a:extLst>
          </p:cNvPr>
          <p:cNvSpPr txBox="1"/>
          <p:nvPr/>
        </p:nvSpPr>
        <p:spPr>
          <a:xfrm>
            <a:off x="6358279" y="3858603"/>
            <a:ext cx="2248926"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fr-FR" dirty="0">
                <a:solidFill>
                  <a:schemeClr val="dk1"/>
                </a:solidFill>
                <a:latin typeface="Archivo"/>
                <a:ea typeface="Archivo"/>
                <a:cs typeface="Archivo"/>
                <a:sym typeface="Archivo"/>
              </a:rPr>
              <a:t>Elastiques pour rassembler des câbles comme pneus</a:t>
            </a:r>
            <a:endParaRPr dirty="0">
              <a:solidFill>
                <a:schemeClr val="dk1"/>
              </a:solidFill>
              <a:latin typeface="Archivo"/>
              <a:ea typeface="Archivo"/>
              <a:cs typeface="Archivo"/>
              <a:sym typeface="Archivo"/>
            </a:endParaRPr>
          </a:p>
        </p:txBody>
      </p:sp>
      <p:cxnSp>
        <p:nvCxnSpPr>
          <p:cNvPr id="28" name="Google Shape;769;p63">
            <a:extLst>
              <a:ext uri="{FF2B5EF4-FFF2-40B4-BE49-F238E27FC236}">
                <a16:creationId xmlns:a16="http://schemas.microsoft.com/office/drawing/2014/main" id="{1603C8A2-3056-D889-AFD0-8C7AEA8DE68C}"/>
              </a:ext>
            </a:extLst>
          </p:cNvPr>
          <p:cNvCxnSpPr>
            <a:cxnSpLocks/>
            <a:stCxn id="14" idx="1"/>
          </p:cNvCxnSpPr>
          <p:nvPr/>
        </p:nvCxnSpPr>
        <p:spPr>
          <a:xfrm rot="10800000" flipV="1">
            <a:off x="2408951" y="3420277"/>
            <a:ext cx="3949328" cy="438326"/>
          </a:xfrm>
          <a:prstGeom prst="bentConnector3">
            <a:avLst>
              <a:gd name="adj1" fmla="val 10125"/>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sp>
        <p:nvSpPr>
          <p:cNvPr id="39" name="Google Shape;764;p63">
            <a:extLst>
              <a:ext uri="{FF2B5EF4-FFF2-40B4-BE49-F238E27FC236}">
                <a16:creationId xmlns:a16="http://schemas.microsoft.com/office/drawing/2014/main" id="{D5058300-E490-11D0-EA97-458CD64DBEC6}"/>
              </a:ext>
            </a:extLst>
          </p:cNvPr>
          <p:cNvSpPr/>
          <p:nvPr/>
        </p:nvSpPr>
        <p:spPr>
          <a:xfrm>
            <a:off x="2260979" y="3768753"/>
            <a:ext cx="179700" cy="179700"/>
          </a:xfrm>
          <a:prstGeom prst="rect">
            <a:avLst/>
          </a:prstGeom>
          <a:solidFill>
            <a:srgbClr val="6F79E3">
              <a:alpha val="8636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41" name="Google Shape;763;p63">
            <a:extLst>
              <a:ext uri="{FF2B5EF4-FFF2-40B4-BE49-F238E27FC236}">
                <a16:creationId xmlns:a16="http://schemas.microsoft.com/office/drawing/2014/main" id="{6919A822-17A8-CB6A-B01F-009E6745108B}"/>
              </a:ext>
            </a:extLst>
          </p:cNvPr>
          <p:cNvSpPr/>
          <p:nvPr/>
        </p:nvSpPr>
        <p:spPr>
          <a:xfrm>
            <a:off x="1125187" y="2747197"/>
            <a:ext cx="179700" cy="179700"/>
          </a:xfrm>
          <a:prstGeom prst="rect">
            <a:avLst/>
          </a:prstGeom>
          <a:solidFill>
            <a:srgbClr val="C1C1C1">
              <a:alpha val="8545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cxnSp>
        <p:nvCxnSpPr>
          <p:cNvPr id="42" name="Google Shape;769;p63">
            <a:extLst>
              <a:ext uri="{FF2B5EF4-FFF2-40B4-BE49-F238E27FC236}">
                <a16:creationId xmlns:a16="http://schemas.microsoft.com/office/drawing/2014/main" id="{CC349DD5-7501-541D-2535-187AD2B7BE03}"/>
              </a:ext>
            </a:extLst>
          </p:cNvPr>
          <p:cNvCxnSpPr>
            <a:cxnSpLocks/>
            <a:stCxn id="15" idx="1"/>
            <a:endCxn id="41" idx="2"/>
          </p:cNvCxnSpPr>
          <p:nvPr/>
        </p:nvCxnSpPr>
        <p:spPr>
          <a:xfrm rot="10800000">
            <a:off x="1215037" y="2926897"/>
            <a:ext cx="5143242" cy="1264406"/>
          </a:xfrm>
          <a:prstGeom prst="bentConnector2">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1745937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748">
          <a:extLst>
            <a:ext uri="{FF2B5EF4-FFF2-40B4-BE49-F238E27FC236}">
              <a16:creationId xmlns:a16="http://schemas.microsoft.com/office/drawing/2014/main" id="{885F7C53-9DBC-DDDB-F3D3-3E5CB89256DA}"/>
            </a:ext>
          </a:extLst>
        </p:cNvPr>
        <p:cNvGrpSpPr/>
        <p:nvPr/>
      </p:nvGrpSpPr>
      <p:grpSpPr>
        <a:xfrm>
          <a:off x="0" y="0"/>
          <a:ext cx="0" cy="0"/>
          <a:chOff x="0" y="0"/>
          <a:chExt cx="0" cy="0"/>
        </a:xfrm>
      </p:grpSpPr>
      <p:sp>
        <p:nvSpPr>
          <p:cNvPr id="749" name="Google Shape;749;p63">
            <a:extLst>
              <a:ext uri="{FF2B5EF4-FFF2-40B4-BE49-F238E27FC236}">
                <a16:creationId xmlns:a16="http://schemas.microsoft.com/office/drawing/2014/main" id="{757EDFD5-8C18-19A1-616C-AF7DDE64E238}"/>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LE MONTAGE - CAPTEURS</a:t>
            </a:r>
            <a:endParaRPr dirty="0"/>
          </a:p>
        </p:txBody>
      </p:sp>
      <p:pic>
        <p:nvPicPr>
          <p:cNvPr id="5" name="Picture 4">
            <a:extLst>
              <a:ext uri="{FF2B5EF4-FFF2-40B4-BE49-F238E27FC236}">
                <a16:creationId xmlns:a16="http://schemas.microsoft.com/office/drawing/2014/main" id="{4A1741F6-8302-6518-819B-CA452B605C68}"/>
              </a:ext>
            </a:extLst>
          </p:cNvPr>
          <p:cNvPicPr>
            <a:picLocks noChangeAspect="1"/>
          </p:cNvPicPr>
          <p:nvPr/>
        </p:nvPicPr>
        <p:blipFill>
          <a:blip r:embed="rId3"/>
          <a:stretch>
            <a:fillRect/>
          </a:stretch>
        </p:blipFill>
        <p:spPr>
          <a:xfrm>
            <a:off x="536795" y="1386736"/>
            <a:ext cx="4160941" cy="2788204"/>
          </a:xfrm>
          <a:prstGeom prst="rect">
            <a:avLst/>
          </a:prstGeom>
        </p:spPr>
      </p:pic>
      <p:sp>
        <p:nvSpPr>
          <p:cNvPr id="758" name="Google Shape;758;p63">
            <a:extLst>
              <a:ext uri="{FF2B5EF4-FFF2-40B4-BE49-F238E27FC236}">
                <a16:creationId xmlns:a16="http://schemas.microsoft.com/office/drawing/2014/main" id="{4CFD8DF7-F1CB-5E80-F64B-F2894BA5C446}"/>
              </a:ext>
            </a:extLst>
          </p:cNvPr>
          <p:cNvSpPr txBox="1"/>
          <p:nvPr/>
        </p:nvSpPr>
        <p:spPr>
          <a:xfrm>
            <a:off x="6358278" y="1818255"/>
            <a:ext cx="2248925"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dirty="0">
                <a:solidFill>
                  <a:schemeClr val="dk1"/>
                </a:solidFill>
                <a:latin typeface="Archivo"/>
                <a:ea typeface="Archivo"/>
                <a:cs typeface="Archivo"/>
                <a:sym typeface="Archivo"/>
              </a:rPr>
              <a:t>Capteurs à effet Hall pour l‘odométrie</a:t>
            </a:r>
            <a:endParaRPr dirty="0">
              <a:solidFill>
                <a:schemeClr val="dk1"/>
              </a:solidFill>
              <a:latin typeface="Archivo"/>
              <a:ea typeface="Archivo"/>
              <a:cs typeface="Archivo"/>
              <a:sym typeface="Archivo"/>
            </a:endParaRPr>
          </a:p>
        </p:txBody>
      </p:sp>
      <p:sp>
        <p:nvSpPr>
          <p:cNvPr id="760" name="Google Shape;760;p63">
            <a:extLst>
              <a:ext uri="{FF2B5EF4-FFF2-40B4-BE49-F238E27FC236}">
                <a16:creationId xmlns:a16="http://schemas.microsoft.com/office/drawing/2014/main" id="{2A024C2B-6D56-AC47-1FE3-66204B368921}"/>
              </a:ext>
            </a:extLst>
          </p:cNvPr>
          <p:cNvSpPr txBox="1"/>
          <p:nvPr/>
        </p:nvSpPr>
        <p:spPr>
          <a:xfrm>
            <a:off x="6358279" y="2415542"/>
            <a:ext cx="2248926"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dirty="0">
                <a:solidFill>
                  <a:schemeClr val="dk1"/>
                </a:solidFill>
                <a:latin typeface="Archivo"/>
                <a:ea typeface="Archivo"/>
                <a:cs typeface="Archivo"/>
                <a:sym typeface="Archivo"/>
              </a:rPr>
              <a:t>Capteur de distance ToF VL53L1X (max 4m)</a:t>
            </a:r>
            <a:endParaRPr dirty="0">
              <a:solidFill>
                <a:schemeClr val="dk1"/>
              </a:solidFill>
              <a:latin typeface="Archivo"/>
              <a:ea typeface="Archivo"/>
              <a:cs typeface="Archivo"/>
              <a:sym typeface="Archivo"/>
            </a:endParaRPr>
          </a:p>
        </p:txBody>
      </p:sp>
      <p:sp>
        <p:nvSpPr>
          <p:cNvPr id="763" name="Google Shape;763;p63">
            <a:extLst>
              <a:ext uri="{FF2B5EF4-FFF2-40B4-BE49-F238E27FC236}">
                <a16:creationId xmlns:a16="http://schemas.microsoft.com/office/drawing/2014/main" id="{86168C70-F263-B04C-B205-61CFB25DB530}"/>
              </a:ext>
            </a:extLst>
          </p:cNvPr>
          <p:cNvSpPr/>
          <p:nvPr/>
        </p:nvSpPr>
        <p:spPr>
          <a:xfrm>
            <a:off x="4206380" y="2381862"/>
            <a:ext cx="179700" cy="179700"/>
          </a:xfrm>
          <a:prstGeom prst="rect">
            <a:avLst/>
          </a:prstGeom>
          <a:solidFill>
            <a:srgbClr val="C1C1C1">
              <a:alpha val="8545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4" name="Google Shape;764;p63">
            <a:extLst>
              <a:ext uri="{FF2B5EF4-FFF2-40B4-BE49-F238E27FC236}">
                <a16:creationId xmlns:a16="http://schemas.microsoft.com/office/drawing/2014/main" id="{E53AC6A0-094C-E30E-ADD7-140F9DE05B92}"/>
              </a:ext>
            </a:extLst>
          </p:cNvPr>
          <p:cNvSpPr/>
          <p:nvPr/>
        </p:nvSpPr>
        <p:spPr>
          <a:xfrm>
            <a:off x="3769916" y="2795286"/>
            <a:ext cx="179700" cy="179700"/>
          </a:xfrm>
          <a:prstGeom prst="rect">
            <a:avLst/>
          </a:prstGeom>
          <a:solidFill>
            <a:srgbClr val="6F79E3">
              <a:alpha val="8636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5" name="Google Shape;765;p63">
            <a:extLst>
              <a:ext uri="{FF2B5EF4-FFF2-40B4-BE49-F238E27FC236}">
                <a16:creationId xmlns:a16="http://schemas.microsoft.com/office/drawing/2014/main" id="{38A7E8C9-E39A-33E9-C38F-AF1F910869B1}"/>
              </a:ext>
            </a:extLst>
          </p:cNvPr>
          <p:cNvSpPr/>
          <p:nvPr/>
        </p:nvSpPr>
        <p:spPr>
          <a:xfrm>
            <a:off x="3029100" y="2930573"/>
            <a:ext cx="179700" cy="179700"/>
          </a:xfrm>
          <a:prstGeom prst="rect">
            <a:avLst/>
          </a:prstGeom>
          <a:solidFill>
            <a:srgbClr val="130994">
              <a:alpha val="8682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cxnSp>
        <p:nvCxnSpPr>
          <p:cNvPr id="767" name="Google Shape;767;p63">
            <a:extLst>
              <a:ext uri="{FF2B5EF4-FFF2-40B4-BE49-F238E27FC236}">
                <a16:creationId xmlns:a16="http://schemas.microsoft.com/office/drawing/2014/main" id="{800B2757-60CD-D9B0-347F-7F077DF18DCC}"/>
              </a:ext>
            </a:extLst>
          </p:cNvPr>
          <p:cNvCxnSpPr>
            <a:cxnSpLocks/>
            <a:stCxn id="758" idx="1"/>
            <a:endCxn id="763" idx="3"/>
          </p:cNvCxnSpPr>
          <p:nvPr/>
        </p:nvCxnSpPr>
        <p:spPr>
          <a:xfrm rot="10800000" flipV="1">
            <a:off x="4386080" y="2150954"/>
            <a:ext cx="1972198" cy="320757"/>
          </a:xfrm>
          <a:prstGeom prst="bentConnector3">
            <a:avLst>
              <a:gd name="adj1" fmla="val 50000"/>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cxnSp>
        <p:nvCxnSpPr>
          <p:cNvPr id="768" name="Google Shape;768;p63">
            <a:extLst>
              <a:ext uri="{FF2B5EF4-FFF2-40B4-BE49-F238E27FC236}">
                <a16:creationId xmlns:a16="http://schemas.microsoft.com/office/drawing/2014/main" id="{400987A3-42ED-CC54-E91D-497A320A8B0D}"/>
              </a:ext>
            </a:extLst>
          </p:cNvPr>
          <p:cNvCxnSpPr>
            <a:cxnSpLocks/>
            <a:stCxn id="760" idx="1"/>
            <a:endCxn id="764" idx="3"/>
          </p:cNvCxnSpPr>
          <p:nvPr/>
        </p:nvCxnSpPr>
        <p:spPr>
          <a:xfrm rot="10800000" flipV="1">
            <a:off x="3949617" y="2748242"/>
            <a:ext cx="2408663" cy="136894"/>
          </a:xfrm>
          <a:prstGeom prst="bentConnector3">
            <a:avLst>
              <a:gd name="adj1" fmla="val 50000"/>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cxnSp>
        <p:nvCxnSpPr>
          <p:cNvPr id="769" name="Google Shape;769;p63">
            <a:extLst>
              <a:ext uri="{FF2B5EF4-FFF2-40B4-BE49-F238E27FC236}">
                <a16:creationId xmlns:a16="http://schemas.microsoft.com/office/drawing/2014/main" id="{F6FA2A15-25B2-EA5E-AE11-90800F521E41}"/>
              </a:ext>
            </a:extLst>
          </p:cNvPr>
          <p:cNvCxnSpPr>
            <a:cxnSpLocks/>
            <a:stCxn id="11" idx="1"/>
            <a:endCxn id="765" idx="3"/>
          </p:cNvCxnSpPr>
          <p:nvPr/>
        </p:nvCxnSpPr>
        <p:spPr>
          <a:xfrm rot="10800000">
            <a:off x="3208800" y="3020424"/>
            <a:ext cx="3149478" cy="379307"/>
          </a:xfrm>
          <a:prstGeom prst="bentConnector3">
            <a:avLst>
              <a:gd name="adj1" fmla="val 43779"/>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sp>
        <p:nvSpPr>
          <p:cNvPr id="11" name="Google Shape;760;p63">
            <a:extLst>
              <a:ext uri="{FF2B5EF4-FFF2-40B4-BE49-F238E27FC236}">
                <a16:creationId xmlns:a16="http://schemas.microsoft.com/office/drawing/2014/main" id="{D25FE9C0-2A23-240D-6098-B5729DB12538}"/>
              </a:ext>
            </a:extLst>
          </p:cNvPr>
          <p:cNvSpPr txBox="1"/>
          <p:nvPr/>
        </p:nvSpPr>
        <p:spPr>
          <a:xfrm>
            <a:off x="6358278" y="3067030"/>
            <a:ext cx="2248926"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dirty="0">
                <a:solidFill>
                  <a:schemeClr val="dk1"/>
                </a:solidFill>
                <a:latin typeface="Archivo"/>
                <a:ea typeface="Archivo"/>
                <a:cs typeface="Archivo"/>
                <a:sym typeface="Archivo"/>
              </a:rPr>
              <a:t>MPU (accéléromètre, gyro, magnétomètre)</a:t>
            </a:r>
            <a:endParaRPr dirty="0">
              <a:solidFill>
                <a:schemeClr val="dk1"/>
              </a:solidFill>
              <a:latin typeface="Archivo"/>
              <a:ea typeface="Archivo"/>
              <a:cs typeface="Archivo"/>
              <a:sym typeface="Archivo"/>
            </a:endParaRPr>
          </a:p>
        </p:txBody>
      </p:sp>
    </p:spTree>
    <p:extLst>
      <p:ext uri="{BB962C8B-B14F-4D97-AF65-F5344CB8AC3E}">
        <p14:creationId xmlns:p14="http://schemas.microsoft.com/office/powerpoint/2010/main" val="42457916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748">
          <a:extLst>
            <a:ext uri="{FF2B5EF4-FFF2-40B4-BE49-F238E27FC236}">
              <a16:creationId xmlns:a16="http://schemas.microsoft.com/office/drawing/2014/main" id="{269B71E0-336B-CBD3-5133-C933709FC65B}"/>
            </a:ext>
          </a:extLst>
        </p:cNvPr>
        <p:cNvGrpSpPr/>
        <p:nvPr/>
      </p:nvGrpSpPr>
      <p:grpSpPr>
        <a:xfrm>
          <a:off x="0" y="0"/>
          <a:ext cx="0" cy="0"/>
          <a:chOff x="0" y="0"/>
          <a:chExt cx="0" cy="0"/>
        </a:xfrm>
      </p:grpSpPr>
      <p:pic>
        <p:nvPicPr>
          <p:cNvPr id="34" name="Picture 33">
            <a:extLst>
              <a:ext uri="{FF2B5EF4-FFF2-40B4-BE49-F238E27FC236}">
                <a16:creationId xmlns:a16="http://schemas.microsoft.com/office/drawing/2014/main" id="{41E672F6-3270-A6CF-520D-40A7FC6D2015}"/>
              </a:ext>
            </a:extLst>
          </p:cNvPr>
          <p:cNvPicPr>
            <a:picLocks noChangeAspect="1"/>
          </p:cNvPicPr>
          <p:nvPr/>
        </p:nvPicPr>
        <p:blipFill>
          <a:blip r:embed="rId3"/>
          <a:stretch>
            <a:fillRect/>
          </a:stretch>
        </p:blipFill>
        <p:spPr>
          <a:xfrm>
            <a:off x="535688" y="854339"/>
            <a:ext cx="4580598" cy="3289276"/>
          </a:xfrm>
          <a:prstGeom prst="rect">
            <a:avLst/>
          </a:prstGeom>
        </p:spPr>
      </p:pic>
      <p:sp>
        <p:nvSpPr>
          <p:cNvPr id="749" name="Google Shape;749;p63">
            <a:extLst>
              <a:ext uri="{FF2B5EF4-FFF2-40B4-BE49-F238E27FC236}">
                <a16:creationId xmlns:a16="http://schemas.microsoft.com/office/drawing/2014/main" id="{2CF6BD12-5D2F-FE0D-28D6-46707E60D698}"/>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LE MONTAGE – VUE DE DERRIÈRE</a:t>
            </a:r>
            <a:endParaRPr dirty="0"/>
          </a:p>
        </p:txBody>
      </p:sp>
      <p:sp>
        <p:nvSpPr>
          <p:cNvPr id="756" name="Google Shape;756;p63">
            <a:extLst>
              <a:ext uri="{FF2B5EF4-FFF2-40B4-BE49-F238E27FC236}">
                <a16:creationId xmlns:a16="http://schemas.microsoft.com/office/drawing/2014/main" id="{DCB31CAA-9402-0368-C97E-765D1C8AD6E2}"/>
              </a:ext>
            </a:extLst>
          </p:cNvPr>
          <p:cNvSpPr txBox="1"/>
          <p:nvPr/>
        </p:nvSpPr>
        <p:spPr>
          <a:xfrm>
            <a:off x="6445365" y="1443376"/>
            <a:ext cx="2248924"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dirty="0">
                <a:solidFill>
                  <a:schemeClr val="dk1"/>
                </a:solidFill>
                <a:latin typeface="Archivo"/>
                <a:ea typeface="Archivo"/>
                <a:cs typeface="Archivo"/>
                <a:sym typeface="Archivo"/>
              </a:rPr>
              <a:t>PCB fait moi-même et commandé sur JLCPCB</a:t>
            </a:r>
          </a:p>
        </p:txBody>
      </p:sp>
      <p:sp>
        <p:nvSpPr>
          <p:cNvPr id="763" name="Google Shape;763;p63">
            <a:extLst>
              <a:ext uri="{FF2B5EF4-FFF2-40B4-BE49-F238E27FC236}">
                <a16:creationId xmlns:a16="http://schemas.microsoft.com/office/drawing/2014/main" id="{DB342D69-3344-88C7-1C20-DA8D38B9D00D}"/>
              </a:ext>
            </a:extLst>
          </p:cNvPr>
          <p:cNvSpPr/>
          <p:nvPr/>
        </p:nvSpPr>
        <p:spPr>
          <a:xfrm>
            <a:off x="1911017" y="2621664"/>
            <a:ext cx="179700" cy="179700"/>
          </a:xfrm>
          <a:prstGeom prst="rect">
            <a:avLst/>
          </a:prstGeom>
          <a:solidFill>
            <a:srgbClr val="C1C1C1">
              <a:alpha val="8545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4" name="Google Shape;764;p63">
            <a:extLst>
              <a:ext uri="{FF2B5EF4-FFF2-40B4-BE49-F238E27FC236}">
                <a16:creationId xmlns:a16="http://schemas.microsoft.com/office/drawing/2014/main" id="{A4AAF9B4-5B6B-8501-6555-FCC56232F4A3}"/>
              </a:ext>
            </a:extLst>
          </p:cNvPr>
          <p:cNvSpPr/>
          <p:nvPr/>
        </p:nvSpPr>
        <p:spPr>
          <a:xfrm>
            <a:off x="1518102" y="2657347"/>
            <a:ext cx="179700" cy="179700"/>
          </a:xfrm>
          <a:prstGeom prst="rect">
            <a:avLst/>
          </a:prstGeom>
          <a:solidFill>
            <a:srgbClr val="6F79E3">
              <a:alpha val="8636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cxnSp>
        <p:nvCxnSpPr>
          <p:cNvPr id="767" name="Google Shape;767;p63">
            <a:extLst>
              <a:ext uri="{FF2B5EF4-FFF2-40B4-BE49-F238E27FC236}">
                <a16:creationId xmlns:a16="http://schemas.microsoft.com/office/drawing/2014/main" id="{CFDE0DF7-A288-C9F6-F508-30F8C7C3648B}"/>
              </a:ext>
            </a:extLst>
          </p:cNvPr>
          <p:cNvCxnSpPr>
            <a:cxnSpLocks/>
            <a:stCxn id="756" idx="1"/>
            <a:endCxn id="763" idx="3"/>
          </p:cNvCxnSpPr>
          <p:nvPr/>
        </p:nvCxnSpPr>
        <p:spPr>
          <a:xfrm rot="10800000" flipV="1">
            <a:off x="2090717" y="1776076"/>
            <a:ext cx="4354648" cy="935438"/>
          </a:xfrm>
          <a:prstGeom prst="bentConnector3">
            <a:avLst>
              <a:gd name="adj1" fmla="val 27335"/>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cxnSp>
        <p:nvCxnSpPr>
          <p:cNvPr id="768" name="Google Shape;768;p63">
            <a:extLst>
              <a:ext uri="{FF2B5EF4-FFF2-40B4-BE49-F238E27FC236}">
                <a16:creationId xmlns:a16="http://schemas.microsoft.com/office/drawing/2014/main" id="{4DD763CB-4341-9ADF-336F-EABBA3BE1164}"/>
              </a:ext>
            </a:extLst>
          </p:cNvPr>
          <p:cNvCxnSpPr>
            <a:cxnSpLocks/>
            <a:stCxn id="12" idx="1"/>
            <a:endCxn id="764" idx="2"/>
          </p:cNvCxnSpPr>
          <p:nvPr/>
        </p:nvCxnSpPr>
        <p:spPr>
          <a:xfrm rot="10800000" flipV="1">
            <a:off x="1607953" y="2459903"/>
            <a:ext cx="4837413" cy="377144"/>
          </a:xfrm>
          <a:prstGeom prst="bentConnector4">
            <a:avLst>
              <a:gd name="adj1" fmla="val 20567"/>
              <a:gd name="adj2" fmla="val 124052"/>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cxnSp>
        <p:nvCxnSpPr>
          <p:cNvPr id="769" name="Google Shape;769;p63">
            <a:extLst>
              <a:ext uri="{FF2B5EF4-FFF2-40B4-BE49-F238E27FC236}">
                <a16:creationId xmlns:a16="http://schemas.microsoft.com/office/drawing/2014/main" id="{D8F5D6F8-A580-E394-599C-A149FD4FE613}"/>
              </a:ext>
            </a:extLst>
          </p:cNvPr>
          <p:cNvCxnSpPr>
            <a:cxnSpLocks/>
          </p:cNvCxnSpPr>
          <p:nvPr/>
        </p:nvCxnSpPr>
        <p:spPr>
          <a:xfrm rot="10800000">
            <a:off x="1324171" y="2801364"/>
            <a:ext cx="5121194" cy="253373"/>
          </a:xfrm>
          <a:prstGeom prst="bentConnector2">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sp>
        <p:nvSpPr>
          <p:cNvPr id="12" name="Google Shape;760;p63">
            <a:extLst>
              <a:ext uri="{FF2B5EF4-FFF2-40B4-BE49-F238E27FC236}">
                <a16:creationId xmlns:a16="http://schemas.microsoft.com/office/drawing/2014/main" id="{16B6AE0B-9D97-D214-2F4F-B61530EA6F62}"/>
              </a:ext>
            </a:extLst>
          </p:cNvPr>
          <p:cNvSpPr txBox="1"/>
          <p:nvPr/>
        </p:nvSpPr>
        <p:spPr>
          <a:xfrm>
            <a:off x="6445365" y="2127203"/>
            <a:ext cx="2248926"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dirty="0">
                <a:solidFill>
                  <a:schemeClr val="dk1"/>
                </a:solidFill>
                <a:latin typeface="Archivo"/>
                <a:ea typeface="Archivo"/>
                <a:cs typeface="Archivo"/>
                <a:sym typeface="Archivo"/>
              </a:rPr>
              <a:t>Bouton de démarrage sécurisé</a:t>
            </a:r>
            <a:endParaRPr dirty="0">
              <a:solidFill>
                <a:schemeClr val="dk1"/>
              </a:solidFill>
              <a:latin typeface="Archivo"/>
              <a:ea typeface="Archivo"/>
              <a:cs typeface="Archivo"/>
              <a:sym typeface="Archivo"/>
            </a:endParaRPr>
          </a:p>
        </p:txBody>
      </p:sp>
      <p:sp>
        <p:nvSpPr>
          <p:cNvPr id="13" name="Google Shape;760;p63">
            <a:extLst>
              <a:ext uri="{FF2B5EF4-FFF2-40B4-BE49-F238E27FC236}">
                <a16:creationId xmlns:a16="http://schemas.microsoft.com/office/drawing/2014/main" id="{F4A320B8-9DA4-792C-046B-B6E16FFA67EA}"/>
              </a:ext>
            </a:extLst>
          </p:cNvPr>
          <p:cNvSpPr txBox="1"/>
          <p:nvPr/>
        </p:nvSpPr>
        <p:spPr>
          <a:xfrm>
            <a:off x="6445365" y="2707027"/>
            <a:ext cx="2248926"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fr-FR" dirty="0">
                <a:solidFill>
                  <a:schemeClr val="dk1"/>
                </a:solidFill>
                <a:latin typeface="Archivo"/>
                <a:ea typeface="Archivo"/>
                <a:cs typeface="Archivo"/>
                <a:sym typeface="Archivo"/>
              </a:rPr>
              <a:t>Buzzer</a:t>
            </a:r>
            <a:endParaRPr dirty="0">
              <a:solidFill>
                <a:schemeClr val="dk1"/>
              </a:solidFill>
              <a:latin typeface="Archivo"/>
              <a:ea typeface="Archivo"/>
              <a:cs typeface="Archivo"/>
              <a:sym typeface="Archivo"/>
            </a:endParaRPr>
          </a:p>
        </p:txBody>
      </p:sp>
      <p:sp>
        <p:nvSpPr>
          <p:cNvPr id="14" name="Google Shape;760;p63">
            <a:extLst>
              <a:ext uri="{FF2B5EF4-FFF2-40B4-BE49-F238E27FC236}">
                <a16:creationId xmlns:a16="http://schemas.microsoft.com/office/drawing/2014/main" id="{01690CCD-A842-3CDB-1E68-AC1C10A9A779}"/>
              </a:ext>
            </a:extLst>
          </p:cNvPr>
          <p:cNvSpPr txBox="1"/>
          <p:nvPr/>
        </p:nvSpPr>
        <p:spPr>
          <a:xfrm>
            <a:off x="6445365" y="3147882"/>
            <a:ext cx="2248926"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fr-FR" dirty="0">
                <a:solidFill>
                  <a:schemeClr val="dk1"/>
                </a:solidFill>
                <a:latin typeface="Archivo"/>
                <a:ea typeface="Archivo"/>
                <a:cs typeface="Archivo"/>
                <a:sym typeface="Archivo"/>
              </a:rPr>
              <a:t>Moteurs pouvant faire aller le robot à 17 km/h</a:t>
            </a:r>
            <a:endParaRPr dirty="0">
              <a:solidFill>
                <a:schemeClr val="dk1"/>
              </a:solidFill>
              <a:latin typeface="Archivo"/>
              <a:ea typeface="Archivo"/>
              <a:cs typeface="Archivo"/>
              <a:sym typeface="Archivo"/>
            </a:endParaRPr>
          </a:p>
        </p:txBody>
      </p:sp>
      <p:cxnSp>
        <p:nvCxnSpPr>
          <p:cNvPr id="28" name="Google Shape;769;p63">
            <a:extLst>
              <a:ext uri="{FF2B5EF4-FFF2-40B4-BE49-F238E27FC236}">
                <a16:creationId xmlns:a16="http://schemas.microsoft.com/office/drawing/2014/main" id="{155D0365-050A-8DD2-CA3F-2B4DCF03E6A7}"/>
              </a:ext>
            </a:extLst>
          </p:cNvPr>
          <p:cNvCxnSpPr>
            <a:cxnSpLocks/>
            <a:stCxn id="14" idx="1"/>
            <a:endCxn id="39" idx="3"/>
          </p:cNvCxnSpPr>
          <p:nvPr/>
        </p:nvCxnSpPr>
        <p:spPr>
          <a:xfrm rot="10800000" flipV="1">
            <a:off x="1867249" y="3480582"/>
            <a:ext cx="4578116" cy="126454"/>
          </a:xfrm>
          <a:prstGeom prst="bentConnector3">
            <a:avLst>
              <a:gd name="adj1" fmla="val 50000"/>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sp>
        <p:nvSpPr>
          <p:cNvPr id="39" name="Google Shape;764;p63">
            <a:extLst>
              <a:ext uri="{FF2B5EF4-FFF2-40B4-BE49-F238E27FC236}">
                <a16:creationId xmlns:a16="http://schemas.microsoft.com/office/drawing/2014/main" id="{917D5B8D-6DFF-25FF-15DF-639CB2A52D5D}"/>
              </a:ext>
            </a:extLst>
          </p:cNvPr>
          <p:cNvSpPr/>
          <p:nvPr/>
        </p:nvSpPr>
        <p:spPr>
          <a:xfrm>
            <a:off x="1687549" y="3517186"/>
            <a:ext cx="179700" cy="179700"/>
          </a:xfrm>
          <a:prstGeom prst="rect">
            <a:avLst/>
          </a:prstGeom>
          <a:solidFill>
            <a:srgbClr val="6F79E3">
              <a:alpha val="8636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 name="Google Shape;763;p63">
            <a:extLst>
              <a:ext uri="{FF2B5EF4-FFF2-40B4-BE49-F238E27FC236}">
                <a16:creationId xmlns:a16="http://schemas.microsoft.com/office/drawing/2014/main" id="{2E4C60BB-F96D-4DF0-0F19-348C2E37BE0B}"/>
              </a:ext>
            </a:extLst>
          </p:cNvPr>
          <p:cNvSpPr/>
          <p:nvPr/>
        </p:nvSpPr>
        <p:spPr>
          <a:xfrm>
            <a:off x="1234321" y="2606654"/>
            <a:ext cx="179700" cy="179700"/>
          </a:xfrm>
          <a:prstGeom prst="rect">
            <a:avLst/>
          </a:prstGeom>
          <a:solidFill>
            <a:srgbClr val="C1C1C1">
              <a:alpha val="8545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Tree>
    <p:extLst>
      <p:ext uri="{BB962C8B-B14F-4D97-AF65-F5344CB8AC3E}">
        <p14:creationId xmlns:p14="http://schemas.microsoft.com/office/powerpoint/2010/main" val="34037939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48">
          <a:extLst>
            <a:ext uri="{FF2B5EF4-FFF2-40B4-BE49-F238E27FC236}">
              <a16:creationId xmlns:a16="http://schemas.microsoft.com/office/drawing/2014/main" id="{22DBFF5C-F048-B6AD-5D63-8B754251596D}"/>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C5550C15-5F7F-85A3-79BD-2097E3D526D5}"/>
              </a:ext>
            </a:extLst>
          </p:cNvPr>
          <p:cNvPicPr>
            <a:picLocks noChangeAspect="1"/>
          </p:cNvPicPr>
          <p:nvPr/>
        </p:nvPicPr>
        <p:blipFill>
          <a:blip r:embed="rId3"/>
          <a:stretch>
            <a:fillRect/>
          </a:stretch>
        </p:blipFill>
        <p:spPr>
          <a:xfrm>
            <a:off x="3392556" y="1893036"/>
            <a:ext cx="5504070" cy="2703664"/>
          </a:xfrm>
          <a:prstGeom prst="roundRect">
            <a:avLst>
              <a:gd name="adj" fmla="val 7681"/>
            </a:avLst>
          </a:prstGeom>
        </p:spPr>
      </p:pic>
      <p:sp>
        <p:nvSpPr>
          <p:cNvPr id="749" name="Google Shape;749;p63">
            <a:extLst>
              <a:ext uri="{FF2B5EF4-FFF2-40B4-BE49-F238E27FC236}">
                <a16:creationId xmlns:a16="http://schemas.microsoft.com/office/drawing/2014/main" id="{9182F324-B7C1-0161-981A-D4CA8096C813}"/>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LE MONTAGE – PCB Custom</a:t>
            </a:r>
            <a:endParaRPr dirty="0"/>
          </a:p>
        </p:txBody>
      </p:sp>
      <p:pic>
        <p:nvPicPr>
          <p:cNvPr id="6" name="Picture 5">
            <a:extLst>
              <a:ext uri="{FF2B5EF4-FFF2-40B4-BE49-F238E27FC236}">
                <a16:creationId xmlns:a16="http://schemas.microsoft.com/office/drawing/2014/main" id="{634490A4-CC90-4221-842A-66ADB16D56AF}"/>
              </a:ext>
            </a:extLst>
          </p:cNvPr>
          <p:cNvPicPr>
            <a:picLocks noChangeAspect="1"/>
          </p:cNvPicPr>
          <p:nvPr/>
        </p:nvPicPr>
        <p:blipFill>
          <a:blip r:embed="rId4"/>
          <a:stretch>
            <a:fillRect/>
          </a:stretch>
        </p:blipFill>
        <p:spPr>
          <a:xfrm>
            <a:off x="481496" y="1093850"/>
            <a:ext cx="5327374" cy="2272828"/>
          </a:xfrm>
          <a:prstGeom prst="roundRect">
            <a:avLst>
              <a:gd name="adj" fmla="val 13946"/>
            </a:avLst>
          </a:prstGeom>
        </p:spPr>
      </p:pic>
      <p:pic>
        <p:nvPicPr>
          <p:cNvPr id="11" name="Picture 10">
            <a:extLst>
              <a:ext uri="{FF2B5EF4-FFF2-40B4-BE49-F238E27FC236}">
                <a16:creationId xmlns:a16="http://schemas.microsoft.com/office/drawing/2014/main" id="{C57B169B-3869-EB7F-AAFA-8AC67173E18E}"/>
              </a:ext>
            </a:extLst>
          </p:cNvPr>
          <p:cNvPicPr>
            <a:picLocks noChangeAspect="1"/>
          </p:cNvPicPr>
          <p:nvPr/>
        </p:nvPicPr>
        <p:blipFill>
          <a:blip r:embed="rId5"/>
          <a:stretch>
            <a:fillRect/>
          </a:stretch>
        </p:blipFill>
        <p:spPr>
          <a:xfrm>
            <a:off x="977463" y="3473359"/>
            <a:ext cx="2096518" cy="1016660"/>
          </a:xfrm>
          <a:prstGeom prst="roundRect">
            <a:avLst/>
          </a:prstGeom>
        </p:spPr>
      </p:pic>
      <p:pic>
        <p:nvPicPr>
          <p:cNvPr id="16" name="Picture 15">
            <a:extLst>
              <a:ext uri="{FF2B5EF4-FFF2-40B4-BE49-F238E27FC236}">
                <a16:creationId xmlns:a16="http://schemas.microsoft.com/office/drawing/2014/main" id="{25245F4D-C6FD-4BDE-FC0D-C807F6791770}"/>
              </a:ext>
            </a:extLst>
          </p:cNvPr>
          <p:cNvPicPr>
            <a:picLocks noChangeAspect="1"/>
          </p:cNvPicPr>
          <p:nvPr/>
        </p:nvPicPr>
        <p:blipFill>
          <a:blip r:embed="rId6"/>
          <a:stretch>
            <a:fillRect/>
          </a:stretch>
        </p:blipFill>
        <p:spPr>
          <a:xfrm>
            <a:off x="6215338" y="777461"/>
            <a:ext cx="2067072" cy="976748"/>
          </a:xfrm>
          <a:prstGeom prst="roundRect">
            <a:avLst/>
          </a:prstGeom>
        </p:spPr>
      </p:pic>
    </p:spTree>
    <p:extLst>
      <p:ext uri="{BB962C8B-B14F-4D97-AF65-F5344CB8AC3E}">
        <p14:creationId xmlns:p14="http://schemas.microsoft.com/office/powerpoint/2010/main" val="12446491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09">
          <a:extLst>
            <a:ext uri="{FF2B5EF4-FFF2-40B4-BE49-F238E27FC236}">
              <a16:creationId xmlns:a16="http://schemas.microsoft.com/office/drawing/2014/main" id="{D8BAF2EA-195E-3659-368B-1548CDC8935A}"/>
            </a:ext>
          </a:extLst>
        </p:cNvPr>
        <p:cNvGrpSpPr/>
        <p:nvPr/>
      </p:nvGrpSpPr>
      <p:grpSpPr>
        <a:xfrm>
          <a:off x="0" y="0"/>
          <a:ext cx="0" cy="0"/>
          <a:chOff x="0" y="0"/>
          <a:chExt cx="0" cy="0"/>
        </a:xfrm>
      </p:grpSpPr>
      <p:sp>
        <p:nvSpPr>
          <p:cNvPr id="810" name="Google Shape;810;p67">
            <a:extLst>
              <a:ext uri="{FF2B5EF4-FFF2-40B4-BE49-F238E27FC236}">
                <a16:creationId xmlns:a16="http://schemas.microsoft.com/office/drawing/2014/main" id="{494F5C1A-C64D-200B-75A3-A371B5AA4350}"/>
              </a:ext>
            </a:extLst>
          </p:cNvPr>
          <p:cNvSpPr txBox="1">
            <a:spLocks noGrp="1"/>
          </p:cNvSpPr>
          <p:nvPr>
            <p:ph type="title"/>
          </p:nvPr>
        </p:nvSpPr>
        <p:spPr>
          <a:xfrm>
            <a:off x="2960400" y="1867508"/>
            <a:ext cx="4833771" cy="152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Technologies utilisées</a:t>
            </a:r>
            <a:endParaRPr dirty="0"/>
          </a:p>
        </p:txBody>
      </p:sp>
      <p:sp>
        <p:nvSpPr>
          <p:cNvPr id="811" name="Google Shape;811;p67">
            <a:extLst>
              <a:ext uri="{FF2B5EF4-FFF2-40B4-BE49-F238E27FC236}">
                <a16:creationId xmlns:a16="http://schemas.microsoft.com/office/drawing/2014/main" id="{3B15CCDE-8D79-D3D2-17D4-5C8294CC37C0}"/>
              </a:ext>
            </a:extLst>
          </p:cNvPr>
          <p:cNvSpPr txBox="1">
            <a:spLocks noGrp="1"/>
          </p:cNvSpPr>
          <p:nvPr>
            <p:ph type="subTitle" idx="1"/>
          </p:nvPr>
        </p:nvSpPr>
        <p:spPr>
          <a:xfrm>
            <a:off x="5234950" y="3619525"/>
            <a:ext cx="2697600" cy="602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endParaRPr dirty="0"/>
          </a:p>
        </p:txBody>
      </p:sp>
      <p:sp>
        <p:nvSpPr>
          <p:cNvPr id="812" name="Google Shape;812;p67">
            <a:extLst>
              <a:ext uri="{FF2B5EF4-FFF2-40B4-BE49-F238E27FC236}">
                <a16:creationId xmlns:a16="http://schemas.microsoft.com/office/drawing/2014/main" id="{EA05BAF9-5972-E355-8F04-9A8B2EBECBBA}"/>
              </a:ext>
            </a:extLst>
          </p:cNvPr>
          <p:cNvSpPr txBox="1">
            <a:spLocks noGrp="1"/>
          </p:cNvSpPr>
          <p:nvPr>
            <p:ph type="title" idx="2"/>
          </p:nvPr>
        </p:nvSpPr>
        <p:spPr>
          <a:xfrm>
            <a:off x="827527" y="2172608"/>
            <a:ext cx="1995000" cy="915900"/>
          </a:xfrm>
          <a:prstGeom prst="rect">
            <a:avLst/>
          </a:prstGeom>
        </p:spPr>
        <p:txBody>
          <a:bodyPr spcFirstLastPara="1" wrap="square" lIns="91425" tIns="91425" rIns="91425" bIns="0" anchor="ctr" anchorCtr="0">
            <a:noAutofit/>
          </a:bodyPr>
          <a:lstStyle/>
          <a:p>
            <a:pPr marL="0" lvl="0" indent="0" algn="ctr" rtl="0">
              <a:spcBef>
                <a:spcPts val="0"/>
              </a:spcBef>
              <a:spcAft>
                <a:spcPts val="0"/>
              </a:spcAft>
              <a:buNone/>
            </a:pPr>
            <a:r>
              <a:rPr lang="de" dirty="0"/>
              <a:t>03</a:t>
            </a:r>
            <a:endParaRPr dirty="0"/>
          </a:p>
        </p:txBody>
      </p:sp>
    </p:spTree>
    <p:extLst>
      <p:ext uri="{BB962C8B-B14F-4D97-AF65-F5344CB8AC3E}">
        <p14:creationId xmlns:p14="http://schemas.microsoft.com/office/powerpoint/2010/main" val="752123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05">
          <a:extLst>
            <a:ext uri="{FF2B5EF4-FFF2-40B4-BE49-F238E27FC236}">
              <a16:creationId xmlns:a16="http://schemas.microsoft.com/office/drawing/2014/main" id="{C486790D-A2CB-F569-88DA-CFD8AA46A241}"/>
            </a:ext>
          </a:extLst>
        </p:cNvPr>
        <p:cNvGrpSpPr/>
        <p:nvPr/>
      </p:nvGrpSpPr>
      <p:grpSpPr>
        <a:xfrm>
          <a:off x="0" y="0"/>
          <a:ext cx="0" cy="0"/>
          <a:chOff x="0" y="0"/>
          <a:chExt cx="0" cy="0"/>
        </a:xfrm>
      </p:grpSpPr>
      <p:sp>
        <p:nvSpPr>
          <p:cNvPr id="506" name="Google Shape;506;p50">
            <a:extLst>
              <a:ext uri="{FF2B5EF4-FFF2-40B4-BE49-F238E27FC236}">
                <a16:creationId xmlns:a16="http://schemas.microsoft.com/office/drawing/2014/main" id="{AB7B5C2E-1139-C3F1-CB6A-5ACEB6F398AD}"/>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TECHNOLOGIES UTILISÉES</a:t>
            </a:r>
            <a:endParaRPr dirty="0"/>
          </a:p>
        </p:txBody>
      </p:sp>
      <p:sp>
        <p:nvSpPr>
          <p:cNvPr id="507" name="Google Shape;507;p50">
            <a:extLst>
              <a:ext uri="{FF2B5EF4-FFF2-40B4-BE49-F238E27FC236}">
                <a16:creationId xmlns:a16="http://schemas.microsoft.com/office/drawing/2014/main" id="{FC050808-77B4-F9D4-571E-4C8E65390D04}"/>
              </a:ext>
            </a:extLst>
          </p:cNvPr>
          <p:cNvSpPr txBox="1">
            <a:spLocks noGrp="1"/>
          </p:cNvSpPr>
          <p:nvPr>
            <p:ph type="subTitle" idx="3"/>
          </p:nvPr>
        </p:nvSpPr>
        <p:spPr>
          <a:xfrm>
            <a:off x="720000" y="3621948"/>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Pour exporter et slicer depuis Onshape en SVG</a:t>
            </a:r>
            <a:endParaRPr dirty="0"/>
          </a:p>
        </p:txBody>
      </p:sp>
      <p:sp>
        <p:nvSpPr>
          <p:cNvPr id="508" name="Google Shape;508;p50">
            <a:extLst>
              <a:ext uri="{FF2B5EF4-FFF2-40B4-BE49-F238E27FC236}">
                <a16:creationId xmlns:a16="http://schemas.microsoft.com/office/drawing/2014/main" id="{CDCE3B85-7CB7-97AC-FBA3-3A8A594E295F}"/>
              </a:ext>
            </a:extLst>
          </p:cNvPr>
          <p:cNvSpPr txBox="1">
            <a:spLocks noGrp="1"/>
          </p:cNvSpPr>
          <p:nvPr>
            <p:ph type="subTitle" idx="1"/>
          </p:nvPr>
        </p:nvSpPr>
        <p:spPr>
          <a:xfrm>
            <a:off x="720000" y="1998386"/>
            <a:ext cx="2208900" cy="635400"/>
          </a:xfrm>
          <a:prstGeom prst="rect">
            <a:avLst/>
          </a:prstGeom>
        </p:spPr>
        <p:txBody>
          <a:bodyPr spcFirstLastPara="1" wrap="square" lIns="91425" tIns="91425" rIns="91425" bIns="91425" anchor="t" anchorCtr="0">
            <a:noAutofit/>
          </a:bodyPr>
          <a:lstStyle/>
          <a:p>
            <a:pPr marL="0" lvl="0" indent="0"/>
            <a:r>
              <a:rPr lang="fr-FR" dirty="0"/>
              <a:t>Le compilateur attrape les bugs à la place du robot</a:t>
            </a:r>
            <a:endParaRPr dirty="0"/>
          </a:p>
        </p:txBody>
      </p:sp>
      <p:sp>
        <p:nvSpPr>
          <p:cNvPr id="509" name="Google Shape;509;p50">
            <a:extLst>
              <a:ext uri="{FF2B5EF4-FFF2-40B4-BE49-F238E27FC236}">
                <a16:creationId xmlns:a16="http://schemas.microsoft.com/office/drawing/2014/main" id="{914DD4DA-5D7C-7972-DFDE-0C68B623556A}"/>
              </a:ext>
            </a:extLst>
          </p:cNvPr>
          <p:cNvSpPr txBox="1">
            <a:spLocks noGrp="1"/>
          </p:cNvSpPr>
          <p:nvPr>
            <p:ph type="subTitle" idx="2"/>
          </p:nvPr>
        </p:nvSpPr>
        <p:spPr>
          <a:xfrm>
            <a:off x="3467622" y="1998386"/>
            <a:ext cx="2521390" cy="635400"/>
          </a:xfrm>
          <a:prstGeom prst="rect">
            <a:avLst/>
          </a:prstGeom>
        </p:spPr>
        <p:txBody>
          <a:bodyPr spcFirstLastPara="1" wrap="square" lIns="91425" tIns="91425" rIns="91425" bIns="91425" anchor="t" anchorCtr="0">
            <a:noAutofit/>
          </a:bodyPr>
          <a:lstStyle/>
          <a:p>
            <a:pPr marL="0" lvl="0" indent="0"/>
            <a:r>
              <a:rPr lang="fr-FR" dirty="0" err="1"/>
              <a:t>Async</a:t>
            </a:r>
            <a:r>
              <a:rPr lang="fr-FR" dirty="0"/>
              <a:t>/</a:t>
            </a:r>
            <a:r>
              <a:rPr lang="fr-FR" dirty="0" err="1"/>
              <a:t>await</a:t>
            </a:r>
            <a:r>
              <a:rPr lang="fr-FR" dirty="0"/>
              <a:t> sur microcontrôleur — plusieurs tâches, zéro RTOS</a:t>
            </a:r>
            <a:endParaRPr dirty="0"/>
          </a:p>
        </p:txBody>
      </p:sp>
      <p:sp>
        <p:nvSpPr>
          <p:cNvPr id="510" name="Google Shape;510;p50">
            <a:extLst>
              <a:ext uri="{FF2B5EF4-FFF2-40B4-BE49-F238E27FC236}">
                <a16:creationId xmlns:a16="http://schemas.microsoft.com/office/drawing/2014/main" id="{9F9B69CB-5F07-284A-60F5-01C68B293D98}"/>
              </a:ext>
            </a:extLst>
          </p:cNvPr>
          <p:cNvSpPr txBox="1">
            <a:spLocks noGrp="1"/>
          </p:cNvSpPr>
          <p:nvPr>
            <p:ph type="subTitle" idx="4"/>
          </p:nvPr>
        </p:nvSpPr>
        <p:spPr>
          <a:xfrm>
            <a:off x="3467622" y="3621948"/>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Pour designer le PCB custom</a:t>
            </a:r>
            <a:endParaRPr b="1" dirty="0"/>
          </a:p>
        </p:txBody>
      </p:sp>
      <p:sp>
        <p:nvSpPr>
          <p:cNvPr id="511" name="Google Shape;511;p50">
            <a:extLst>
              <a:ext uri="{FF2B5EF4-FFF2-40B4-BE49-F238E27FC236}">
                <a16:creationId xmlns:a16="http://schemas.microsoft.com/office/drawing/2014/main" id="{6B3EFFB5-E7E8-DB42-E7A8-F7C7B9D44913}"/>
              </a:ext>
            </a:extLst>
          </p:cNvPr>
          <p:cNvSpPr txBox="1">
            <a:spLocks noGrp="1"/>
          </p:cNvSpPr>
          <p:nvPr>
            <p:ph type="subTitle" idx="5"/>
          </p:nvPr>
        </p:nvSpPr>
        <p:spPr>
          <a:xfrm>
            <a:off x="6215244" y="1998386"/>
            <a:ext cx="2434008"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CAD gratuit, facile, intuitif mais tout de même puissant</a:t>
            </a:r>
            <a:endParaRPr dirty="0"/>
          </a:p>
        </p:txBody>
      </p:sp>
      <p:sp>
        <p:nvSpPr>
          <p:cNvPr id="512" name="Google Shape;512;p50">
            <a:extLst>
              <a:ext uri="{FF2B5EF4-FFF2-40B4-BE49-F238E27FC236}">
                <a16:creationId xmlns:a16="http://schemas.microsoft.com/office/drawing/2014/main" id="{F32887CE-215A-828B-32FE-0C1EA7EC3164}"/>
              </a:ext>
            </a:extLst>
          </p:cNvPr>
          <p:cNvSpPr txBox="1">
            <a:spLocks noGrp="1"/>
          </p:cNvSpPr>
          <p:nvPr>
            <p:ph type="subTitle" idx="6"/>
          </p:nvPr>
        </p:nvSpPr>
        <p:spPr>
          <a:xfrm>
            <a:off x="6215244" y="3621948"/>
            <a:ext cx="236333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Beaucoup de vibe-coding… Mais pas inutile la plupart du temps</a:t>
            </a:r>
            <a:endParaRPr dirty="0"/>
          </a:p>
        </p:txBody>
      </p:sp>
      <p:sp>
        <p:nvSpPr>
          <p:cNvPr id="513" name="Google Shape;513;p50">
            <a:extLst>
              <a:ext uri="{FF2B5EF4-FFF2-40B4-BE49-F238E27FC236}">
                <a16:creationId xmlns:a16="http://schemas.microsoft.com/office/drawing/2014/main" id="{FC030A26-2ECE-A37E-7C3F-024B1ABA6A95}"/>
              </a:ext>
            </a:extLst>
          </p:cNvPr>
          <p:cNvSpPr txBox="1">
            <a:spLocks noGrp="1"/>
          </p:cNvSpPr>
          <p:nvPr>
            <p:ph type="subTitle" idx="7"/>
          </p:nvPr>
        </p:nvSpPr>
        <p:spPr>
          <a:xfrm>
            <a:off x="720976" y="1760150"/>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RUST</a:t>
            </a:r>
            <a:endParaRPr dirty="0"/>
          </a:p>
        </p:txBody>
      </p:sp>
      <p:sp>
        <p:nvSpPr>
          <p:cNvPr id="514" name="Google Shape;514;p50">
            <a:extLst>
              <a:ext uri="{FF2B5EF4-FFF2-40B4-BE49-F238E27FC236}">
                <a16:creationId xmlns:a16="http://schemas.microsoft.com/office/drawing/2014/main" id="{BA2F68BD-E28D-CF49-BCD3-4F16551E2183}"/>
              </a:ext>
            </a:extLst>
          </p:cNvPr>
          <p:cNvSpPr txBox="1">
            <a:spLocks noGrp="1"/>
          </p:cNvSpPr>
          <p:nvPr>
            <p:ph type="subTitle" idx="8"/>
          </p:nvPr>
        </p:nvSpPr>
        <p:spPr>
          <a:xfrm>
            <a:off x="3468598" y="1760150"/>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EMBASSY</a:t>
            </a:r>
            <a:endParaRPr dirty="0"/>
          </a:p>
        </p:txBody>
      </p:sp>
      <p:sp>
        <p:nvSpPr>
          <p:cNvPr id="515" name="Google Shape;515;p50">
            <a:extLst>
              <a:ext uri="{FF2B5EF4-FFF2-40B4-BE49-F238E27FC236}">
                <a16:creationId xmlns:a16="http://schemas.microsoft.com/office/drawing/2014/main" id="{C6E4710B-0A63-C52A-472F-B3C412044E32}"/>
              </a:ext>
            </a:extLst>
          </p:cNvPr>
          <p:cNvSpPr txBox="1">
            <a:spLocks noGrp="1"/>
          </p:cNvSpPr>
          <p:nvPr>
            <p:ph type="subTitle" idx="9"/>
          </p:nvPr>
        </p:nvSpPr>
        <p:spPr>
          <a:xfrm>
            <a:off x="6216220" y="1760150"/>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ONSHAPE</a:t>
            </a:r>
            <a:endParaRPr dirty="0"/>
          </a:p>
        </p:txBody>
      </p:sp>
      <p:sp>
        <p:nvSpPr>
          <p:cNvPr id="516" name="Google Shape;516;p50">
            <a:extLst>
              <a:ext uri="{FF2B5EF4-FFF2-40B4-BE49-F238E27FC236}">
                <a16:creationId xmlns:a16="http://schemas.microsoft.com/office/drawing/2014/main" id="{0D183592-A0D5-A408-0AE5-C15D616F46B8}"/>
              </a:ext>
            </a:extLst>
          </p:cNvPr>
          <p:cNvSpPr txBox="1">
            <a:spLocks noGrp="1"/>
          </p:cNvSpPr>
          <p:nvPr>
            <p:ph type="subTitle" idx="13"/>
          </p:nvPr>
        </p:nvSpPr>
        <p:spPr>
          <a:xfrm>
            <a:off x="721001" y="3383725"/>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KIRI:MOTO</a:t>
            </a:r>
            <a:endParaRPr dirty="0"/>
          </a:p>
        </p:txBody>
      </p:sp>
      <p:pic>
        <p:nvPicPr>
          <p:cNvPr id="12" name="Picture 11">
            <a:extLst>
              <a:ext uri="{FF2B5EF4-FFF2-40B4-BE49-F238E27FC236}">
                <a16:creationId xmlns:a16="http://schemas.microsoft.com/office/drawing/2014/main" id="{3CD7ADCF-94B6-85B6-B3FA-06A8325ACEC5}"/>
              </a:ext>
            </a:extLst>
          </p:cNvPr>
          <p:cNvPicPr>
            <a:picLocks noChangeAspect="1"/>
          </p:cNvPicPr>
          <p:nvPr/>
        </p:nvPicPr>
        <p:blipFill>
          <a:blip r:embed="rId3"/>
          <a:srcRect l="17972" t="25984" r="69323" b="27758"/>
          <a:stretch>
            <a:fillRect/>
          </a:stretch>
        </p:blipFill>
        <p:spPr>
          <a:xfrm>
            <a:off x="6296584" y="1269763"/>
            <a:ext cx="373598" cy="441022"/>
          </a:xfrm>
          <a:prstGeom prst="rect">
            <a:avLst/>
          </a:prstGeom>
        </p:spPr>
      </p:pic>
      <p:sp>
        <p:nvSpPr>
          <p:cNvPr id="517" name="Google Shape;517;p50">
            <a:extLst>
              <a:ext uri="{FF2B5EF4-FFF2-40B4-BE49-F238E27FC236}">
                <a16:creationId xmlns:a16="http://schemas.microsoft.com/office/drawing/2014/main" id="{395C5C09-C181-4A74-88C0-5A7F691639AA}"/>
              </a:ext>
            </a:extLst>
          </p:cNvPr>
          <p:cNvSpPr txBox="1">
            <a:spLocks noGrp="1"/>
          </p:cNvSpPr>
          <p:nvPr>
            <p:ph type="subTitle" idx="14"/>
          </p:nvPr>
        </p:nvSpPr>
        <p:spPr>
          <a:xfrm>
            <a:off x="3468623" y="3383725"/>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KICAD</a:t>
            </a:r>
            <a:endParaRPr dirty="0"/>
          </a:p>
        </p:txBody>
      </p:sp>
      <p:sp>
        <p:nvSpPr>
          <p:cNvPr id="518" name="Google Shape;518;p50">
            <a:extLst>
              <a:ext uri="{FF2B5EF4-FFF2-40B4-BE49-F238E27FC236}">
                <a16:creationId xmlns:a16="http://schemas.microsoft.com/office/drawing/2014/main" id="{47FCDC53-7E69-9D0D-6816-00CB802869B1}"/>
              </a:ext>
            </a:extLst>
          </p:cNvPr>
          <p:cNvSpPr txBox="1">
            <a:spLocks noGrp="1"/>
          </p:cNvSpPr>
          <p:nvPr>
            <p:ph type="subTitle" idx="15"/>
          </p:nvPr>
        </p:nvSpPr>
        <p:spPr>
          <a:xfrm>
            <a:off x="6216245" y="3383725"/>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CLAUDE CODE</a:t>
            </a:r>
            <a:endParaRPr dirty="0"/>
          </a:p>
        </p:txBody>
      </p:sp>
      <p:sp>
        <p:nvSpPr>
          <p:cNvPr id="522" name="Google Shape;522;p50">
            <a:extLst>
              <a:ext uri="{FF2B5EF4-FFF2-40B4-BE49-F238E27FC236}">
                <a16:creationId xmlns:a16="http://schemas.microsoft.com/office/drawing/2014/main" id="{A8767756-16F3-2CBF-E274-BFAB4D7D3733}"/>
              </a:ext>
            </a:extLst>
          </p:cNvPr>
          <p:cNvSpPr/>
          <p:nvPr/>
        </p:nvSpPr>
        <p:spPr>
          <a:xfrm>
            <a:off x="789419" y="2949499"/>
            <a:ext cx="372727" cy="373539"/>
          </a:xfrm>
          <a:custGeom>
            <a:avLst/>
            <a:gdLst/>
            <a:ahLst/>
            <a:cxnLst/>
            <a:rect l="l" t="t" r="r" b="b"/>
            <a:pathLst>
              <a:path w="914" h="916" extrusionOk="0">
                <a:moveTo>
                  <a:pt x="347" y="516"/>
                </a:moveTo>
                <a:cubicBezTo>
                  <a:pt x="349" y="512"/>
                  <a:pt x="350" y="508"/>
                  <a:pt x="352" y="504"/>
                </a:cubicBezTo>
                <a:lnTo>
                  <a:pt x="344" y="491"/>
                </a:lnTo>
                <a:cubicBezTo>
                  <a:pt x="327" y="462"/>
                  <a:pt x="331" y="426"/>
                  <a:pt x="353" y="401"/>
                </a:cubicBezTo>
                <a:cubicBezTo>
                  <a:pt x="347" y="404"/>
                  <a:pt x="341" y="408"/>
                  <a:pt x="335" y="410"/>
                </a:cubicBezTo>
                <a:cubicBezTo>
                  <a:pt x="318" y="417"/>
                  <a:pt x="301" y="421"/>
                  <a:pt x="284" y="421"/>
                </a:cubicBezTo>
                <a:cubicBezTo>
                  <a:pt x="231" y="421"/>
                  <a:pt x="181" y="389"/>
                  <a:pt x="160" y="338"/>
                </a:cubicBezTo>
                <a:cubicBezTo>
                  <a:pt x="146" y="305"/>
                  <a:pt x="146" y="268"/>
                  <a:pt x="160" y="235"/>
                </a:cubicBezTo>
                <a:cubicBezTo>
                  <a:pt x="173" y="202"/>
                  <a:pt x="199" y="176"/>
                  <a:pt x="232" y="163"/>
                </a:cubicBezTo>
                <a:cubicBezTo>
                  <a:pt x="265" y="149"/>
                  <a:pt x="302" y="149"/>
                  <a:pt x="335" y="163"/>
                </a:cubicBezTo>
                <a:cubicBezTo>
                  <a:pt x="368" y="176"/>
                  <a:pt x="394" y="202"/>
                  <a:pt x="407" y="235"/>
                </a:cubicBezTo>
                <a:cubicBezTo>
                  <a:pt x="421" y="268"/>
                  <a:pt x="421" y="305"/>
                  <a:pt x="407" y="338"/>
                </a:cubicBezTo>
                <a:cubicBezTo>
                  <a:pt x="405" y="344"/>
                  <a:pt x="401" y="350"/>
                  <a:pt x="398" y="356"/>
                </a:cubicBezTo>
                <a:cubicBezTo>
                  <a:pt x="412" y="343"/>
                  <a:pt x="430" y="336"/>
                  <a:pt x="448" y="336"/>
                </a:cubicBezTo>
                <a:cubicBezTo>
                  <a:pt x="463" y="336"/>
                  <a:pt x="476" y="340"/>
                  <a:pt x="488" y="347"/>
                </a:cubicBezTo>
                <a:lnTo>
                  <a:pt x="501" y="355"/>
                </a:lnTo>
                <a:cubicBezTo>
                  <a:pt x="505" y="353"/>
                  <a:pt x="509" y="351"/>
                  <a:pt x="513" y="350"/>
                </a:cubicBezTo>
                <a:lnTo>
                  <a:pt x="517" y="335"/>
                </a:lnTo>
                <a:cubicBezTo>
                  <a:pt x="518" y="330"/>
                  <a:pt x="521" y="326"/>
                  <a:pt x="523" y="321"/>
                </a:cubicBezTo>
                <a:lnTo>
                  <a:pt x="520" y="319"/>
                </a:lnTo>
                <a:cubicBezTo>
                  <a:pt x="523" y="297"/>
                  <a:pt x="523" y="276"/>
                  <a:pt x="520" y="255"/>
                </a:cubicBezTo>
                <a:lnTo>
                  <a:pt x="556" y="228"/>
                </a:lnTo>
                <a:cubicBezTo>
                  <a:pt x="565" y="221"/>
                  <a:pt x="568" y="210"/>
                  <a:pt x="564" y="200"/>
                </a:cubicBezTo>
                <a:lnTo>
                  <a:pt x="543" y="150"/>
                </a:lnTo>
                <a:cubicBezTo>
                  <a:pt x="539" y="140"/>
                  <a:pt x="529" y="134"/>
                  <a:pt x="518" y="136"/>
                </a:cubicBezTo>
                <a:lnTo>
                  <a:pt x="473" y="142"/>
                </a:lnTo>
                <a:cubicBezTo>
                  <a:pt x="460" y="125"/>
                  <a:pt x="445" y="110"/>
                  <a:pt x="428" y="97"/>
                </a:cubicBezTo>
                <a:lnTo>
                  <a:pt x="435" y="48"/>
                </a:lnTo>
                <a:cubicBezTo>
                  <a:pt x="436" y="37"/>
                  <a:pt x="430" y="27"/>
                  <a:pt x="420" y="23"/>
                </a:cubicBezTo>
                <a:lnTo>
                  <a:pt x="371" y="2"/>
                </a:lnTo>
                <a:cubicBezTo>
                  <a:pt x="361" y="-2"/>
                  <a:pt x="349" y="1"/>
                  <a:pt x="342" y="10"/>
                </a:cubicBezTo>
                <a:lnTo>
                  <a:pt x="316" y="46"/>
                </a:lnTo>
                <a:cubicBezTo>
                  <a:pt x="295" y="43"/>
                  <a:pt x="273" y="43"/>
                  <a:pt x="252" y="46"/>
                </a:cubicBezTo>
                <a:lnTo>
                  <a:pt x="225" y="10"/>
                </a:lnTo>
                <a:cubicBezTo>
                  <a:pt x="219" y="1"/>
                  <a:pt x="207" y="-2"/>
                  <a:pt x="197" y="2"/>
                </a:cubicBezTo>
                <a:lnTo>
                  <a:pt x="147" y="23"/>
                </a:lnTo>
                <a:cubicBezTo>
                  <a:pt x="137" y="27"/>
                  <a:pt x="131" y="38"/>
                  <a:pt x="133" y="48"/>
                </a:cubicBezTo>
                <a:lnTo>
                  <a:pt x="139" y="97"/>
                </a:lnTo>
                <a:cubicBezTo>
                  <a:pt x="122" y="110"/>
                  <a:pt x="107" y="125"/>
                  <a:pt x="94" y="142"/>
                </a:cubicBezTo>
                <a:lnTo>
                  <a:pt x="50" y="136"/>
                </a:lnTo>
                <a:cubicBezTo>
                  <a:pt x="39" y="134"/>
                  <a:pt x="27" y="140"/>
                  <a:pt x="22" y="150"/>
                </a:cubicBezTo>
                <a:lnTo>
                  <a:pt x="2" y="200"/>
                </a:lnTo>
                <a:cubicBezTo>
                  <a:pt x="-2" y="210"/>
                  <a:pt x="1" y="221"/>
                  <a:pt x="10" y="228"/>
                </a:cubicBezTo>
                <a:lnTo>
                  <a:pt x="46" y="255"/>
                </a:lnTo>
                <a:cubicBezTo>
                  <a:pt x="43" y="276"/>
                  <a:pt x="43" y="297"/>
                  <a:pt x="46" y="319"/>
                </a:cubicBezTo>
                <a:lnTo>
                  <a:pt x="10" y="345"/>
                </a:lnTo>
                <a:cubicBezTo>
                  <a:pt x="1" y="352"/>
                  <a:pt x="-2" y="363"/>
                  <a:pt x="2" y="374"/>
                </a:cubicBezTo>
                <a:lnTo>
                  <a:pt x="23" y="423"/>
                </a:lnTo>
                <a:cubicBezTo>
                  <a:pt x="27" y="433"/>
                  <a:pt x="39" y="439"/>
                  <a:pt x="50" y="437"/>
                </a:cubicBezTo>
                <a:lnTo>
                  <a:pt x="94" y="431"/>
                </a:lnTo>
                <a:cubicBezTo>
                  <a:pt x="107" y="448"/>
                  <a:pt x="122" y="463"/>
                  <a:pt x="140" y="476"/>
                </a:cubicBezTo>
                <a:lnTo>
                  <a:pt x="133" y="520"/>
                </a:lnTo>
                <a:cubicBezTo>
                  <a:pt x="131" y="531"/>
                  <a:pt x="137" y="542"/>
                  <a:pt x="147" y="546"/>
                </a:cubicBezTo>
                <a:lnTo>
                  <a:pt x="197" y="566"/>
                </a:lnTo>
                <a:cubicBezTo>
                  <a:pt x="207" y="571"/>
                  <a:pt x="219" y="567"/>
                  <a:pt x="225" y="559"/>
                </a:cubicBezTo>
                <a:lnTo>
                  <a:pt x="252" y="523"/>
                </a:lnTo>
                <a:cubicBezTo>
                  <a:pt x="273" y="526"/>
                  <a:pt x="294" y="525"/>
                  <a:pt x="316" y="523"/>
                </a:cubicBezTo>
                <a:lnTo>
                  <a:pt x="318" y="526"/>
                </a:lnTo>
                <a:cubicBezTo>
                  <a:pt x="323" y="524"/>
                  <a:pt x="327" y="521"/>
                  <a:pt x="332" y="520"/>
                </a:cubicBezTo>
                <a:lnTo>
                  <a:pt x="347" y="516"/>
                </a:lnTo>
                <a:moveTo>
                  <a:pt x="896" y="572"/>
                </a:moveTo>
                <a:lnTo>
                  <a:pt x="848" y="561"/>
                </a:lnTo>
                <a:cubicBezTo>
                  <a:pt x="843" y="541"/>
                  <a:pt x="835" y="521"/>
                  <a:pt x="824" y="502"/>
                </a:cubicBezTo>
                <a:lnTo>
                  <a:pt x="847" y="464"/>
                </a:lnTo>
                <a:cubicBezTo>
                  <a:pt x="853" y="455"/>
                  <a:pt x="851" y="443"/>
                  <a:pt x="843" y="435"/>
                </a:cubicBezTo>
                <a:lnTo>
                  <a:pt x="805" y="397"/>
                </a:lnTo>
                <a:cubicBezTo>
                  <a:pt x="798" y="389"/>
                  <a:pt x="786" y="388"/>
                  <a:pt x="776" y="393"/>
                </a:cubicBezTo>
                <a:lnTo>
                  <a:pt x="738" y="416"/>
                </a:lnTo>
                <a:cubicBezTo>
                  <a:pt x="719" y="406"/>
                  <a:pt x="700" y="398"/>
                  <a:pt x="679" y="392"/>
                </a:cubicBezTo>
                <a:lnTo>
                  <a:pt x="668" y="348"/>
                </a:lnTo>
                <a:cubicBezTo>
                  <a:pt x="665" y="338"/>
                  <a:pt x="656" y="330"/>
                  <a:pt x="645" y="330"/>
                </a:cubicBezTo>
                <a:lnTo>
                  <a:pt x="591" y="330"/>
                </a:lnTo>
                <a:cubicBezTo>
                  <a:pt x="580" y="330"/>
                  <a:pt x="571" y="338"/>
                  <a:pt x="568" y="348"/>
                </a:cubicBezTo>
                <a:lnTo>
                  <a:pt x="557" y="392"/>
                </a:lnTo>
                <a:cubicBezTo>
                  <a:pt x="536" y="398"/>
                  <a:pt x="516" y="406"/>
                  <a:pt x="498" y="416"/>
                </a:cubicBezTo>
                <a:lnTo>
                  <a:pt x="460" y="393"/>
                </a:lnTo>
                <a:cubicBezTo>
                  <a:pt x="450" y="388"/>
                  <a:pt x="438" y="389"/>
                  <a:pt x="430" y="397"/>
                </a:cubicBezTo>
                <a:lnTo>
                  <a:pt x="393" y="435"/>
                </a:lnTo>
                <a:cubicBezTo>
                  <a:pt x="385" y="443"/>
                  <a:pt x="383" y="455"/>
                  <a:pt x="389" y="464"/>
                </a:cubicBezTo>
                <a:lnTo>
                  <a:pt x="412" y="502"/>
                </a:lnTo>
                <a:cubicBezTo>
                  <a:pt x="401" y="521"/>
                  <a:pt x="393" y="541"/>
                  <a:pt x="388" y="561"/>
                </a:cubicBezTo>
                <a:lnTo>
                  <a:pt x="344" y="572"/>
                </a:lnTo>
                <a:cubicBezTo>
                  <a:pt x="333" y="575"/>
                  <a:pt x="326" y="585"/>
                  <a:pt x="326" y="596"/>
                </a:cubicBezTo>
                <a:lnTo>
                  <a:pt x="326" y="649"/>
                </a:lnTo>
                <a:cubicBezTo>
                  <a:pt x="326" y="660"/>
                  <a:pt x="334" y="670"/>
                  <a:pt x="344" y="672"/>
                </a:cubicBezTo>
                <a:lnTo>
                  <a:pt x="388" y="683"/>
                </a:lnTo>
                <a:cubicBezTo>
                  <a:pt x="393" y="704"/>
                  <a:pt x="401" y="724"/>
                  <a:pt x="412" y="742"/>
                </a:cubicBezTo>
                <a:lnTo>
                  <a:pt x="389" y="781"/>
                </a:lnTo>
                <a:cubicBezTo>
                  <a:pt x="383" y="790"/>
                  <a:pt x="385" y="802"/>
                  <a:pt x="393" y="810"/>
                </a:cubicBezTo>
                <a:lnTo>
                  <a:pt x="430" y="848"/>
                </a:lnTo>
                <a:cubicBezTo>
                  <a:pt x="438" y="855"/>
                  <a:pt x="450" y="857"/>
                  <a:pt x="460" y="851"/>
                </a:cubicBezTo>
                <a:lnTo>
                  <a:pt x="498" y="828"/>
                </a:lnTo>
                <a:cubicBezTo>
                  <a:pt x="516" y="839"/>
                  <a:pt x="536" y="847"/>
                  <a:pt x="557" y="853"/>
                </a:cubicBezTo>
                <a:lnTo>
                  <a:pt x="568" y="898"/>
                </a:lnTo>
                <a:cubicBezTo>
                  <a:pt x="571" y="909"/>
                  <a:pt x="580" y="916"/>
                  <a:pt x="591" y="916"/>
                </a:cubicBezTo>
                <a:lnTo>
                  <a:pt x="645" y="916"/>
                </a:lnTo>
                <a:cubicBezTo>
                  <a:pt x="656" y="916"/>
                  <a:pt x="665" y="909"/>
                  <a:pt x="668" y="898"/>
                </a:cubicBezTo>
                <a:lnTo>
                  <a:pt x="679" y="853"/>
                </a:lnTo>
                <a:cubicBezTo>
                  <a:pt x="700" y="847"/>
                  <a:pt x="720" y="839"/>
                  <a:pt x="738" y="828"/>
                </a:cubicBezTo>
                <a:lnTo>
                  <a:pt x="777" y="851"/>
                </a:lnTo>
                <a:cubicBezTo>
                  <a:pt x="786" y="857"/>
                  <a:pt x="798" y="855"/>
                  <a:pt x="806" y="848"/>
                </a:cubicBezTo>
                <a:lnTo>
                  <a:pt x="844" y="810"/>
                </a:lnTo>
                <a:cubicBezTo>
                  <a:pt x="851" y="802"/>
                  <a:pt x="853" y="790"/>
                  <a:pt x="847" y="781"/>
                </a:cubicBezTo>
                <a:lnTo>
                  <a:pt x="824" y="742"/>
                </a:lnTo>
                <a:cubicBezTo>
                  <a:pt x="835" y="724"/>
                  <a:pt x="843" y="704"/>
                  <a:pt x="849" y="683"/>
                </a:cubicBezTo>
                <a:lnTo>
                  <a:pt x="896" y="672"/>
                </a:lnTo>
                <a:cubicBezTo>
                  <a:pt x="906" y="670"/>
                  <a:pt x="914" y="660"/>
                  <a:pt x="914" y="649"/>
                </a:cubicBezTo>
                <a:lnTo>
                  <a:pt x="914" y="596"/>
                </a:lnTo>
                <a:cubicBezTo>
                  <a:pt x="914" y="585"/>
                  <a:pt x="906" y="575"/>
                  <a:pt x="896" y="572"/>
                </a:cubicBezTo>
                <a:moveTo>
                  <a:pt x="619" y="756"/>
                </a:moveTo>
                <a:cubicBezTo>
                  <a:pt x="545" y="756"/>
                  <a:pt x="485" y="696"/>
                  <a:pt x="485" y="622"/>
                </a:cubicBezTo>
                <a:cubicBezTo>
                  <a:pt x="485" y="548"/>
                  <a:pt x="545" y="488"/>
                  <a:pt x="619" y="488"/>
                </a:cubicBezTo>
                <a:cubicBezTo>
                  <a:pt x="693" y="488"/>
                  <a:pt x="753" y="548"/>
                  <a:pt x="753" y="622"/>
                </a:cubicBezTo>
                <a:cubicBezTo>
                  <a:pt x="753" y="696"/>
                  <a:pt x="693" y="756"/>
                  <a:pt x="619" y="756"/>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pic>
        <p:nvPicPr>
          <p:cNvPr id="9" name="Picture 8">
            <a:extLst>
              <a:ext uri="{FF2B5EF4-FFF2-40B4-BE49-F238E27FC236}">
                <a16:creationId xmlns:a16="http://schemas.microsoft.com/office/drawing/2014/main" id="{AB0041CA-BD8E-D9B9-683A-B2B6C345CEDD}"/>
              </a:ext>
            </a:extLst>
          </p:cNvPr>
          <p:cNvPicPr>
            <a:picLocks noChangeAspect="1"/>
          </p:cNvPicPr>
          <p:nvPr/>
        </p:nvPicPr>
        <p:blipFill>
          <a:blip r:embed="rId4"/>
          <a:stretch>
            <a:fillRect/>
          </a:stretch>
        </p:blipFill>
        <p:spPr>
          <a:xfrm>
            <a:off x="789419" y="1231742"/>
            <a:ext cx="478861" cy="478861"/>
          </a:xfrm>
          <a:prstGeom prst="rect">
            <a:avLst/>
          </a:prstGeom>
        </p:spPr>
      </p:pic>
      <p:sp>
        <p:nvSpPr>
          <p:cNvPr id="10" name="Google Shape;519;p50">
            <a:extLst>
              <a:ext uri="{FF2B5EF4-FFF2-40B4-BE49-F238E27FC236}">
                <a16:creationId xmlns:a16="http://schemas.microsoft.com/office/drawing/2014/main" id="{E4F03437-2F8E-D4DB-4430-F431AB0DBE39}"/>
              </a:ext>
            </a:extLst>
          </p:cNvPr>
          <p:cNvSpPr/>
          <p:nvPr/>
        </p:nvSpPr>
        <p:spPr>
          <a:xfrm>
            <a:off x="3543835" y="1317415"/>
            <a:ext cx="373598" cy="374003"/>
          </a:xfrm>
          <a:custGeom>
            <a:avLst/>
            <a:gdLst/>
            <a:ahLst/>
            <a:cxnLst/>
            <a:rect l="l" t="t" r="r" b="b"/>
            <a:pathLst>
              <a:path w="915" h="916" extrusionOk="0">
                <a:moveTo>
                  <a:pt x="457" y="538"/>
                </a:moveTo>
                <a:cubicBezTo>
                  <a:pt x="502" y="538"/>
                  <a:pt x="538" y="502"/>
                  <a:pt x="538" y="458"/>
                </a:cubicBezTo>
                <a:cubicBezTo>
                  <a:pt x="538" y="413"/>
                  <a:pt x="502" y="377"/>
                  <a:pt x="457" y="377"/>
                </a:cubicBezTo>
                <a:cubicBezTo>
                  <a:pt x="413" y="377"/>
                  <a:pt x="377" y="413"/>
                  <a:pt x="377" y="458"/>
                </a:cubicBezTo>
                <a:cubicBezTo>
                  <a:pt x="377" y="502"/>
                  <a:pt x="413" y="538"/>
                  <a:pt x="457" y="538"/>
                </a:cubicBezTo>
                <a:moveTo>
                  <a:pt x="888" y="431"/>
                </a:moveTo>
                <a:cubicBezTo>
                  <a:pt x="902" y="431"/>
                  <a:pt x="914" y="421"/>
                  <a:pt x="915" y="407"/>
                </a:cubicBezTo>
                <a:cubicBezTo>
                  <a:pt x="917" y="391"/>
                  <a:pt x="904" y="378"/>
                  <a:pt x="889" y="378"/>
                </a:cubicBezTo>
                <a:lnTo>
                  <a:pt x="806" y="378"/>
                </a:lnTo>
                <a:lnTo>
                  <a:pt x="806" y="324"/>
                </a:lnTo>
                <a:lnTo>
                  <a:pt x="888" y="324"/>
                </a:lnTo>
                <a:cubicBezTo>
                  <a:pt x="902" y="324"/>
                  <a:pt x="914" y="314"/>
                  <a:pt x="915" y="300"/>
                </a:cubicBezTo>
                <a:cubicBezTo>
                  <a:pt x="917" y="284"/>
                  <a:pt x="904" y="271"/>
                  <a:pt x="889" y="271"/>
                </a:cubicBezTo>
                <a:lnTo>
                  <a:pt x="806" y="271"/>
                </a:lnTo>
                <a:lnTo>
                  <a:pt x="806" y="190"/>
                </a:lnTo>
                <a:cubicBezTo>
                  <a:pt x="806" y="146"/>
                  <a:pt x="770" y="110"/>
                  <a:pt x="726" y="110"/>
                </a:cubicBezTo>
                <a:lnTo>
                  <a:pt x="646" y="110"/>
                </a:lnTo>
                <a:lnTo>
                  <a:pt x="646" y="28"/>
                </a:lnTo>
                <a:cubicBezTo>
                  <a:pt x="646" y="14"/>
                  <a:pt x="635" y="2"/>
                  <a:pt x="621" y="1"/>
                </a:cubicBezTo>
                <a:cubicBezTo>
                  <a:pt x="605" y="-1"/>
                  <a:pt x="592" y="12"/>
                  <a:pt x="592" y="27"/>
                </a:cubicBezTo>
                <a:lnTo>
                  <a:pt x="592" y="110"/>
                </a:lnTo>
                <a:lnTo>
                  <a:pt x="538" y="110"/>
                </a:lnTo>
                <a:lnTo>
                  <a:pt x="538" y="28"/>
                </a:lnTo>
                <a:cubicBezTo>
                  <a:pt x="538" y="14"/>
                  <a:pt x="528" y="2"/>
                  <a:pt x="514" y="1"/>
                </a:cubicBezTo>
                <a:cubicBezTo>
                  <a:pt x="498" y="-1"/>
                  <a:pt x="485" y="12"/>
                  <a:pt x="485" y="27"/>
                </a:cubicBezTo>
                <a:lnTo>
                  <a:pt x="485" y="110"/>
                </a:lnTo>
                <a:lnTo>
                  <a:pt x="431" y="110"/>
                </a:lnTo>
                <a:lnTo>
                  <a:pt x="431" y="28"/>
                </a:lnTo>
                <a:cubicBezTo>
                  <a:pt x="431" y="14"/>
                  <a:pt x="421" y="2"/>
                  <a:pt x="407" y="1"/>
                </a:cubicBezTo>
                <a:cubicBezTo>
                  <a:pt x="391" y="-1"/>
                  <a:pt x="377" y="12"/>
                  <a:pt x="377" y="27"/>
                </a:cubicBezTo>
                <a:lnTo>
                  <a:pt x="377" y="110"/>
                </a:lnTo>
                <a:lnTo>
                  <a:pt x="324" y="110"/>
                </a:lnTo>
                <a:lnTo>
                  <a:pt x="324" y="28"/>
                </a:lnTo>
                <a:cubicBezTo>
                  <a:pt x="324" y="14"/>
                  <a:pt x="313" y="2"/>
                  <a:pt x="299" y="1"/>
                </a:cubicBezTo>
                <a:cubicBezTo>
                  <a:pt x="283" y="-1"/>
                  <a:pt x="270" y="12"/>
                  <a:pt x="270" y="27"/>
                </a:cubicBezTo>
                <a:lnTo>
                  <a:pt x="270" y="110"/>
                </a:lnTo>
                <a:lnTo>
                  <a:pt x="190" y="110"/>
                </a:lnTo>
                <a:cubicBezTo>
                  <a:pt x="145" y="110"/>
                  <a:pt x="109" y="146"/>
                  <a:pt x="109" y="190"/>
                </a:cubicBezTo>
                <a:lnTo>
                  <a:pt x="109" y="271"/>
                </a:lnTo>
                <a:lnTo>
                  <a:pt x="28" y="271"/>
                </a:lnTo>
                <a:cubicBezTo>
                  <a:pt x="14" y="271"/>
                  <a:pt x="2" y="281"/>
                  <a:pt x="0" y="295"/>
                </a:cubicBezTo>
                <a:cubicBezTo>
                  <a:pt x="-1" y="311"/>
                  <a:pt x="12" y="324"/>
                  <a:pt x="27" y="324"/>
                </a:cubicBezTo>
                <a:lnTo>
                  <a:pt x="109" y="324"/>
                </a:lnTo>
                <a:lnTo>
                  <a:pt x="109" y="378"/>
                </a:lnTo>
                <a:lnTo>
                  <a:pt x="28" y="378"/>
                </a:lnTo>
                <a:cubicBezTo>
                  <a:pt x="14" y="378"/>
                  <a:pt x="2" y="388"/>
                  <a:pt x="0" y="402"/>
                </a:cubicBezTo>
                <a:cubicBezTo>
                  <a:pt x="-1" y="418"/>
                  <a:pt x="12" y="431"/>
                  <a:pt x="27" y="431"/>
                </a:cubicBezTo>
                <a:lnTo>
                  <a:pt x="109" y="431"/>
                </a:lnTo>
                <a:lnTo>
                  <a:pt x="109" y="485"/>
                </a:lnTo>
                <a:lnTo>
                  <a:pt x="28" y="485"/>
                </a:lnTo>
                <a:cubicBezTo>
                  <a:pt x="14" y="485"/>
                  <a:pt x="2" y="495"/>
                  <a:pt x="0" y="509"/>
                </a:cubicBezTo>
                <a:cubicBezTo>
                  <a:pt x="-1" y="525"/>
                  <a:pt x="12" y="539"/>
                  <a:pt x="27" y="539"/>
                </a:cubicBezTo>
                <a:lnTo>
                  <a:pt x="109" y="539"/>
                </a:lnTo>
                <a:lnTo>
                  <a:pt x="109" y="592"/>
                </a:lnTo>
                <a:lnTo>
                  <a:pt x="28" y="592"/>
                </a:lnTo>
                <a:cubicBezTo>
                  <a:pt x="14" y="592"/>
                  <a:pt x="2" y="603"/>
                  <a:pt x="0" y="617"/>
                </a:cubicBezTo>
                <a:cubicBezTo>
                  <a:pt x="-1" y="633"/>
                  <a:pt x="12" y="646"/>
                  <a:pt x="27" y="646"/>
                </a:cubicBezTo>
                <a:lnTo>
                  <a:pt x="109" y="646"/>
                </a:lnTo>
                <a:lnTo>
                  <a:pt x="109" y="726"/>
                </a:lnTo>
                <a:cubicBezTo>
                  <a:pt x="109" y="771"/>
                  <a:pt x="145" y="807"/>
                  <a:pt x="190" y="807"/>
                </a:cubicBezTo>
                <a:lnTo>
                  <a:pt x="270" y="807"/>
                </a:lnTo>
                <a:lnTo>
                  <a:pt x="270" y="888"/>
                </a:lnTo>
                <a:cubicBezTo>
                  <a:pt x="270" y="902"/>
                  <a:pt x="281" y="914"/>
                  <a:pt x="295" y="916"/>
                </a:cubicBezTo>
                <a:cubicBezTo>
                  <a:pt x="311" y="917"/>
                  <a:pt x="324" y="905"/>
                  <a:pt x="324" y="889"/>
                </a:cubicBezTo>
                <a:lnTo>
                  <a:pt x="324" y="807"/>
                </a:lnTo>
                <a:lnTo>
                  <a:pt x="377" y="807"/>
                </a:lnTo>
                <a:lnTo>
                  <a:pt x="377" y="888"/>
                </a:lnTo>
                <a:cubicBezTo>
                  <a:pt x="377" y="902"/>
                  <a:pt x="388" y="914"/>
                  <a:pt x="402" y="916"/>
                </a:cubicBezTo>
                <a:cubicBezTo>
                  <a:pt x="418" y="917"/>
                  <a:pt x="431" y="905"/>
                  <a:pt x="431" y="889"/>
                </a:cubicBezTo>
                <a:lnTo>
                  <a:pt x="431" y="807"/>
                </a:lnTo>
                <a:lnTo>
                  <a:pt x="485" y="807"/>
                </a:lnTo>
                <a:lnTo>
                  <a:pt x="485" y="888"/>
                </a:lnTo>
                <a:cubicBezTo>
                  <a:pt x="485" y="902"/>
                  <a:pt x="495" y="914"/>
                  <a:pt x="509" y="916"/>
                </a:cubicBezTo>
                <a:cubicBezTo>
                  <a:pt x="525" y="917"/>
                  <a:pt x="538" y="905"/>
                  <a:pt x="538" y="889"/>
                </a:cubicBezTo>
                <a:lnTo>
                  <a:pt x="538" y="807"/>
                </a:lnTo>
                <a:lnTo>
                  <a:pt x="592" y="807"/>
                </a:lnTo>
                <a:lnTo>
                  <a:pt x="592" y="888"/>
                </a:lnTo>
                <a:cubicBezTo>
                  <a:pt x="592" y="902"/>
                  <a:pt x="602" y="914"/>
                  <a:pt x="616" y="916"/>
                </a:cubicBezTo>
                <a:cubicBezTo>
                  <a:pt x="632" y="917"/>
                  <a:pt x="646" y="905"/>
                  <a:pt x="646" y="889"/>
                </a:cubicBezTo>
                <a:lnTo>
                  <a:pt x="646" y="807"/>
                </a:lnTo>
                <a:lnTo>
                  <a:pt x="726" y="807"/>
                </a:lnTo>
                <a:cubicBezTo>
                  <a:pt x="770" y="807"/>
                  <a:pt x="806" y="771"/>
                  <a:pt x="806" y="726"/>
                </a:cubicBezTo>
                <a:lnTo>
                  <a:pt x="806" y="646"/>
                </a:lnTo>
                <a:lnTo>
                  <a:pt x="888" y="646"/>
                </a:lnTo>
                <a:cubicBezTo>
                  <a:pt x="902" y="646"/>
                  <a:pt x="914" y="635"/>
                  <a:pt x="915" y="622"/>
                </a:cubicBezTo>
                <a:cubicBezTo>
                  <a:pt x="917" y="606"/>
                  <a:pt x="904" y="592"/>
                  <a:pt x="889" y="592"/>
                </a:cubicBezTo>
                <a:lnTo>
                  <a:pt x="806" y="592"/>
                </a:lnTo>
                <a:lnTo>
                  <a:pt x="806" y="539"/>
                </a:lnTo>
                <a:lnTo>
                  <a:pt x="888" y="539"/>
                </a:lnTo>
                <a:cubicBezTo>
                  <a:pt x="902" y="539"/>
                  <a:pt x="914" y="528"/>
                  <a:pt x="915" y="514"/>
                </a:cubicBezTo>
                <a:cubicBezTo>
                  <a:pt x="917" y="498"/>
                  <a:pt x="904" y="485"/>
                  <a:pt x="889" y="485"/>
                </a:cubicBezTo>
                <a:lnTo>
                  <a:pt x="806" y="485"/>
                </a:lnTo>
                <a:lnTo>
                  <a:pt x="806" y="431"/>
                </a:lnTo>
                <a:lnTo>
                  <a:pt x="888" y="431"/>
                </a:lnTo>
                <a:moveTo>
                  <a:pt x="699" y="673"/>
                </a:moveTo>
                <a:cubicBezTo>
                  <a:pt x="699" y="687"/>
                  <a:pt x="687" y="699"/>
                  <a:pt x="672" y="699"/>
                </a:cubicBezTo>
                <a:lnTo>
                  <a:pt x="243" y="699"/>
                </a:lnTo>
                <a:cubicBezTo>
                  <a:pt x="228" y="699"/>
                  <a:pt x="216" y="687"/>
                  <a:pt x="216" y="673"/>
                </a:cubicBezTo>
                <a:lnTo>
                  <a:pt x="216" y="244"/>
                </a:lnTo>
                <a:cubicBezTo>
                  <a:pt x="216" y="229"/>
                  <a:pt x="228" y="217"/>
                  <a:pt x="243" y="217"/>
                </a:cubicBezTo>
                <a:lnTo>
                  <a:pt x="672" y="217"/>
                </a:lnTo>
                <a:cubicBezTo>
                  <a:pt x="687" y="217"/>
                  <a:pt x="699" y="229"/>
                  <a:pt x="699" y="244"/>
                </a:cubicBezTo>
                <a:lnTo>
                  <a:pt x="699" y="673"/>
                </a:lnTo>
                <a:moveTo>
                  <a:pt x="270" y="646"/>
                </a:moveTo>
                <a:lnTo>
                  <a:pt x="645" y="646"/>
                </a:lnTo>
                <a:lnTo>
                  <a:pt x="645" y="271"/>
                </a:lnTo>
                <a:lnTo>
                  <a:pt x="270" y="271"/>
                </a:lnTo>
                <a:lnTo>
                  <a:pt x="270" y="646"/>
                </a:lnTo>
                <a:moveTo>
                  <a:pt x="457" y="324"/>
                </a:moveTo>
                <a:cubicBezTo>
                  <a:pt x="531" y="324"/>
                  <a:pt x="591" y="384"/>
                  <a:pt x="591" y="458"/>
                </a:cubicBezTo>
                <a:cubicBezTo>
                  <a:pt x="591" y="532"/>
                  <a:pt x="531" y="592"/>
                  <a:pt x="457" y="592"/>
                </a:cubicBezTo>
                <a:cubicBezTo>
                  <a:pt x="383" y="592"/>
                  <a:pt x="323" y="532"/>
                  <a:pt x="323" y="458"/>
                </a:cubicBezTo>
                <a:cubicBezTo>
                  <a:pt x="323" y="384"/>
                  <a:pt x="383" y="324"/>
                  <a:pt x="457" y="32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pic>
        <p:nvPicPr>
          <p:cNvPr id="14" name="Picture 13">
            <a:extLst>
              <a:ext uri="{FF2B5EF4-FFF2-40B4-BE49-F238E27FC236}">
                <a16:creationId xmlns:a16="http://schemas.microsoft.com/office/drawing/2014/main" id="{ABA461EB-25D4-961F-4DF6-346B54C47C5B}"/>
              </a:ext>
            </a:extLst>
          </p:cNvPr>
          <p:cNvPicPr>
            <a:picLocks noChangeAspect="1"/>
          </p:cNvPicPr>
          <p:nvPr/>
        </p:nvPicPr>
        <p:blipFill>
          <a:blip r:embed="rId5"/>
          <a:stretch>
            <a:fillRect/>
          </a:stretch>
        </p:blipFill>
        <p:spPr>
          <a:xfrm>
            <a:off x="3543835" y="2943461"/>
            <a:ext cx="379184" cy="379578"/>
          </a:xfrm>
          <a:prstGeom prst="rect">
            <a:avLst/>
          </a:prstGeom>
        </p:spPr>
      </p:pic>
      <p:pic>
        <p:nvPicPr>
          <p:cNvPr id="16" name="Picture 15">
            <a:extLst>
              <a:ext uri="{FF2B5EF4-FFF2-40B4-BE49-F238E27FC236}">
                <a16:creationId xmlns:a16="http://schemas.microsoft.com/office/drawing/2014/main" id="{E57DA9CF-56F8-DC23-DFF2-F786B4790110}"/>
              </a:ext>
            </a:extLst>
          </p:cNvPr>
          <p:cNvPicPr>
            <a:picLocks noChangeAspect="1"/>
          </p:cNvPicPr>
          <p:nvPr/>
        </p:nvPicPr>
        <p:blipFill>
          <a:blip r:embed="rId6"/>
          <a:stretch>
            <a:fillRect/>
          </a:stretch>
        </p:blipFill>
        <p:spPr>
          <a:xfrm>
            <a:off x="6304708" y="2922375"/>
            <a:ext cx="406400" cy="406400"/>
          </a:xfrm>
          <a:prstGeom prst="rect">
            <a:avLst/>
          </a:prstGeom>
        </p:spPr>
      </p:pic>
    </p:spTree>
    <p:extLst>
      <p:ext uri="{BB962C8B-B14F-4D97-AF65-F5344CB8AC3E}">
        <p14:creationId xmlns:p14="http://schemas.microsoft.com/office/powerpoint/2010/main" val="18126503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38">
          <a:extLst>
            <a:ext uri="{FF2B5EF4-FFF2-40B4-BE49-F238E27FC236}">
              <a16:creationId xmlns:a16="http://schemas.microsoft.com/office/drawing/2014/main" id="{D54DF3F0-7651-DE6B-89FF-E170A6655BF6}"/>
            </a:ext>
          </a:extLst>
        </p:cNvPr>
        <p:cNvGrpSpPr/>
        <p:nvPr/>
      </p:nvGrpSpPr>
      <p:grpSpPr>
        <a:xfrm>
          <a:off x="0" y="0"/>
          <a:ext cx="0" cy="0"/>
          <a:chOff x="0" y="0"/>
          <a:chExt cx="0" cy="0"/>
        </a:xfrm>
      </p:grpSpPr>
      <p:sp>
        <p:nvSpPr>
          <p:cNvPr id="439" name="Google Shape;439;p44">
            <a:extLst>
              <a:ext uri="{FF2B5EF4-FFF2-40B4-BE49-F238E27FC236}">
                <a16:creationId xmlns:a16="http://schemas.microsoft.com/office/drawing/2014/main" id="{BF4FD93A-2052-4EF7-CBEE-BB0443A3C71F}"/>
              </a:ext>
            </a:extLst>
          </p:cNvPr>
          <p:cNvSpPr txBox="1">
            <a:spLocks noGrp="1"/>
          </p:cNvSpPr>
          <p:nvPr>
            <p:ph type="title"/>
          </p:nvPr>
        </p:nvSpPr>
        <p:spPr>
          <a:xfrm>
            <a:off x="1902336" y="2352475"/>
            <a:ext cx="5067600" cy="1047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DÉROULÉ</a:t>
            </a:r>
            <a:endParaRPr dirty="0"/>
          </a:p>
        </p:txBody>
      </p:sp>
      <p:sp>
        <p:nvSpPr>
          <p:cNvPr id="440" name="Google Shape;440;p44">
            <a:extLst>
              <a:ext uri="{FF2B5EF4-FFF2-40B4-BE49-F238E27FC236}">
                <a16:creationId xmlns:a16="http://schemas.microsoft.com/office/drawing/2014/main" id="{41446E69-C336-9FFA-5E08-35C68E0F9C5A}"/>
              </a:ext>
            </a:extLst>
          </p:cNvPr>
          <p:cNvSpPr txBox="1">
            <a:spLocks noGrp="1"/>
          </p:cNvSpPr>
          <p:nvPr>
            <p:ph type="title" idx="2"/>
          </p:nvPr>
        </p:nvSpPr>
        <p:spPr>
          <a:xfrm>
            <a:off x="2042402" y="1436575"/>
            <a:ext cx="1995000" cy="915900"/>
          </a:xfrm>
          <a:prstGeom prst="rect">
            <a:avLst/>
          </a:prstGeom>
        </p:spPr>
        <p:txBody>
          <a:bodyPr spcFirstLastPara="1" wrap="square" lIns="91425" tIns="91425" rIns="91425" bIns="0" anchor="ctr" anchorCtr="0">
            <a:noAutofit/>
          </a:bodyPr>
          <a:lstStyle/>
          <a:p>
            <a:pPr marL="0" lvl="0" indent="0" algn="ctr" rtl="0">
              <a:spcBef>
                <a:spcPts val="0"/>
              </a:spcBef>
              <a:spcAft>
                <a:spcPts val="0"/>
              </a:spcAft>
              <a:buNone/>
            </a:pPr>
            <a:r>
              <a:rPr lang="de" dirty="0"/>
              <a:t>04</a:t>
            </a:r>
            <a:endParaRPr dirty="0"/>
          </a:p>
        </p:txBody>
      </p:sp>
      <p:sp>
        <p:nvSpPr>
          <p:cNvPr id="441" name="Google Shape;441;p44">
            <a:extLst>
              <a:ext uri="{FF2B5EF4-FFF2-40B4-BE49-F238E27FC236}">
                <a16:creationId xmlns:a16="http://schemas.microsoft.com/office/drawing/2014/main" id="{B4D1776E-94B6-768C-08F0-B03252244418}"/>
              </a:ext>
            </a:extLst>
          </p:cNvPr>
          <p:cNvSpPr txBox="1">
            <a:spLocks noGrp="1"/>
          </p:cNvSpPr>
          <p:nvPr>
            <p:ph type="subTitle" idx="1"/>
          </p:nvPr>
        </p:nvSpPr>
        <p:spPr>
          <a:xfrm>
            <a:off x="1902324" y="3344388"/>
            <a:ext cx="5067600" cy="375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hlinkClick r:id="rId3" action="ppaction://hlinkfile"/>
              </a:rPr>
              <a:t>Timeline</a:t>
            </a:r>
            <a:endParaRPr dirty="0"/>
          </a:p>
        </p:txBody>
      </p:sp>
      <p:pic>
        <p:nvPicPr>
          <p:cNvPr id="442" name="Google Shape;442;p44">
            <a:extLst>
              <a:ext uri="{FF2B5EF4-FFF2-40B4-BE49-F238E27FC236}">
                <a16:creationId xmlns:a16="http://schemas.microsoft.com/office/drawing/2014/main" id="{F2A326A8-9F26-AE4B-A6B5-C45635772623}"/>
              </a:ext>
            </a:extLst>
          </p:cNvPr>
          <p:cNvPicPr preferRelativeResize="0"/>
          <p:nvPr/>
        </p:nvPicPr>
        <p:blipFill rotWithShape="1">
          <a:blip r:embed="rId4">
            <a:alphaModFix/>
          </a:blip>
          <a:srcRect t="19097" r="5042" b="2954"/>
          <a:stretch/>
        </p:blipFill>
        <p:spPr>
          <a:xfrm flipH="1">
            <a:off x="4037238" y="1481775"/>
            <a:ext cx="3716124" cy="958849"/>
          </a:xfrm>
          <a:prstGeom prst="rect">
            <a:avLst/>
          </a:prstGeom>
          <a:noFill/>
          <a:ln>
            <a:noFill/>
          </a:ln>
        </p:spPr>
      </p:pic>
      <p:grpSp>
        <p:nvGrpSpPr>
          <p:cNvPr id="443" name="Google Shape;443;p44">
            <a:extLst>
              <a:ext uri="{FF2B5EF4-FFF2-40B4-BE49-F238E27FC236}">
                <a16:creationId xmlns:a16="http://schemas.microsoft.com/office/drawing/2014/main" id="{BFF1E63D-6784-2870-CF12-0BCB53EFAB6E}"/>
              </a:ext>
            </a:extLst>
          </p:cNvPr>
          <p:cNvGrpSpPr/>
          <p:nvPr/>
        </p:nvGrpSpPr>
        <p:grpSpPr>
          <a:xfrm>
            <a:off x="8400" y="69700"/>
            <a:ext cx="9135601" cy="5004101"/>
            <a:chOff x="8400" y="69700"/>
            <a:chExt cx="9135601" cy="5004101"/>
          </a:xfrm>
        </p:grpSpPr>
        <p:pic>
          <p:nvPicPr>
            <p:cNvPr id="444" name="Google Shape;444;p44">
              <a:extLst>
                <a:ext uri="{FF2B5EF4-FFF2-40B4-BE49-F238E27FC236}">
                  <a16:creationId xmlns:a16="http://schemas.microsoft.com/office/drawing/2014/main" id="{EC36C1C6-76F7-6C36-D5ED-B0834647F673}"/>
                </a:ext>
              </a:extLst>
            </p:cNvPr>
            <p:cNvPicPr preferRelativeResize="0"/>
            <p:nvPr/>
          </p:nvPicPr>
          <p:blipFill rotWithShape="1">
            <a:blip r:embed="rId5">
              <a:alphaModFix/>
            </a:blip>
            <a:srcRect t="1400" r="83036" b="-1400"/>
            <a:stretch/>
          </p:blipFill>
          <p:spPr>
            <a:xfrm>
              <a:off x="8010525" y="69700"/>
              <a:ext cx="1133476" cy="5004101"/>
            </a:xfrm>
            <a:prstGeom prst="rect">
              <a:avLst/>
            </a:prstGeom>
            <a:noFill/>
            <a:ln>
              <a:noFill/>
            </a:ln>
          </p:spPr>
        </p:pic>
        <p:pic>
          <p:nvPicPr>
            <p:cNvPr id="445" name="Google Shape;445;p44">
              <a:extLst>
                <a:ext uri="{FF2B5EF4-FFF2-40B4-BE49-F238E27FC236}">
                  <a16:creationId xmlns:a16="http://schemas.microsoft.com/office/drawing/2014/main" id="{F00AE76E-243A-75E3-E5F3-DFD72C3AA9A6}"/>
                </a:ext>
              </a:extLst>
            </p:cNvPr>
            <p:cNvPicPr preferRelativeResize="0"/>
            <p:nvPr/>
          </p:nvPicPr>
          <p:blipFill rotWithShape="1">
            <a:blip r:embed="rId5">
              <a:alphaModFix/>
            </a:blip>
            <a:srcRect t="1400" r="83036" b="-1400"/>
            <a:stretch/>
          </p:blipFill>
          <p:spPr>
            <a:xfrm rot="10800000">
              <a:off x="8400" y="69700"/>
              <a:ext cx="1133476" cy="5004101"/>
            </a:xfrm>
            <a:prstGeom prst="rect">
              <a:avLst/>
            </a:prstGeom>
            <a:noFill/>
            <a:ln>
              <a:noFill/>
            </a:ln>
          </p:spPr>
        </p:pic>
      </p:grpSp>
    </p:spTree>
    <p:extLst>
      <p:ext uri="{BB962C8B-B14F-4D97-AF65-F5344CB8AC3E}">
        <p14:creationId xmlns:p14="http://schemas.microsoft.com/office/powerpoint/2010/main" val="5717160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809">
          <a:extLst>
            <a:ext uri="{FF2B5EF4-FFF2-40B4-BE49-F238E27FC236}">
              <a16:creationId xmlns:a16="http://schemas.microsoft.com/office/drawing/2014/main" id="{261CC4BF-D652-8CF5-BC28-481B4B7018A0}"/>
            </a:ext>
          </a:extLst>
        </p:cNvPr>
        <p:cNvGrpSpPr/>
        <p:nvPr/>
      </p:nvGrpSpPr>
      <p:grpSpPr>
        <a:xfrm>
          <a:off x="0" y="0"/>
          <a:ext cx="0" cy="0"/>
          <a:chOff x="0" y="0"/>
          <a:chExt cx="0" cy="0"/>
        </a:xfrm>
      </p:grpSpPr>
      <p:sp>
        <p:nvSpPr>
          <p:cNvPr id="810" name="Google Shape;810;p67">
            <a:extLst>
              <a:ext uri="{FF2B5EF4-FFF2-40B4-BE49-F238E27FC236}">
                <a16:creationId xmlns:a16="http://schemas.microsoft.com/office/drawing/2014/main" id="{369DF310-0BB7-405E-9C4C-1E38887E0E11}"/>
              </a:ext>
            </a:extLst>
          </p:cNvPr>
          <p:cNvSpPr txBox="1">
            <a:spLocks noGrp="1"/>
          </p:cNvSpPr>
          <p:nvPr>
            <p:ph type="title"/>
          </p:nvPr>
        </p:nvSpPr>
        <p:spPr>
          <a:xfrm>
            <a:off x="2960400" y="1482025"/>
            <a:ext cx="4833771" cy="152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PROBLÈMES VARIÉS</a:t>
            </a:r>
            <a:endParaRPr dirty="0"/>
          </a:p>
        </p:txBody>
      </p:sp>
      <p:sp>
        <p:nvSpPr>
          <p:cNvPr id="811" name="Google Shape;811;p67">
            <a:extLst>
              <a:ext uri="{FF2B5EF4-FFF2-40B4-BE49-F238E27FC236}">
                <a16:creationId xmlns:a16="http://schemas.microsoft.com/office/drawing/2014/main" id="{AFF6A9FF-ED79-C6A6-6494-E63EB09356BF}"/>
              </a:ext>
            </a:extLst>
          </p:cNvPr>
          <p:cNvSpPr txBox="1">
            <a:spLocks noGrp="1"/>
          </p:cNvSpPr>
          <p:nvPr>
            <p:ph type="subTitle" idx="1"/>
          </p:nvPr>
        </p:nvSpPr>
        <p:spPr>
          <a:xfrm>
            <a:off x="5234950" y="3619525"/>
            <a:ext cx="2697600" cy="602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endParaRPr dirty="0"/>
          </a:p>
        </p:txBody>
      </p:sp>
      <p:sp>
        <p:nvSpPr>
          <p:cNvPr id="812" name="Google Shape;812;p67">
            <a:extLst>
              <a:ext uri="{FF2B5EF4-FFF2-40B4-BE49-F238E27FC236}">
                <a16:creationId xmlns:a16="http://schemas.microsoft.com/office/drawing/2014/main" id="{36D880DF-B3DF-C7E8-5A7B-B7B1FA0ECDDA}"/>
              </a:ext>
            </a:extLst>
          </p:cNvPr>
          <p:cNvSpPr txBox="1">
            <a:spLocks noGrp="1"/>
          </p:cNvSpPr>
          <p:nvPr>
            <p:ph type="title" idx="2"/>
          </p:nvPr>
        </p:nvSpPr>
        <p:spPr>
          <a:xfrm>
            <a:off x="827527" y="1787125"/>
            <a:ext cx="1995000" cy="915900"/>
          </a:xfrm>
          <a:prstGeom prst="rect">
            <a:avLst/>
          </a:prstGeom>
        </p:spPr>
        <p:txBody>
          <a:bodyPr spcFirstLastPara="1" wrap="square" lIns="91425" tIns="91425" rIns="91425" bIns="0" anchor="ctr" anchorCtr="0">
            <a:noAutofit/>
          </a:bodyPr>
          <a:lstStyle/>
          <a:p>
            <a:pPr marL="0" lvl="0" indent="0" algn="ctr" rtl="0">
              <a:spcBef>
                <a:spcPts val="0"/>
              </a:spcBef>
              <a:spcAft>
                <a:spcPts val="0"/>
              </a:spcAft>
              <a:buNone/>
            </a:pPr>
            <a:r>
              <a:rPr lang="de" dirty="0"/>
              <a:t>05</a:t>
            </a:r>
            <a:endParaRPr dirty="0"/>
          </a:p>
        </p:txBody>
      </p:sp>
    </p:spTree>
    <p:extLst>
      <p:ext uri="{BB962C8B-B14F-4D97-AF65-F5344CB8AC3E}">
        <p14:creationId xmlns:p14="http://schemas.microsoft.com/office/powerpoint/2010/main" val="38158455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62">
          <a:extLst>
            <a:ext uri="{FF2B5EF4-FFF2-40B4-BE49-F238E27FC236}">
              <a16:creationId xmlns:a16="http://schemas.microsoft.com/office/drawing/2014/main" id="{BA268E6E-ABB1-F903-CFFB-71C6F9F0F1AF}"/>
            </a:ext>
          </a:extLst>
        </p:cNvPr>
        <p:cNvGrpSpPr/>
        <p:nvPr/>
      </p:nvGrpSpPr>
      <p:grpSpPr>
        <a:xfrm>
          <a:off x="0" y="0"/>
          <a:ext cx="0" cy="0"/>
          <a:chOff x="0" y="0"/>
          <a:chExt cx="0" cy="0"/>
        </a:xfrm>
      </p:grpSpPr>
      <p:sp>
        <p:nvSpPr>
          <p:cNvPr id="463" name="Google Shape;463;p47">
            <a:extLst>
              <a:ext uri="{FF2B5EF4-FFF2-40B4-BE49-F238E27FC236}">
                <a16:creationId xmlns:a16="http://schemas.microsoft.com/office/drawing/2014/main" id="{ADB298F0-3876-94B6-8ABE-221A730E9196}"/>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t>De drôles de graphiques…</a:t>
            </a:r>
            <a:endParaRPr dirty="0"/>
          </a:p>
        </p:txBody>
      </p:sp>
      <p:pic>
        <p:nvPicPr>
          <p:cNvPr id="13" name="Picture 12">
            <a:extLst>
              <a:ext uri="{FF2B5EF4-FFF2-40B4-BE49-F238E27FC236}">
                <a16:creationId xmlns:a16="http://schemas.microsoft.com/office/drawing/2014/main" id="{CB65716D-49E0-A34A-1F52-4071A0B36870}"/>
              </a:ext>
            </a:extLst>
          </p:cNvPr>
          <p:cNvPicPr>
            <a:picLocks noChangeAspect="1"/>
          </p:cNvPicPr>
          <p:nvPr/>
        </p:nvPicPr>
        <p:blipFill>
          <a:blip r:embed="rId3"/>
          <a:stretch>
            <a:fillRect/>
          </a:stretch>
        </p:blipFill>
        <p:spPr>
          <a:xfrm>
            <a:off x="829060" y="1895061"/>
            <a:ext cx="2861472" cy="1915340"/>
          </a:xfrm>
          <a:prstGeom prst="rect">
            <a:avLst/>
          </a:prstGeom>
        </p:spPr>
      </p:pic>
      <p:pic>
        <p:nvPicPr>
          <p:cNvPr id="15" name="Picture 14">
            <a:extLst>
              <a:ext uri="{FF2B5EF4-FFF2-40B4-BE49-F238E27FC236}">
                <a16:creationId xmlns:a16="http://schemas.microsoft.com/office/drawing/2014/main" id="{B8290D19-258D-471D-5EFA-EC5073E3F524}"/>
              </a:ext>
            </a:extLst>
          </p:cNvPr>
          <p:cNvPicPr>
            <a:picLocks noChangeAspect="1"/>
          </p:cNvPicPr>
          <p:nvPr/>
        </p:nvPicPr>
        <p:blipFill>
          <a:blip r:embed="rId4"/>
          <a:stretch>
            <a:fillRect/>
          </a:stretch>
        </p:blipFill>
        <p:spPr>
          <a:xfrm>
            <a:off x="6954833" y="536644"/>
            <a:ext cx="1593716" cy="863670"/>
          </a:xfrm>
          <a:prstGeom prst="rect">
            <a:avLst/>
          </a:prstGeom>
        </p:spPr>
      </p:pic>
      <p:pic>
        <p:nvPicPr>
          <p:cNvPr id="17" name="Picture 16">
            <a:extLst>
              <a:ext uri="{FF2B5EF4-FFF2-40B4-BE49-F238E27FC236}">
                <a16:creationId xmlns:a16="http://schemas.microsoft.com/office/drawing/2014/main" id="{C4101EBE-223C-D97A-3FC0-27CF026828B3}"/>
              </a:ext>
            </a:extLst>
          </p:cNvPr>
          <p:cNvPicPr>
            <a:picLocks noChangeAspect="1"/>
          </p:cNvPicPr>
          <p:nvPr/>
        </p:nvPicPr>
        <p:blipFill>
          <a:blip r:embed="rId5"/>
          <a:stretch>
            <a:fillRect/>
          </a:stretch>
        </p:blipFill>
        <p:spPr>
          <a:xfrm>
            <a:off x="3996759" y="1051338"/>
            <a:ext cx="2887445" cy="1915339"/>
          </a:xfrm>
          <a:prstGeom prst="rect">
            <a:avLst/>
          </a:prstGeom>
        </p:spPr>
      </p:pic>
      <p:pic>
        <p:nvPicPr>
          <p:cNvPr id="19" name="Picture 18">
            <a:extLst>
              <a:ext uri="{FF2B5EF4-FFF2-40B4-BE49-F238E27FC236}">
                <a16:creationId xmlns:a16="http://schemas.microsoft.com/office/drawing/2014/main" id="{FF16AD3C-11D7-53C3-04B1-1A985405A19A}"/>
              </a:ext>
            </a:extLst>
          </p:cNvPr>
          <p:cNvPicPr>
            <a:picLocks noChangeAspect="1"/>
          </p:cNvPicPr>
          <p:nvPr/>
        </p:nvPicPr>
        <p:blipFill>
          <a:blip r:embed="rId6"/>
          <a:stretch>
            <a:fillRect/>
          </a:stretch>
        </p:blipFill>
        <p:spPr>
          <a:xfrm>
            <a:off x="5088921" y="3000290"/>
            <a:ext cx="2972226" cy="1891417"/>
          </a:xfrm>
          <a:prstGeom prst="rect">
            <a:avLst/>
          </a:prstGeom>
        </p:spPr>
      </p:pic>
    </p:spTree>
    <p:extLst>
      <p:ext uri="{BB962C8B-B14F-4D97-AF65-F5344CB8AC3E}">
        <p14:creationId xmlns:p14="http://schemas.microsoft.com/office/powerpoint/2010/main" val="1485299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98"/>
        <p:cNvGrpSpPr/>
        <p:nvPr/>
      </p:nvGrpSpPr>
      <p:grpSpPr>
        <a:xfrm>
          <a:off x="0" y="0"/>
          <a:ext cx="0" cy="0"/>
          <a:chOff x="0" y="0"/>
          <a:chExt cx="0" cy="0"/>
        </a:xfrm>
      </p:grpSpPr>
      <p:sp>
        <p:nvSpPr>
          <p:cNvPr id="399" name="Google Shape;399;p4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INHALT DIESER VORLAGE</a:t>
            </a:r>
            <a:endParaRPr/>
          </a:p>
        </p:txBody>
      </p:sp>
      <p:sp>
        <p:nvSpPr>
          <p:cNvPr id="400" name="Google Shape;400;p41"/>
          <p:cNvSpPr txBox="1">
            <a:spLocks noGrp="1"/>
          </p:cNvSpPr>
          <p:nvPr>
            <p:ph type="body" idx="1"/>
          </p:nvPr>
        </p:nvSpPr>
        <p:spPr>
          <a:xfrm>
            <a:off x="720000" y="1063350"/>
            <a:ext cx="7704000" cy="336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Du kannst diese Folie löschen, wenn du mit der Bearbeitung der Präsentation fertig bist</a:t>
            </a:r>
            <a:endParaRPr/>
          </a:p>
        </p:txBody>
      </p:sp>
      <p:graphicFrame>
        <p:nvGraphicFramePr>
          <p:cNvPr id="401" name="Google Shape;401;p41"/>
          <p:cNvGraphicFramePr/>
          <p:nvPr/>
        </p:nvGraphicFramePr>
        <p:xfrm>
          <a:off x="713213" y="1563901"/>
          <a:ext cx="7717675" cy="2575380"/>
        </p:xfrm>
        <a:graphic>
          <a:graphicData uri="http://schemas.openxmlformats.org/drawingml/2006/table">
            <a:tbl>
              <a:tblPr>
                <a:noFill/>
                <a:tableStyleId>{09F79010-8A3C-4446-BAD6-73539BAE8ED8}</a:tableStyleId>
              </a:tblPr>
              <a:tblGrid>
                <a:gridCol w="2198425">
                  <a:extLst>
                    <a:ext uri="{9D8B030D-6E8A-4147-A177-3AD203B41FA5}">
                      <a16:colId xmlns:a16="http://schemas.microsoft.com/office/drawing/2014/main" val="20000"/>
                    </a:ext>
                  </a:extLst>
                </a:gridCol>
                <a:gridCol w="5519250">
                  <a:extLst>
                    <a:ext uri="{9D8B030D-6E8A-4147-A177-3AD203B41FA5}">
                      <a16:colId xmlns:a16="http://schemas.microsoft.com/office/drawing/2014/main" val="20001"/>
                    </a:ext>
                  </a:extLst>
                </a:gridCol>
              </a:tblGrid>
              <a:tr h="470450">
                <a:tc>
                  <a:txBody>
                    <a:bodyPr/>
                    <a:lstStyle/>
                    <a:p>
                      <a:pPr marL="0" lvl="0" indent="0" algn="l" rtl="0">
                        <a:spcBef>
                          <a:spcPts val="0"/>
                        </a:spcBef>
                        <a:spcAft>
                          <a:spcPts val="0"/>
                        </a:spcAft>
                        <a:buNone/>
                      </a:pPr>
                      <a:r>
                        <a:rPr lang="de" sz="1100" b="1" u="sng">
                          <a:solidFill>
                            <a:schemeClr val="dk1"/>
                          </a:solidFill>
                          <a:latin typeface="IBM Plex Mono"/>
                          <a:ea typeface="IBM Plex Mono"/>
                          <a:cs typeface="IBM Plex Mono"/>
                          <a:sym typeface="IBM Plex Mono"/>
                          <a:hlinkClick r:id="rId3" action="ppaction://hlinksldjump">
                            <a:extLst>
                              <a:ext uri="{A12FA001-AC4F-418D-AE19-62706E023703}">
                                <ahyp:hlinkClr xmlns:ahyp="http://schemas.microsoft.com/office/drawing/2018/hyperlinkcolor" val="tx"/>
                              </a:ext>
                            </a:extLst>
                          </a:hlinkClick>
                        </a:rPr>
                        <a:t>SCHRIFTARTEN</a:t>
                      </a:r>
                      <a:endParaRPr sz="1100" b="1" u="sng">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spcBef>
                          <a:spcPts val="0"/>
                        </a:spcBef>
                        <a:spcAft>
                          <a:spcPts val="1600"/>
                        </a:spcAft>
                        <a:buNone/>
                      </a:pPr>
                      <a:r>
                        <a:rPr lang="de" sz="1000">
                          <a:solidFill>
                            <a:schemeClr val="dk1"/>
                          </a:solidFill>
                          <a:latin typeface="Archivo"/>
                          <a:ea typeface="Archivo"/>
                          <a:cs typeface="Archivo"/>
                          <a:sym typeface="Archivo"/>
                        </a:rPr>
                        <a:t>Um die Vorlage in PowerPoint mit den richtigen Schriftarten anzuzeigen, musst du die verwendeten Schriftarten herunterladen und auf deinem Computer installieren</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0"/>
                  </a:ext>
                </a:extLst>
              </a:tr>
              <a:tr h="499825">
                <a:tc>
                  <a:txBody>
                    <a:bodyPr/>
                    <a:lstStyle/>
                    <a:p>
                      <a:pPr marL="0" lvl="0" indent="0" algn="l" rtl="0">
                        <a:spcBef>
                          <a:spcPts val="0"/>
                        </a:spcBef>
                        <a:spcAft>
                          <a:spcPts val="0"/>
                        </a:spcAft>
                        <a:buNone/>
                      </a:pPr>
                      <a:r>
                        <a:rPr lang="de" sz="1100" b="1" u="sng">
                          <a:solidFill>
                            <a:schemeClr val="dk1"/>
                          </a:solidFill>
                          <a:latin typeface="IBM Plex Mono"/>
                          <a:ea typeface="IBM Plex Mono"/>
                          <a:cs typeface="IBM Plex Mono"/>
                          <a:sym typeface="IBM Plex Mono"/>
                          <a:hlinkClick r:id="rId4" action="ppaction://hlinksldjump">
                            <a:extLst>
                              <a:ext uri="{A12FA001-AC4F-418D-AE19-62706E023703}">
                                <ahyp:hlinkClr xmlns:ahyp="http://schemas.microsoft.com/office/drawing/2018/hyperlinkcolor" val="tx"/>
                              </a:ext>
                            </a:extLst>
                          </a:hlinkClick>
                        </a:rPr>
                        <a:t>VERWENDETE</a:t>
                      </a:r>
                      <a:r>
                        <a:rPr lang="de" sz="1100" b="1">
                          <a:solidFill>
                            <a:schemeClr val="dk1"/>
                          </a:solidFill>
                          <a:latin typeface="IBM Plex Mono"/>
                          <a:ea typeface="IBM Plex Mono"/>
                          <a:cs typeface="IBM Plex Mono"/>
                          <a:sym typeface="IBM Plex Mono"/>
                        </a:rPr>
                        <a:t> UND </a:t>
                      </a:r>
                      <a:r>
                        <a:rPr lang="de" sz="1100" b="1" u="sng">
                          <a:solidFill>
                            <a:schemeClr val="dk1"/>
                          </a:solidFill>
                          <a:latin typeface="IBM Plex Mono"/>
                          <a:ea typeface="IBM Plex Mono"/>
                          <a:cs typeface="IBM Plex Mono"/>
                          <a:sym typeface="IBM Plex Mono"/>
                          <a:hlinkClick r:id="rId5" action="ppaction://hlinksldjump">
                            <a:extLst>
                              <a:ext uri="{A12FA001-AC4F-418D-AE19-62706E023703}">
                                <ahyp:hlinkClr xmlns:ahyp="http://schemas.microsoft.com/office/drawing/2018/hyperlinkcolor" val="tx"/>
                              </a:ext>
                            </a:extLst>
                          </a:hlinkClick>
                        </a:rPr>
                        <a:t>ALTERNATIVE RESSOURCEN</a:t>
                      </a:r>
                      <a:endParaRPr sz="1100" b="1" u="sng">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marR="0" lvl="0" indent="0" algn="l" rtl="0">
                        <a:lnSpc>
                          <a:spcPct val="100000"/>
                        </a:lnSpc>
                        <a:spcBef>
                          <a:spcPts val="0"/>
                        </a:spcBef>
                        <a:spcAft>
                          <a:spcPts val="1600"/>
                        </a:spcAft>
                        <a:buNone/>
                      </a:pPr>
                      <a:r>
                        <a:rPr lang="de" sz="1000">
                          <a:solidFill>
                            <a:schemeClr val="dk1"/>
                          </a:solidFill>
                          <a:latin typeface="Archivo"/>
                          <a:ea typeface="Archivo"/>
                          <a:cs typeface="Archivo"/>
                          <a:sym typeface="Archivo"/>
                        </a:rPr>
                        <a:t>Eine Auswahl an grafischen Ressourcen die perfekt für dieser Präsentation sind</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1"/>
                  </a:ext>
                </a:extLst>
              </a:tr>
              <a:tr h="338100">
                <a:tc>
                  <a:txBody>
                    <a:bodyPr/>
                    <a:lstStyle/>
                    <a:p>
                      <a:pPr marL="0" lvl="0" indent="0" algn="l" rtl="0">
                        <a:spcBef>
                          <a:spcPts val="0"/>
                        </a:spcBef>
                        <a:spcAft>
                          <a:spcPts val="0"/>
                        </a:spcAft>
                        <a:buNone/>
                      </a:pPr>
                      <a:r>
                        <a:rPr lang="de" sz="1100" b="1" u="sng">
                          <a:solidFill>
                            <a:schemeClr val="dk1"/>
                          </a:solidFill>
                          <a:latin typeface="IBM Plex Mono"/>
                          <a:ea typeface="IBM Plex Mono"/>
                          <a:cs typeface="IBM Plex Mono"/>
                          <a:sym typeface="IBM Plex Mono"/>
                          <a:hlinkClick r:id="rId6" action="ppaction://hlinksldjump">
                            <a:extLst>
                              <a:ext uri="{A12FA001-AC4F-418D-AE19-62706E023703}">
                                <ahyp:hlinkClr xmlns:ahyp="http://schemas.microsoft.com/office/drawing/2018/hyperlinkcolor" val="tx"/>
                              </a:ext>
                            </a:extLst>
                          </a:hlinkClick>
                        </a:rPr>
                        <a:t>VIELEN DANK-FOLIE</a:t>
                      </a:r>
                      <a:endParaRPr sz="1100" b="1" u="sng">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spcBef>
                          <a:spcPts val="0"/>
                        </a:spcBef>
                        <a:spcAft>
                          <a:spcPts val="1600"/>
                        </a:spcAft>
                        <a:buNone/>
                      </a:pPr>
                      <a:r>
                        <a:rPr lang="de" sz="1000">
                          <a:solidFill>
                            <a:schemeClr val="dk1"/>
                          </a:solidFill>
                          <a:latin typeface="Archivo"/>
                          <a:ea typeface="Archivo"/>
                          <a:cs typeface="Archivo"/>
                          <a:sym typeface="Archivo"/>
                        </a:rPr>
                        <a:t>Diese Folie enthält die Credits für das Design, bitte lösche sie nicht</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2"/>
                  </a:ext>
                </a:extLst>
              </a:tr>
              <a:tr h="338100">
                <a:tc>
                  <a:txBody>
                    <a:bodyPr/>
                    <a:lstStyle/>
                    <a:p>
                      <a:pPr marL="0" lvl="0" indent="0" algn="l" rtl="0">
                        <a:spcBef>
                          <a:spcPts val="0"/>
                        </a:spcBef>
                        <a:spcAft>
                          <a:spcPts val="0"/>
                        </a:spcAft>
                        <a:buNone/>
                      </a:pPr>
                      <a:r>
                        <a:rPr lang="de" sz="1100" b="1" u="sng">
                          <a:solidFill>
                            <a:schemeClr val="dk1"/>
                          </a:solidFill>
                          <a:latin typeface="IBM Plex Mono"/>
                          <a:ea typeface="IBM Plex Mono"/>
                          <a:cs typeface="IBM Plex Mono"/>
                          <a:sym typeface="IBM Plex Mono"/>
                          <a:hlinkClick r:id="rId3" action="ppaction://hlinksldjump">
                            <a:extLst>
                              <a:ext uri="{A12FA001-AC4F-418D-AE19-62706E023703}">
                                <ahyp:hlinkClr xmlns:ahyp="http://schemas.microsoft.com/office/drawing/2018/hyperlinkcolor" val="tx"/>
                              </a:ext>
                            </a:extLst>
                          </a:hlinkClick>
                        </a:rPr>
                        <a:t>FARBEN</a:t>
                      </a:r>
                      <a:endParaRPr sz="1100" b="1" u="sng">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spcBef>
                          <a:spcPts val="0"/>
                        </a:spcBef>
                        <a:spcAft>
                          <a:spcPts val="1600"/>
                        </a:spcAft>
                        <a:buNone/>
                      </a:pPr>
                      <a:r>
                        <a:rPr lang="de" sz="1000">
                          <a:solidFill>
                            <a:schemeClr val="dk1"/>
                          </a:solidFill>
                          <a:latin typeface="Archivo"/>
                          <a:ea typeface="Archivo"/>
                          <a:cs typeface="Archivo"/>
                          <a:sym typeface="Archivo"/>
                        </a:rPr>
                        <a:t>Alle Farben, die in dieser Präsentation verwendet werden</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3"/>
                  </a:ext>
                </a:extLst>
              </a:tr>
              <a:tr h="499825">
                <a:tc>
                  <a:txBody>
                    <a:bodyPr/>
                    <a:lstStyle/>
                    <a:p>
                      <a:pPr marL="0" lvl="0" indent="0" algn="l" rtl="0">
                        <a:spcBef>
                          <a:spcPts val="0"/>
                        </a:spcBef>
                        <a:spcAft>
                          <a:spcPts val="0"/>
                        </a:spcAft>
                        <a:buNone/>
                      </a:pPr>
                      <a:r>
                        <a:rPr lang="de" sz="1100" b="1" u="sng">
                          <a:solidFill>
                            <a:schemeClr val="dk1"/>
                          </a:solidFill>
                          <a:latin typeface="IBM Plex Mono"/>
                          <a:ea typeface="IBM Plex Mono"/>
                          <a:cs typeface="IBM Plex Mono"/>
                          <a:sym typeface="IBM Plex Mono"/>
                          <a:hlinkClick r:id="rId7" action="ppaction://hlinksldjump">
                            <a:extLst>
                              <a:ext uri="{A12FA001-AC4F-418D-AE19-62706E023703}">
                                <ahyp:hlinkClr xmlns:ahyp="http://schemas.microsoft.com/office/drawing/2018/hyperlinkcolor" val="tx"/>
                              </a:ext>
                            </a:extLst>
                          </a:hlinkClick>
                        </a:rPr>
                        <a:t>INFOGRAFIK-RESSOURCEN </a:t>
                      </a:r>
                      <a:r>
                        <a:rPr lang="de" sz="1100" b="1">
                          <a:solidFill>
                            <a:schemeClr val="dk1"/>
                          </a:solidFill>
                          <a:latin typeface="IBM Plex Mono"/>
                          <a:ea typeface="IBM Plex Mono"/>
                          <a:cs typeface="IBM Plex Mono"/>
                          <a:sym typeface="IBM Plex Mono"/>
                        </a:rPr>
                        <a:t>UND </a:t>
                      </a:r>
                      <a:r>
                        <a:rPr lang="de" sz="1100" b="1" u="sng">
                          <a:solidFill>
                            <a:schemeClr val="dk1"/>
                          </a:solidFill>
                          <a:latin typeface="IBM Plex Mono"/>
                          <a:ea typeface="IBM Plex Mono"/>
                          <a:cs typeface="IBM Plex Mono"/>
                          <a:sym typeface="IBM Plex Mono"/>
                          <a:hlinkClick r:id="" action="ppaction://noaction">
                            <a:extLst>
                              <a:ext uri="{A12FA001-AC4F-418D-AE19-62706E023703}">
                                <ahyp:hlinkClr xmlns:ahyp="http://schemas.microsoft.com/office/drawing/2018/hyperlinkcolor" val="tx"/>
                              </a:ext>
                            </a:extLst>
                          </a:hlinkClick>
                        </a:rPr>
                        <a:t>ICONS</a:t>
                      </a:r>
                      <a:endParaRPr sz="1100" b="1" u="sng">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spcBef>
                          <a:spcPts val="0"/>
                        </a:spcBef>
                        <a:spcAft>
                          <a:spcPts val="0"/>
                        </a:spcAft>
                        <a:buNone/>
                      </a:pPr>
                      <a:r>
                        <a:rPr lang="de" sz="1000">
                          <a:solidFill>
                            <a:schemeClr val="dk1"/>
                          </a:solidFill>
                          <a:latin typeface="Archivo"/>
                          <a:ea typeface="Archivo"/>
                          <a:cs typeface="Archivo"/>
                          <a:sym typeface="Archivo"/>
                        </a:rPr>
                        <a:t>Du kannst sie in der Präsentation verwenden und ihre Größe und Farbe bearbeiten</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4"/>
                  </a:ext>
                </a:extLst>
              </a:tr>
              <a:tr h="338100">
                <a:tc>
                  <a:txBody>
                    <a:bodyPr/>
                    <a:lstStyle/>
                    <a:p>
                      <a:pPr marL="0" lvl="0" indent="0" algn="l" rtl="0">
                        <a:spcBef>
                          <a:spcPts val="0"/>
                        </a:spcBef>
                        <a:spcAft>
                          <a:spcPts val="0"/>
                        </a:spcAft>
                        <a:buNone/>
                      </a:pPr>
                      <a:r>
                        <a:rPr lang="de" sz="1100" b="1">
                          <a:solidFill>
                            <a:schemeClr val="dk1"/>
                          </a:solidFill>
                          <a:latin typeface="IBM Plex Mono"/>
                          <a:ea typeface="IBM Plex Mono"/>
                          <a:cs typeface="IBM Plex Mono"/>
                          <a:sym typeface="IBM Plex Mono"/>
                        </a:rPr>
                        <a:t>BEARBEITBARES THEMA </a:t>
                      </a:r>
                      <a:endParaRPr sz="1100" b="1">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spcBef>
                          <a:spcPts val="0"/>
                        </a:spcBef>
                        <a:spcAft>
                          <a:spcPts val="1600"/>
                        </a:spcAft>
                        <a:buNone/>
                      </a:pPr>
                      <a:r>
                        <a:rPr lang="de" sz="1000">
                          <a:solidFill>
                            <a:schemeClr val="dk1"/>
                          </a:solidFill>
                          <a:latin typeface="Archivo"/>
                          <a:ea typeface="Archivo"/>
                          <a:cs typeface="Archivo"/>
                          <a:sym typeface="Archivo"/>
                        </a:rPr>
                        <a:t>Masterfolien können leicht bearbeitet werden. Klicke </a:t>
                      </a:r>
                      <a:r>
                        <a:rPr lang="de" sz="1000" b="1" u="sng">
                          <a:solidFill>
                            <a:schemeClr val="dk1"/>
                          </a:solidFill>
                          <a:latin typeface="Archivo"/>
                          <a:ea typeface="Archivo"/>
                          <a:cs typeface="Archivo"/>
                          <a:sym typeface="Archivo"/>
                          <a:hlinkClick r:id="rId8">
                            <a:extLst>
                              <a:ext uri="{A12FA001-AC4F-418D-AE19-62706E023703}">
                                <ahyp:hlinkClr xmlns:ahyp="http://schemas.microsoft.com/office/drawing/2018/hyperlinkcolor" val="tx"/>
                              </a:ext>
                            </a:extLst>
                          </a:hlinkClick>
                        </a:rPr>
                        <a:t>hier</a:t>
                      </a:r>
                      <a:r>
                        <a:rPr lang="de" sz="1000">
                          <a:solidFill>
                            <a:schemeClr val="dk1"/>
                          </a:solidFill>
                          <a:latin typeface="Archivo"/>
                          <a:ea typeface="Archivo"/>
                          <a:cs typeface="Archivo"/>
                          <a:sym typeface="Archivo"/>
                        </a:rPr>
                        <a:t>, um zu lernen, wie</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
        <p:nvSpPr>
          <p:cNvPr id="402" name="Google Shape;402;p41"/>
          <p:cNvSpPr txBox="1"/>
          <p:nvPr/>
        </p:nvSpPr>
        <p:spPr>
          <a:xfrm>
            <a:off x="713225" y="4247600"/>
            <a:ext cx="3858900" cy="356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de" sz="1000">
                <a:solidFill>
                  <a:schemeClr val="dk1"/>
                </a:solidFill>
                <a:latin typeface="Archivo"/>
                <a:ea typeface="Archivo"/>
                <a:cs typeface="Archivo"/>
                <a:sym typeface="Archivo"/>
              </a:rPr>
              <a:t>Für weitere Infos:</a:t>
            </a:r>
            <a:br>
              <a:rPr lang="de" sz="1000" b="1">
                <a:solidFill>
                  <a:schemeClr val="dk1"/>
                </a:solidFill>
                <a:latin typeface="Archivo"/>
                <a:ea typeface="Archivo"/>
                <a:cs typeface="Archivo"/>
                <a:sym typeface="Archivo"/>
              </a:rPr>
            </a:br>
            <a:r>
              <a:rPr lang="de" sz="1000" b="1" u="sng">
                <a:solidFill>
                  <a:schemeClr val="dk1"/>
                </a:solidFill>
                <a:latin typeface="Archivo"/>
                <a:ea typeface="Archivo"/>
                <a:cs typeface="Archivo"/>
                <a:sym typeface="Archivo"/>
                <a:hlinkClick r:id="rId9">
                  <a:extLst>
                    <a:ext uri="{A12FA001-AC4F-418D-AE19-62706E023703}">
                      <ahyp:hlinkClr xmlns:ahyp="http://schemas.microsoft.com/office/drawing/2018/hyperlinkcolor" val="tx"/>
                    </a:ext>
                  </a:extLst>
                </a:hlinkClick>
              </a:rPr>
              <a:t>SLIDESGO</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10">
                  <a:extLst>
                    <a:ext uri="{A12FA001-AC4F-418D-AE19-62706E023703}">
                      <ahyp:hlinkClr xmlns:ahyp="http://schemas.microsoft.com/office/drawing/2018/hyperlinkcolor" val="tx"/>
                    </a:ext>
                  </a:extLst>
                </a:hlinkClick>
              </a:rPr>
              <a:t>BLOG</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11">
                  <a:extLst>
                    <a:ext uri="{A12FA001-AC4F-418D-AE19-62706E023703}">
                      <ahyp:hlinkClr xmlns:ahyp="http://schemas.microsoft.com/office/drawing/2018/hyperlinkcolor" val="tx"/>
                    </a:ext>
                  </a:extLst>
                </a:hlinkClick>
              </a:rPr>
              <a:t>FAQs</a:t>
            </a:r>
            <a:endParaRPr sz="1000" u="sng">
              <a:solidFill>
                <a:schemeClr val="dk1"/>
              </a:solidFill>
              <a:latin typeface="Archivo"/>
              <a:ea typeface="Archivo"/>
              <a:cs typeface="Archivo"/>
              <a:sym typeface="Archivo"/>
            </a:endParaRPr>
          </a:p>
        </p:txBody>
      </p:sp>
      <p:sp>
        <p:nvSpPr>
          <p:cNvPr id="403" name="Google Shape;403;p41"/>
          <p:cNvSpPr txBox="1"/>
          <p:nvPr/>
        </p:nvSpPr>
        <p:spPr>
          <a:xfrm>
            <a:off x="4572000" y="4223775"/>
            <a:ext cx="3858900" cy="380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de" sz="1000">
                <a:solidFill>
                  <a:schemeClr val="dk1"/>
                </a:solidFill>
                <a:latin typeface="Archivo"/>
                <a:ea typeface="Archivo"/>
                <a:cs typeface="Archivo"/>
                <a:sym typeface="Archivo"/>
              </a:rPr>
              <a:t>Besuche unsere Projekte:</a:t>
            </a:r>
            <a:br>
              <a:rPr lang="de" sz="1000" b="1">
                <a:solidFill>
                  <a:schemeClr val="dk1"/>
                </a:solidFill>
                <a:latin typeface="Archivo"/>
                <a:ea typeface="Archivo"/>
                <a:cs typeface="Archivo"/>
                <a:sym typeface="Archivo"/>
              </a:rPr>
            </a:br>
            <a:r>
              <a:rPr lang="de" sz="1000" b="1" u="sng">
                <a:solidFill>
                  <a:schemeClr val="dk1"/>
                </a:solidFill>
                <a:latin typeface="Archivo"/>
                <a:ea typeface="Archivo"/>
                <a:cs typeface="Archivo"/>
                <a:sym typeface="Archivo"/>
                <a:hlinkClick r:id="rId12">
                  <a:extLst>
                    <a:ext uri="{A12FA001-AC4F-418D-AE19-62706E023703}">
                      <ahyp:hlinkClr xmlns:ahyp="http://schemas.microsoft.com/office/drawing/2018/hyperlinkcolor" val="tx"/>
                    </a:ext>
                  </a:extLst>
                </a:hlinkClick>
              </a:rPr>
              <a:t>FREEPIK</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13">
                  <a:extLst>
                    <a:ext uri="{A12FA001-AC4F-418D-AE19-62706E023703}">
                      <ahyp:hlinkClr xmlns:ahyp="http://schemas.microsoft.com/office/drawing/2018/hyperlinkcolor" val="tx"/>
                    </a:ext>
                  </a:extLst>
                </a:hlinkClick>
              </a:rPr>
              <a:t>FLATICON</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14">
                  <a:extLst>
                    <a:ext uri="{A12FA001-AC4F-418D-AE19-62706E023703}">
                      <ahyp:hlinkClr xmlns:ahyp="http://schemas.microsoft.com/office/drawing/2018/hyperlinkcolor" val="tx"/>
                    </a:ext>
                  </a:extLst>
                </a:hlinkClick>
              </a:rPr>
              <a:t>STORYSET</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15">
                  <a:extLst>
                    <a:ext uri="{A12FA001-AC4F-418D-AE19-62706E023703}">
                      <ahyp:hlinkClr xmlns:ahyp="http://schemas.microsoft.com/office/drawing/2018/hyperlinkcolor" val="tx"/>
                    </a:ext>
                  </a:extLst>
                </a:hlinkClick>
              </a:rPr>
              <a:t>WEPIK</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16">
                  <a:extLst>
                    <a:ext uri="{A12FA001-AC4F-418D-AE19-62706E023703}">
                      <ahyp:hlinkClr xmlns:ahyp="http://schemas.microsoft.com/office/drawing/2018/hyperlinkcolor" val="tx"/>
                    </a:ext>
                  </a:extLst>
                </a:hlinkClick>
              </a:rPr>
              <a:t>VIDEVO</a:t>
            </a:r>
            <a:endParaRPr sz="1000" b="1">
              <a:solidFill>
                <a:schemeClr val="dk1"/>
              </a:solidFill>
              <a:latin typeface="Archivo"/>
              <a:ea typeface="Archivo"/>
              <a:cs typeface="Archivo"/>
              <a:sym typeface="Archiv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8" name="Google Shape;408;p4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INHALTSVERZEICHNIS</a:t>
            </a:r>
            <a:endParaRPr/>
          </a:p>
        </p:txBody>
      </p:sp>
      <p:sp>
        <p:nvSpPr>
          <p:cNvPr id="409" name="Google Shape;409;p42"/>
          <p:cNvSpPr txBox="1">
            <a:spLocks noGrp="1"/>
          </p:cNvSpPr>
          <p:nvPr>
            <p:ph type="subTitle" idx="13"/>
          </p:nvPr>
        </p:nvSpPr>
        <p:spPr>
          <a:xfrm>
            <a:off x="4214891" y="1801116"/>
            <a:ext cx="28383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ROBOTICS REVOLUTION</a:t>
            </a:r>
            <a:endParaRPr/>
          </a:p>
        </p:txBody>
      </p:sp>
      <p:sp>
        <p:nvSpPr>
          <p:cNvPr id="410" name="Google Shape;410;p42"/>
          <p:cNvSpPr txBox="1">
            <a:spLocks noGrp="1"/>
          </p:cNvSpPr>
          <p:nvPr>
            <p:ph type="subTitle" idx="1"/>
          </p:nvPr>
        </p:nvSpPr>
        <p:spPr>
          <a:xfrm>
            <a:off x="720000" y="2209200"/>
            <a:ext cx="28383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Hier kannst du das Thema des Abschnitts beschreiben</a:t>
            </a:r>
            <a:endParaRPr dirty="0"/>
          </a:p>
        </p:txBody>
      </p:sp>
      <p:sp>
        <p:nvSpPr>
          <p:cNvPr id="411" name="Google Shape;411;p42"/>
          <p:cNvSpPr txBox="1">
            <a:spLocks noGrp="1"/>
          </p:cNvSpPr>
          <p:nvPr>
            <p:ph type="subTitle" idx="2"/>
          </p:nvPr>
        </p:nvSpPr>
        <p:spPr>
          <a:xfrm>
            <a:off x="4214900" y="2209200"/>
            <a:ext cx="28383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das Thema des Abschnitts beschreiben</a:t>
            </a:r>
            <a:endParaRPr/>
          </a:p>
        </p:txBody>
      </p:sp>
      <p:sp>
        <p:nvSpPr>
          <p:cNvPr id="412" name="Google Shape;412;p42"/>
          <p:cNvSpPr txBox="1">
            <a:spLocks noGrp="1"/>
          </p:cNvSpPr>
          <p:nvPr>
            <p:ph type="subTitle" idx="3"/>
          </p:nvPr>
        </p:nvSpPr>
        <p:spPr>
          <a:xfrm>
            <a:off x="720000" y="3942375"/>
            <a:ext cx="28383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das Thema des Abschnitts beschreiben</a:t>
            </a:r>
            <a:endParaRPr/>
          </a:p>
        </p:txBody>
      </p:sp>
      <p:sp>
        <p:nvSpPr>
          <p:cNvPr id="413" name="Google Shape;413;p42"/>
          <p:cNvSpPr txBox="1">
            <a:spLocks noGrp="1"/>
          </p:cNvSpPr>
          <p:nvPr>
            <p:ph type="subTitle" idx="4"/>
          </p:nvPr>
        </p:nvSpPr>
        <p:spPr>
          <a:xfrm>
            <a:off x="4214900" y="3942375"/>
            <a:ext cx="28383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das Thema des Abschnitts beschreiben</a:t>
            </a:r>
            <a:endParaRPr/>
          </a:p>
        </p:txBody>
      </p:sp>
      <p:sp>
        <p:nvSpPr>
          <p:cNvPr id="414" name="Google Shape;414;p42"/>
          <p:cNvSpPr txBox="1">
            <a:spLocks noGrp="1"/>
          </p:cNvSpPr>
          <p:nvPr>
            <p:ph type="subTitle" idx="9"/>
          </p:nvPr>
        </p:nvSpPr>
        <p:spPr>
          <a:xfrm>
            <a:off x="720000" y="1801116"/>
            <a:ext cx="28383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EINFÜHRUNG</a:t>
            </a:r>
            <a:endParaRPr/>
          </a:p>
        </p:txBody>
      </p:sp>
      <p:sp>
        <p:nvSpPr>
          <p:cNvPr id="415" name="Google Shape;415;p42"/>
          <p:cNvSpPr txBox="1">
            <a:spLocks noGrp="1"/>
          </p:cNvSpPr>
          <p:nvPr>
            <p:ph type="title" idx="5"/>
          </p:nvPr>
        </p:nvSpPr>
        <p:spPr>
          <a:xfrm>
            <a:off x="821600" y="1332025"/>
            <a:ext cx="9048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de"/>
              <a:t>01</a:t>
            </a:r>
            <a:endParaRPr/>
          </a:p>
        </p:txBody>
      </p:sp>
      <p:sp>
        <p:nvSpPr>
          <p:cNvPr id="416" name="Google Shape;416;p42"/>
          <p:cNvSpPr txBox="1">
            <a:spLocks noGrp="1"/>
          </p:cNvSpPr>
          <p:nvPr>
            <p:ph type="title" idx="6"/>
          </p:nvPr>
        </p:nvSpPr>
        <p:spPr>
          <a:xfrm>
            <a:off x="821600" y="3064618"/>
            <a:ext cx="9048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de"/>
              <a:t>03</a:t>
            </a:r>
            <a:endParaRPr/>
          </a:p>
        </p:txBody>
      </p:sp>
      <p:sp>
        <p:nvSpPr>
          <p:cNvPr id="417" name="Google Shape;417;p42"/>
          <p:cNvSpPr txBox="1">
            <a:spLocks noGrp="1"/>
          </p:cNvSpPr>
          <p:nvPr>
            <p:ph type="title" idx="7"/>
          </p:nvPr>
        </p:nvSpPr>
        <p:spPr>
          <a:xfrm>
            <a:off x="4316491" y="1332025"/>
            <a:ext cx="9048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de"/>
              <a:t>02</a:t>
            </a:r>
            <a:endParaRPr/>
          </a:p>
        </p:txBody>
      </p:sp>
      <p:sp>
        <p:nvSpPr>
          <p:cNvPr id="418" name="Google Shape;418;p42"/>
          <p:cNvSpPr txBox="1">
            <a:spLocks noGrp="1"/>
          </p:cNvSpPr>
          <p:nvPr>
            <p:ph type="title" idx="8"/>
          </p:nvPr>
        </p:nvSpPr>
        <p:spPr>
          <a:xfrm>
            <a:off x="4316491" y="3064618"/>
            <a:ext cx="9048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de"/>
              <a:t>04</a:t>
            </a:r>
            <a:endParaRPr/>
          </a:p>
        </p:txBody>
      </p:sp>
      <p:sp>
        <p:nvSpPr>
          <p:cNvPr id="419" name="Google Shape;419;p42"/>
          <p:cNvSpPr txBox="1">
            <a:spLocks noGrp="1"/>
          </p:cNvSpPr>
          <p:nvPr>
            <p:ph type="subTitle" idx="14"/>
          </p:nvPr>
        </p:nvSpPr>
        <p:spPr>
          <a:xfrm>
            <a:off x="720000" y="3533776"/>
            <a:ext cx="28383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MECHATRONICS</a:t>
            </a:r>
            <a:endParaRPr/>
          </a:p>
        </p:txBody>
      </p:sp>
      <p:sp>
        <p:nvSpPr>
          <p:cNvPr id="420" name="Google Shape;420;p42"/>
          <p:cNvSpPr txBox="1">
            <a:spLocks noGrp="1"/>
          </p:cNvSpPr>
          <p:nvPr>
            <p:ph type="subTitle" idx="15"/>
          </p:nvPr>
        </p:nvSpPr>
        <p:spPr>
          <a:xfrm>
            <a:off x="4214891" y="3533776"/>
            <a:ext cx="28383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CODE AND CIRCUITRY</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sp>
        <p:nvSpPr>
          <p:cNvPr id="425" name="Google Shape;425;p43"/>
          <p:cNvSpPr txBox="1">
            <a:spLocks noGrp="1"/>
          </p:cNvSpPr>
          <p:nvPr>
            <p:ph type="title"/>
          </p:nvPr>
        </p:nvSpPr>
        <p:spPr>
          <a:xfrm>
            <a:off x="2135550" y="1522704"/>
            <a:ext cx="4872900" cy="150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de"/>
              <a:t>Wow!</a:t>
            </a:r>
            <a:endParaRPr/>
          </a:p>
        </p:txBody>
      </p:sp>
      <p:sp>
        <p:nvSpPr>
          <p:cNvPr id="426" name="Google Shape;426;p43"/>
          <p:cNvSpPr txBox="1">
            <a:spLocks noGrp="1"/>
          </p:cNvSpPr>
          <p:nvPr>
            <p:ph type="subTitle" idx="1"/>
          </p:nvPr>
        </p:nvSpPr>
        <p:spPr>
          <a:xfrm>
            <a:off x="2135550" y="2842638"/>
            <a:ext cx="4872900" cy="671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
              <a:t>In diesem Teil der Präsentation kannst du dich vorstellen, deine E-Mail-Adresse nennen...</a:t>
            </a:r>
            <a:endParaRPr/>
          </a:p>
        </p:txBody>
      </p:sp>
      <p:grpSp>
        <p:nvGrpSpPr>
          <p:cNvPr id="427" name="Google Shape;427;p43"/>
          <p:cNvGrpSpPr/>
          <p:nvPr/>
        </p:nvGrpSpPr>
        <p:grpSpPr>
          <a:xfrm>
            <a:off x="-9533" y="-7"/>
            <a:ext cx="2400327" cy="4724750"/>
            <a:chOff x="177793" y="152400"/>
            <a:chExt cx="2292357" cy="4512224"/>
          </a:xfrm>
        </p:grpSpPr>
        <p:pic>
          <p:nvPicPr>
            <p:cNvPr id="428" name="Google Shape;428;p43"/>
            <p:cNvPicPr preferRelativeResize="0"/>
            <p:nvPr/>
          </p:nvPicPr>
          <p:blipFill>
            <a:blip r:embed="rId3">
              <a:alphaModFix/>
            </a:blip>
            <a:stretch>
              <a:fillRect/>
            </a:stretch>
          </p:blipFill>
          <p:spPr>
            <a:xfrm rot="5400000">
              <a:off x="-668274" y="3042918"/>
              <a:ext cx="2467773" cy="775639"/>
            </a:xfrm>
            <a:prstGeom prst="rect">
              <a:avLst/>
            </a:prstGeom>
            <a:noFill/>
            <a:ln>
              <a:noFill/>
            </a:ln>
          </p:spPr>
        </p:pic>
        <p:pic>
          <p:nvPicPr>
            <p:cNvPr id="429" name="Google Shape;429;p43"/>
            <p:cNvPicPr preferRelativeResize="0"/>
            <p:nvPr/>
          </p:nvPicPr>
          <p:blipFill rotWithShape="1">
            <a:blip r:embed="rId4">
              <a:alphaModFix/>
            </a:blip>
            <a:srcRect l="50000" b="6183"/>
            <a:stretch/>
          </p:blipFill>
          <p:spPr>
            <a:xfrm rot="5400000">
              <a:off x="109262" y="220938"/>
              <a:ext cx="2429426" cy="2292350"/>
            </a:xfrm>
            <a:prstGeom prst="rect">
              <a:avLst/>
            </a:prstGeom>
            <a:noFill/>
            <a:ln>
              <a:noFill/>
            </a:ln>
          </p:spPr>
        </p:pic>
      </p:grpSp>
      <p:grpSp>
        <p:nvGrpSpPr>
          <p:cNvPr id="430" name="Google Shape;430;p43"/>
          <p:cNvGrpSpPr/>
          <p:nvPr/>
        </p:nvGrpSpPr>
        <p:grpSpPr>
          <a:xfrm>
            <a:off x="6528101" y="407029"/>
            <a:ext cx="2854722" cy="5057501"/>
            <a:chOff x="6456869" y="482600"/>
            <a:chExt cx="2726313" cy="4830008"/>
          </a:xfrm>
        </p:grpSpPr>
        <p:grpSp>
          <p:nvGrpSpPr>
            <p:cNvPr id="431" name="Google Shape;431;p43"/>
            <p:cNvGrpSpPr/>
            <p:nvPr/>
          </p:nvGrpSpPr>
          <p:grpSpPr>
            <a:xfrm>
              <a:off x="6673843" y="482600"/>
              <a:ext cx="2292357" cy="4512224"/>
              <a:chOff x="6667493" y="482600"/>
              <a:chExt cx="2292357" cy="4512224"/>
            </a:xfrm>
          </p:grpSpPr>
          <p:pic>
            <p:nvPicPr>
              <p:cNvPr id="432" name="Google Shape;432;p43"/>
              <p:cNvPicPr preferRelativeResize="0"/>
              <p:nvPr/>
            </p:nvPicPr>
            <p:blipFill>
              <a:blip r:embed="rId3">
                <a:alphaModFix/>
              </a:blip>
              <a:stretch>
                <a:fillRect/>
              </a:stretch>
            </p:blipFill>
            <p:spPr>
              <a:xfrm rot="-5400000">
                <a:off x="7338144" y="1328667"/>
                <a:ext cx="2467773" cy="775639"/>
              </a:xfrm>
              <a:prstGeom prst="rect">
                <a:avLst/>
              </a:prstGeom>
              <a:noFill/>
              <a:ln>
                <a:noFill/>
              </a:ln>
            </p:spPr>
          </p:pic>
          <p:pic>
            <p:nvPicPr>
              <p:cNvPr id="433" name="Google Shape;433;p43"/>
              <p:cNvPicPr preferRelativeResize="0"/>
              <p:nvPr/>
            </p:nvPicPr>
            <p:blipFill rotWithShape="1">
              <a:blip r:embed="rId4">
                <a:alphaModFix/>
              </a:blip>
              <a:srcRect l="50000" b="6183"/>
              <a:stretch/>
            </p:blipFill>
            <p:spPr>
              <a:xfrm rot="-5400000">
                <a:off x="6598955" y="2633936"/>
                <a:ext cx="2429426" cy="2292350"/>
              </a:xfrm>
              <a:prstGeom prst="rect">
                <a:avLst/>
              </a:prstGeom>
              <a:noFill/>
              <a:ln>
                <a:noFill/>
              </a:ln>
            </p:spPr>
          </p:pic>
        </p:grpSp>
        <p:pic>
          <p:nvPicPr>
            <p:cNvPr id="434" name="Google Shape;434;p43"/>
            <p:cNvPicPr preferRelativeResize="0"/>
            <p:nvPr/>
          </p:nvPicPr>
          <p:blipFill>
            <a:blip r:embed="rId5">
              <a:alphaModFix/>
            </a:blip>
            <a:stretch>
              <a:fillRect/>
            </a:stretch>
          </p:blipFill>
          <p:spPr>
            <a:xfrm rot="-2700000">
              <a:off x="6586139" y="3255544"/>
              <a:ext cx="2467772" cy="1387816"/>
            </a:xfrm>
            <a:prstGeom prst="rect">
              <a:avLst/>
            </a:prstGeom>
            <a:noFill/>
            <a:ln>
              <a:noFill/>
            </a:ln>
          </p:spPr>
        </p:pic>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38"/>
        <p:cNvGrpSpPr/>
        <p:nvPr/>
      </p:nvGrpSpPr>
      <p:grpSpPr>
        <a:xfrm>
          <a:off x="0" y="0"/>
          <a:ext cx="0" cy="0"/>
          <a:chOff x="0" y="0"/>
          <a:chExt cx="0" cy="0"/>
        </a:xfrm>
      </p:grpSpPr>
      <p:sp>
        <p:nvSpPr>
          <p:cNvPr id="439" name="Google Shape;439;p44"/>
          <p:cNvSpPr txBox="1">
            <a:spLocks noGrp="1"/>
          </p:cNvSpPr>
          <p:nvPr>
            <p:ph type="title"/>
          </p:nvPr>
        </p:nvSpPr>
        <p:spPr>
          <a:xfrm>
            <a:off x="1902336" y="2352475"/>
            <a:ext cx="5067600" cy="1047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EINFÜHRUNG</a:t>
            </a:r>
            <a:endParaRPr/>
          </a:p>
        </p:txBody>
      </p:sp>
      <p:sp>
        <p:nvSpPr>
          <p:cNvPr id="440" name="Google Shape;440;p44"/>
          <p:cNvSpPr txBox="1">
            <a:spLocks noGrp="1"/>
          </p:cNvSpPr>
          <p:nvPr>
            <p:ph type="title" idx="2"/>
          </p:nvPr>
        </p:nvSpPr>
        <p:spPr>
          <a:xfrm>
            <a:off x="2042402" y="1436575"/>
            <a:ext cx="1995000" cy="915900"/>
          </a:xfrm>
          <a:prstGeom prst="rect">
            <a:avLst/>
          </a:prstGeom>
        </p:spPr>
        <p:txBody>
          <a:bodyPr spcFirstLastPara="1" wrap="square" lIns="91425" tIns="91425" rIns="91425" bIns="0" anchor="ctr" anchorCtr="0">
            <a:noAutofit/>
          </a:bodyPr>
          <a:lstStyle/>
          <a:p>
            <a:pPr marL="0" lvl="0" indent="0" algn="ctr" rtl="0">
              <a:spcBef>
                <a:spcPts val="0"/>
              </a:spcBef>
              <a:spcAft>
                <a:spcPts val="0"/>
              </a:spcAft>
              <a:buNone/>
            </a:pPr>
            <a:r>
              <a:rPr lang="de"/>
              <a:t>01</a:t>
            </a:r>
            <a:endParaRPr/>
          </a:p>
        </p:txBody>
      </p:sp>
      <p:sp>
        <p:nvSpPr>
          <p:cNvPr id="441" name="Google Shape;441;p44"/>
          <p:cNvSpPr txBox="1">
            <a:spLocks noGrp="1"/>
          </p:cNvSpPr>
          <p:nvPr>
            <p:ph type="subTitle" idx="1"/>
          </p:nvPr>
        </p:nvSpPr>
        <p:spPr>
          <a:xfrm>
            <a:off x="1902324" y="3344388"/>
            <a:ext cx="5067600" cy="375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wenn nötig einen Untertitel eingeben</a:t>
            </a:r>
            <a:endParaRPr/>
          </a:p>
        </p:txBody>
      </p:sp>
      <p:pic>
        <p:nvPicPr>
          <p:cNvPr id="442" name="Google Shape;442;p44"/>
          <p:cNvPicPr preferRelativeResize="0"/>
          <p:nvPr/>
        </p:nvPicPr>
        <p:blipFill rotWithShape="1">
          <a:blip r:embed="rId3">
            <a:alphaModFix/>
          </a:blip>
          <a:srcRect t="19097" r="5042" b="2954"/>
          <a:stretch/>
        </p:blipFill>
        <p:spPr>
          <a:xfrm flipH="1">
            <a:off x="4037238" y="1481775"/>
            <a:ext cx="3716124" cy="958849"/>
          </a:xfrm>
          <a:prstGeom prst="rect">
            <a:avLst/>
          </a:prstGeom>
          <a:noFill/>
          <a:ln>
            <a:noFill/>
          </a:ln>
        </p:spPr>
      </p:pic>
      <p:grpSp>
        <p:nvGrpSpPr>
          <p:cNvPr id="443" name="Google Shape;443;p44"/>
          <p:cNvGrpSpPr/>
          <p:nvPr/>
        </p:nvGrpSpPr>
        <p:grpSpPr>
          <a:xfrm>
            <a:off x="8400" y="69700"/>
            <a:ext cx="9135601" cy="5004101"/>
            <a:chOff x="8400" y="69700"/>
            <a:chExt cx="9135601" cy="5004101"/>
          </a:xfrm>
        </p:grpSpPr>
        <p:pic>
          <p:nvPicPr>
            <p:cNvPr id="444" name="Google Shape;444;p44"/>
            <p:cNvPicPr preferRelativeResize="0"/>
            <p:nvPr/>
          </p:nvPicPr>
          <p:blipFill rotWithShape="1">
            <a:blip r:embed="rId4">
              <a:alphaModFix/>
            </a:blip>
            <a:srcRect t="1400" r="83036" b="-1400"/>
            <a:stretch/>
          </p:blipFill>
          <p:spPr>
            <a:xfrm>
              <a:off x="8010525" y="69700"/>
              <a:ext cx="1133476" cy="5004101"/>
            </a:xfrm>
            <a:prstGeom prst="rect">
              <a:avLst/>
            </a:prstGeom>
            <a:noFill/>
            <a:ln>
              <a:noFill/>
            </a:ln>
          </p:spPr>
        </p:pic>
        <p:pic>
          <p:nvPicPr>
            <p:cNvPr id="445" name="Google Shape;445;p44"/>
            <p:cNvPicPr preferRelativeResize="0"/>
            <p:nvPr/>
          </p:nvPicPr>
          <p:blipFill rotWithShape="1">
            <a:blip r:embed="rId4">
              <a:alphaModFix/>
            </a:blip>
            <a:srcRect t="1400" r="83036" b="-1400"/>
            <a:stretch/>
          </p:blipFill>
          <p:spPr>
            <a:xfrm rot="10800000">
              <a:off x="8400" y="69700"/>
              <a:ext cx="1133476" cy="5004101"/>
            </a:xfrm>
            <a:prstGeom prst="rect">
              <a:avLst/>
            </a:prstGeom>
            <a:noFill/>
            <a:ln>
              <a:noFill/>
            </a:ln>
          </p:spPr>
        </p:pic>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49"/>
        <p:cNvGrpSpPr/>
        <p:nvPr/>
      </p:nvGrpSpPr>
      <p:grpSpPr>
        <a:xfrm>
          <a:off x="0" y="0"/>
          <a:ext cx="0" cy="0"/>
          <a:chOff x="0" y="0"/>
          <a:chExt cx="0" cy="0"/>
        </a:xfrm>
      </p:grpSpPr>
      <p:sp>
        <p:nvSpPr>
          <p:cNvPr id="450" name="Google Shape;450;p4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BRAUCHST DU EINEN LÄNGEREN TEXT?</a:t>
            </a:r>
            <a:endParaRPr/>
          </a:p>
        </p:txBody>
      </p:sp>
      <p:sp>
        <p:nvSpPr>
          <p:cNvPr id="451" name="Google Shape;451;p45"/>
          <p:cNvSpPr txBox="1">
            <a:spLocks noGrp="1"/>
          </p:cNvSpPr>
          <p:nvPr>
            <p:ph type="subTitle" idx="1"/>
          </p:nvPr>
        </p:nvSpPr>
        <p:spPr>
          <a:xfrm>
            <a:off x="4845613" y="1731125"/>
            <a:ext cx="3424200" cy="21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Apropos Krater: Viele von ihnen wurden nach Künstlern oder Schriftstellern benannt, die einen wichtigen Beitrag zu ihrem jeweiligen Gebiet geleistet haben. </a:t>
            </a:r>
            <a:r>
              <a:rPr lang="de" b="1"/>
              <a:t>Merkur braucht etwas mehr als 58 Tage, um seine Rotation zu vollenden, also stell dir vor</a:t>
            </a:r>
            <a:r>
              <a:rPr lang="de"/>
              <a:t>, wie lang die Tage dort sein müssen! </a:t>
            </a:r>
            <a:endParaRPr/>
          </a:p>
        </p:txBody>
      </p:sp>
      <p:sp>
        <p:nvSpPr>
          <p:cNvPr id="452" name="Google Shape;452;p45"/>
          <p:cNvSpPr txBox="1">
            <a:spLocks noGrp="1"/>
          </p:cNvSpPr>
          <p:nvPr>
            <p:ph type="subTitle" idx="2"/>
          </p:nvPr>
        </p:nvSpPr>
        <p:spPr>
          <a:xfrm>
            <a:off x="874188" y="1731125"/>
            <a:ext cx="3424200" cy="21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Merkur ist der sonnennächste Planet und der kleinste im gesamten Sonnensystem. Der Name dieses Planeten hat nichts mit dem flüssigen Metall zu tun, denn Merkur wurde nach dem römischen Götterboten benannt. Obwohl er näher an der Sonne liegt als die Venus, sind seine Temperaturen nicht ganz so heiß. </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56"/>
        <p:cNvGrpSpPr/>
        <p:nvPr/>
      </p:nvGrpSpPr>
      <p:grpSpPr>
        <a:xfrm>
          <a:off x="0" y="0"/>
          <a:ext cx="0" cy="0"/>
          <a:chOff x="0" y="0"/>
          <a:chExt cx="0" cy="0"/>
        </a:xfrm>
      </p:grpSpPr>
      <p:sp>
        <p:nvSpPr>
          <p:cNvPr id="457" name="Google Shape;457;p46"/>
          <p:cNvSpPr txBox="1">
            <a:spLocks noGrp="1"/>
          </p:cNvSpPr>
          <p:nvPr>
            <p:ph type="title"/>
          </p:nvPr>
        </p:nvSpPr>
        <p:spPr>
          <a:xfrm>
            <a:off x="720000" y="794275"/>
            <a:ext cx="4855200" cy="977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DER TITEL DER FOLIE KOMMT HIER HIN!</a:t>
            </a:r>
            <a:endParaRPr/>
          </a:p>
        </p:txBody>
      </p:sp>
      <p:sp>
        <p:nvSpPr>
          <p:cNvPr id="458" name="Google Shape;458;p46"/>
          <p:cNvSpPr txBox="1">
            <a:spLocks noGrp="1"/>
          </p:cNvSpPr>
          <p:nvPr>
            <p:ph type="subTitle" idx="1"/>
          </p:nvPr>
        </p:nvSpPr>
        <p:spPr>
          <a:xfrm>
            <a:off x="720000" y="1986050"/>
            <a:ext cx="4855200" cy="2020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Weißt du, was dir hilft, deinen Standpunkt klar zu machen?</a:t>
            </a:r>
            <a:endParaRPr/>
          </a:p>
          <a:p>
            <a:pPr marL="0" lvl="0" indent="0" algn="l" rtl="0">
              <a:spcBef>
                <a:spcPts val="0"/>
              </a:spcBef>
              <a:spcAft>
                <a:spcPts val="0"/>
              </a:spcAft>
              <a:buNone/>
            </a:pPr>
            <a:r>
              <a:rPr lang="de"/>
              <a:t>Listen wie diese hier:</a:t>
            </a:r>
            <a:endParaRPr/>
          </a:p>
          <a:p>
            <a:pPr marL="320040" lvl="0" indent="-330200" algn="l" rtl="0">
              <a:spcBef>
                <a:spcPts val="0"/>
              </a:spcBef>
              <a:spcAft>
                <a:spcPts val="0"/>
              </a:spcAft>
              <a:buSzPts val="1600"/>
              <a:buFont typeface="Archivo Light"/>
              <a:buChar char="●"/>
            </a:pPr>
            <a:r>
              <a:rPr lang="de"/>
              <a:t>Sie sind einfach </a:t>
            </a:r>
            <a:endParaRPr/>
          </a:p>
          <a:p>
            <a:pPr marL="320040" lvl="0" indent="-330200" algn="l" rtl="0">
              <a:spcBef>
                <a:spcPts val="0"/>
              </a:spcBef>
              <a:spcAft>
                <a:spcPts val="0"/>
              </a:spcAft>
              <a:buSzPts val="1600"/>
              <a:buFont typeface="Archivo Light"/>
              <a:buChar char="●"/>
            </a:pPr>
            <a:r>
              <a:rPr lang="de"/>
              <a:t>Du kannst deine Ideen klar organisieren</a:t>
            </a:r>
            <a:endParaRPr/>
          </a:p>
          <a:p>
            <a:pPr marL="320040" lvl="0" indent="-330200" algn="l" rtl="0">
              <a:spcBef>
                <a:spcPts val="0"/>
              </a:spcBef>
              <a:spcAft>
                <a:spcPts val="0"/>
              </a:spcAft>
              <a:buSzPts val="1600"/>
              <a:buFont typeface="Archivo Light"/>
              <a:buChar char="●"/>
            </a:pPr>
            <a:r>
              <a:rPr lang="de"/>
              <a:t>Du wirst nie vergessen, Milch zu kaufen!</a:t>
            </a:r>
            <a:endParaRPr/>
          </a:p>
          <a:p>
            <a:pPr marL="0" lvl="0" indent="0" algn="l" rtl="0">
              <a:spcBef>
                <a:spcPts val="0"/>
              </a:spcBef>
              <a:spcAft>
                <a:spcPts val="0"/>
              </a:spcAft>
              <a:buNone/>
            </a:pPr>
            <a:r>
              <a:rPr lang="de"/>
              <a:t>Und das Wichtigste: Das Publikum wird die Aussage deiner Präsentation sofort verstehen</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62"/>
        <p:cNvGrpSpPr/>
        <p:nvPr/>
      </p:nvGrpSpPr>
      <p:grpSpPr>
        <a:xfrm>
          <a:off x="0" y="0"/>
          <a:ext cx="0" cy="0"/>
          <a:chOff x="0" y="0"/>
          <a:chExt cx="0" cy="0"/>
        </a:xfrm>
      </p:grpSpPr>
      <p:sp>
        <p:nvSpPr>
          <p:cNvPr id="463" name="Google Shape;463;p4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ZWEI IDEEN</a:t>
            </a:r>
            <a:endParaRPr/>
          </a:p>
        </p:txBody>
      </p:sp>
      <p:sp>
        <p:nvSpPr>
          <p:cNvPr id="464" name="Google Shape;464;p47"/>
          <p:cNvSpPr txBox="1">
            <a:spLocks noGrp="1"/>
          </p:cNvSpPr>
          <p:nvPr>
            <p:ph type="subTitle" idx="1"/>
          </p:nvPr>
        </p:nvSpPr>
        <p:spPr>
          <a:xfrm>
            <a:off x="5083765" y="2582715"/>
            <a:ext cx="2613300" cy="1036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 Venus hat einen </a:t>
            </a:r>
            <a:r>
              <a:rPr lang="de" b="1"/>
              <a:t>schönen Namen und ist der ist der </a:t>
            </a:r>
            <a:r>
              <a:rPr lang="de"/>
              <a:t>drittkleinste Planet des gesamten Sonnensystems</a:t>
            </a:r>
            <a:endParaRPr/>
          </a:p>
        </p:txBody>
      </p:sp>
      <p:sp>
        <p:nvSpPr>
          <p:cNvPr id="465" name="Google Shape;465;p47"/>
          <p:cNvSpPr txBox="1">
            <a:spLocks noGrp="1"/>
          </p:cNvSpPr>
          <p:nvPr>
            <p:ph type="subTitle" idx="2"/>
          </p:nvPr>
        </p:nvSpPr>
        <p:spPr>
          <a:xfrm>
            <a:off x="1462395" y="2582715"/>
            <a:ext cx="2613300" cy="1036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Merkur ist der </a:t>
            </a:r>
            <a:r>
              <a:rPr lang="de" b="1"/>
              <a:t>sonnennächste Planet</a:t>
            </a:r>
            <a:r>
              <a:rPr lang="de"/>
              <a:t> und der kleinste von allen, er ist nur ein bisschen größer als der Mond</a:t>
            </a:r>
            <a:endParaRPr/>
          </a:p>
        </p:txBody>
      </p:sp>
      <p:sp>
        <p:nvSpPr>
          <p:cNvPr id="466" name="Google Shape;466;p47"/>
          <p:cNvSpPr txBox="1">
            <a:spLocks noGrp="1"/>
          </p:cNvSpPr>
          <p:nvPr>
            <p:ph type="subTitle" idx="4"/>
          </p:nvPr>
        </p:nvSpPr>
        <p:spPr>
          <a:xfrm>
            <a:off x="1462170" y="2247315"/>
            <a:ext cx="26133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SIE</a:t>
            </a:r>
            <a:endParaRPr/>
          </a:p>
        </p:txBody>
      </p:sp>
      <p:sp>
        <p:nvSpPr>
          <p:cNvPr id="467" name="Google Shape;467;p47"/>
          <p:cNvSpPr txBox="1">
            <a:spLocks noGrp="1"/>
          </p:cNvSpPr>
          <p:nvPr>
            <p:ph type="subTitle" idx="3"/>
          </p:nvPr>
        </p:nvSpPr>
        <p:spPr>
          <a:xfrm>
            <a:off x="5083759" y="2247315"/>
            <a:ext cx="26133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WIR</a:t>
            </a:r>
            <a:endParaRPr/>
          </a:p>
        </p:txBody>
      </p:sp>
      <p:sp>
        <p:nvSpPr>
          <p:cNvPr id="468" name="Google Shape;468;p47"/>
          <p:cNvSpPr/>
          <p:nvPr/>
        </p:nvSpPr>
        <p:spPr>
          <a:xfrm>
            <a:off x="5190462" y="1812935"/>
            <a:ext cx="281975" cy="281972"/>
          </a:xfrm>
          <a:custGeom>
            <a:avLst/>
            <a:gdLst/>
            <a:ahLst/>
            <a:cxnLst/>
            <a:rect l="l" t="t" r="r" b="b"/>
            <a:pathLst>
              <a:path w="916" h="916" extrusionOk="0">
                <a:moveTo>
                  <a:pt x="53" y="351"/>
                </a:moveTo>
                <a:cubicBezTo>
                  <a:pt x="53" y="343"/>
                  <a:pt x="54" y="336"/>
                  <a:pt x="54" y="328"/>
                </a:cubicBezTo>
                <a:cubicBezTo>
                  <a:pt x="23" y="339"/>
                  <a:pt x="0" y="369"/>
                  <a:pt x="0" y="404"/>
                </a:cubicBezTo>
                <a:lnTo>
                  <a:pt x="0" y="565"/>
                </a:lnTo>
                <a:cubicBezTo>
                  <a:pt x="0" y="603"/>
                  <a:pt x="26" y="634"/>
                  <a:pt x="61" y="643"/>
                </a:cubicBezTo>
                <a:cubicBezTo>
                  <a:pt x="56" y="618"/>
                  <a:pt x="53" y="592"/>
                  <a:pt x="53" y="565"/>
                </a:cubicBezTo>
                <a:lnTo>
                  <a:pt x="53" y="351"/>
                </a:lnTo>
                <a:moveTo>
                  <a:pt x="458" y="0"/>
                </a:moveTo>
                <a:cubicBezTo>
                  <a:pt x="266" y="0"/>
                  <a:pt x="107" y="158"/>
                  <a:pt x="107" y="351"/>
                </a:cubicBezTo>
                <a:lnTo>
                  <a:pt x="107" y="565"/>
                </a:lnTo>
                <a:cubicBezTo>
                  <a:pt x="107" y="758"/>
                  <a:pt x="266" y="916"/>
                  <a:pt x="458" y="916"/>
                </a:cubicBezTo>
                <a:cubicBezTo>
                  <a:pt x="651" y="916"/>
                  <a:pt x="809" y="758"/>
                  <a:pt x="809" y="565"/>
                </a:cubicBezTo>
                <a:lnTo>
                  <a:pt x="809" y="351"/>
                </a:lnTo>
                <a:cubicBezTo>
                  <a:pt x="809" y="158"/>
                  <a:pt x="651" y="0"/>
                  <a:pt x="458" y="0"/>
                </a:cubicBezTo>
                <a:moveTo>
                  <a:pt x="565" y="163"/>
                </a:moveTo>
                <a:cubicBezTo>
                  <a:pt x="579" y="163"/>
                  <a:pt x="591" y="175"/>
                  <a:pt x="591" y="190"/>
                </a:cubicBezTo>
                <a:cubicBezTo>
                  <a:pt x="591" y="205"/>
                  <a:pt x="579" y="217"/>
                  <a:pt x="565" y="217"/>
                </a:cubicBezTo>
                <a:cubicBezTo>
                  <a:pt x="550" y="217"/>
                  <a:pt x="538" y="205"/>
                  <a:pt x="538" y="190"/>
                </a:cubicBezTo>
                <a:cubicBezTo>
                  <a:pt x="538" y="175"/>
                  <a:pt x="550" y="163"/>
                  <a:pt x="565" y="163"/>
                </a:cubicBezTo>
                <a:moveTo>
                  <a:pt x="457" y="163"/>
                </a:moveTo>
                <a:cubicBezTo>
                  <a:pt x="472" y="163"/>
                  <a:pt x="484" y="175"/>
                  <a:pt x="484" y="190"/>
                </a:cubicBezTo>
                <a:cubicBezTo>
                  <a:pt x="484" y="205"/>
                  <a:pt x="472" y="217"/>
                  <a:pt x="457" y="217"/>
                </a:cubicBezTo>
                <a:cubicBezTo>
                  <a:pt x="443" y="217"/>
                  <a:pt x="431" y="205"/>
                  <a:pt x="431" y="190"/>
                </a:cubicBezTo>
                <a:cubicBezTo>
                  <a:pt x="431" y="175"/>
                  <a:pt x="443" y="163"/>
                  <a:pt x="457" y="163"/>
                </a:cubicBezTo>
                <a:moveTo>
                  <a:pt x="350" y="163"/>
                </a:moveTo>
                <a:cubicBezTo>
                  <a:pt x="365" y="163"/>
                  <a:pt x="377" y="175"/>
                  <a:pt x="377" y="190"/>
                </a:cubicBezTo>
                <a:cubicBezTo>
                  <a:pt x="377" y="205"/>
                  <a:pt x="365" y="217"/>
                  <a:pt x="350" y="217"/>
                </a:cubicBezTo>
                <a:cubicBezTo>
                  <a:pt x="335" y="217"/>
                  <a:pt x="323" y="205"/>
                  <a:pt x="323" y="190"/>
                </a:cubicBezTo>
                <a:cubicBezTo>
                  <a:pt x="323" y="175"/>
                  <a:pt x="335" y="163"/>
                  <a:pt x="350" y="163"/>
                </a:cubicBezTo>
                <a:moveTo>
                  <a:pt x="439" y="808"/>
                </a:moveTo>
                <a:cubicBezTo>
                  <a:pt x="313" y="799"/>
                  <a:pt x="217" y="691"/>
                  <a:pt x="217" y="565"/>
                </a:cubicBezTo>
                <a:lnTo>
                  <a:pt x="217" y="298"/>
                </a:lnTo>
                <a:cubicBezTo>
                  <a:pt x="217" y="283"/>
                  <a:pt x="229" y="271"/>
                  <a:pt x="243" y="271"/>
                </a:cubicBezTo>
                <a:lnTo>
                  <a:pt x="672" y="271"/>
                </a:lnTo>
                <a:cubicBezTo>
                  <a:pt x="687" y="271"/>
                  <a:pt x="699" y="283"/>
                  <a:pt x="699" y="298"/>
                </a:cubicBezTo>
                <a:lnTo>
                  <a:pt x="699" y="566"/>
                </a:lnTo>
                <a:cubicBezTo>
                  <a:pt x="699" y="705"/>
                  <a:pt x="581" y="819"/>
                  <a:pt x="439" y="808"/>
                </a:cubicBezTo>
                <a:moveTo>
                  <a:pt x="861" y="329"/>
                </a:moveTo>
                <a:cubicBezTo>
                  <a:pt x="862" y="336"/>
                  <a:pt x="862" y="343"/>
                  <a:pt x="862" y="351"/>
                </a:cubicBezTo>
                <a:lnTo>
                  <a:pt x="862" y="565"/>
                </a:lnTo>
                <a:cubicBezTo>
                  <a:pt x="862" y="592"/>
                  <a:pt x="859" y="618"/>
                  <a:pt x="855" y="643"/>
                </a:cubicBezTo>
                <a:cubicBezTo>
                  <a:pt x="890" y="635"/>
                  <a:pt x="916" y="603"/>
                  <a:pt x="916" y="565"/>
                </a:cubicBezTo>
                <a:lnTo>
                  <a:pt x="916" y="404"/>
                </a:lnTo>
                <a:cubicBezTo>
                  <a:pt x="916" y="369"/>
                  <a:pt x="893" y="339"/>
                  <a:pt x="861" y="329"/>
                </a:cubicBezTo>
                <a:moveTo>
                  <a:pt x="270" y="565"/>
                </a:moveTo>
                <a:cubicBezTo>
                  <a:pt x="270" y="660"/>
                  <a:pt x="341" y="742"/>
                  <a:pt x="435" y="754"/>
                </a:cubicBezTo>
                <a:cubicBezTo>
                  <a:pt x="549" y="767"/>
                  <a:pt x="645" y="677"/>
                  <a:pt x="645" y="566"/>
                </a:cubicBezTo>
                <a:lnTo>
                  <a:pt x="645" y="324"/>
                </a:lnTo>
                <a:lnTo>
                  <a:pt x="270" y="324"/>
                </a:lnTo>
                <a:lnTo>
                  <a:pt x="270" y="565"/>
                </a:lnTo>
                <a:moveTo>
                  <a:pt x="391" y="390"/>
                </a:moveTo>
                <a:cubicBezTo>
                  <a:pt x="420" y="390"/>
                  <a:pt x="442" y="404"/>
                  <a:pt x="457" y="421"/>
                </a:cubicBezTo>
                <a:cubicBezTo>
                  <a:pt x="473" y="404"/>
                  <a:pt x="495" y="390"/>
                  <a:pt x="524" y="390"/>
                </a:cubicBezTo>
                <a:cubicBezTo>
                  <a:pt x="576" y="390"/>
                  <a:pt x="617" y="434"/>
                  <a:pt x="617" y="489"/>
                </a:cubicBezTo>
                <a:cubicBezTo>
                  <a:pt x="617" y="553"/>
                  <a:pt x="559" y="597"/>
                  <a:pt x="510" y="638"/>
                </a:cubicBezTo>
                <a:cubicBezTo>
                  <a:pt x="499" y="647"/>
                  <a:pt x="487" y="657"/>
                  <a:pt x="475" y="668"/>
                </a:cubicBezTo>
                <a:cubicBezTo>
                  <a:pt x="470" y="672"/>
                  <a:pt x="464" y="674"/>
                  <a:pt x="457" y="674"/>
                </a:cubicBezTo>
                <a:cubicBezTo>
                  <a:pt x="451" y="674"/>
                  <a:pt x="445" y="672"/>
                  <a:pt x="440" y="668"/>
                </a:cubicBezTo>
                <a:cubicBezTo>
                  <a:pt x="428" y="657"/>
                  <a:pt x="416" y="648"/>
                  <a:pt x="405" y="639"/>
                </a:cubicBezTo>
                <a:cubicBezTo>
                  <a:pt x="343" y="586"/>
                  <a:pt x="298" y="547"/>
                  <a:pt x="298" y="489"/>
                </a:cubicBezTo>
                <a:cubicBezTo>
                  <a:pt x="298" y="434"/>
                  <a:pt x="339" y="390"/>
                  <a:pt x="391" y="390"/>
                </a:cubicBezTo>
                <a:moveTo>
                  <a:pt x="440" y="598"/>
                </a:moveTo>
                <a:cubicBezTo>
                  <a:pt x="446" y="602"/>
                  <a:pt x="451" y="607"/>
                  <a:pt x="457" y="612"/>
                </a:cubicBezTo>
                <a:cubicBezTo>
                  <a:pt x="463" y="607"/>
                  <a:pt x="469" y="602"/>
                  <a:pt x="475" y="597"/>
                </a:cubicBezTo>
                <a:cubicBezTo>
                  <a:pt x="505" y="572"/>
                  <a:pt x="564" y="528"/>
                  <a:pt x="564" y="489"/>
                </a:cubicBezTo>
                <a:cubicBezTo>
                  <a:pt x="564" y="467"/>
                  <a:pt x="550" y="444"/>
                  <a:pt x="524" y="444"/>
                </a:cubicBezTo>
                <a:cubicBezTo>
                  <a:pt x="495" y="444"/>
                  <a:pt x="484" y="480"/>
                  <a:pt x="483" y="482"/>
                </a:cubicBezTo>
                <a:cubicBezTo>
                  <a:pt x="480" y="493"/>
                  <a:pt x="470" y="500"/>
                  <a:pt x="457" y="501"/>
                </a:cubicBezTo>
                <a:cubicBezTo>
                  <a:pt x="445" y="501"/>
                  <a:pt x="435" y="493"/>
                  <a:pt x="431" y="482"/>
                </a:cubicBezTo>
                <a:cubicBezTo>
                  <a:pt x="431" y="480"/>
                  <a:pt x="420" y="444"/>
                  <a:pt x="391" y="444"/>
                </a:cubicBezTo>
                <a:cubicBezTo>
                  <a:pt x="365" y="444"/>
                  <a:pt x="351" y="467"/>
                  <a:pt x="351" y="489"/>
                </a:cubicBezTo>
                <a:cubicBezTo>
                  <a:pt x="351" y="521"/>
                  <a:pt x="380" y="547"/>
                  <a:pt x="440" y="598"/>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69" name="Google Shape;469;p47"/>
          <p:cNvSpPr/>
          <p:nvPr/>
        </p:nvSpPr>
        <p:spPr>
          <a:xfrm>
            <a:off x="1569067" y="1812628"/>
            <a:ext cx="214251" cy="281972"/>
          </a:xfrm>
          <a:custGeom>
            <a:avLst/>
            <a:gdLst/>
            <a:ahLst/>
            <a:cxnLst/>
            <a:rect l="l" t="t" r="r" b="b"/>
            <a:pathLst>
              <a:path w="696" h="916" extrusionOk="0">
                <a:moveTo>
                  <a:pt x="348" y="217"/>
                </a:moveTo>
                <a:cubicBezTo>
                  <a:pt x="407" y="217"/>
                  <a:pt x="455" y="169"/>
                  <a:pt x="455" y="110"/>
                </a:cubicBezTo>
                <a:cubicBezTo>
                  <a:pt x="455" y="50"/>
                  <a:pt x="408" y="0"/>
                  <a:pt x="348" y="0"/>
                </a:cubicBezTo>
                <a:cubicBezTo>
                  <a:pt x="289" y="0"/>
                  <a:pt x="240" y="50"/>
                  <a:pt x="240" y="110"/>
                </a:cubicBezTo>
                <a:cubicBezTo>
                  <a:pt x="240" y="169"/>
                  <a:pt x="288" y="217"/>
                  <a:pt x="348" y="217"/>
                </a:cubicBezTo>
                <a:moveTo>
                  <a:pt x="348" y="83"/>
                </a:moveTo>
                <a:cubicBezTo>
                  <a:pt x="362" y="83"/>
                  <a:pt x="374" y="95"/>
                  <a:pt x="374" y="110"/>
                </a:cubicBezTo>
                <a:cubicBezTo>
                  <a:pt x="374" y="124"/>
                  <a:pt x="362" y="136"/>
                  <a:pt x="348" y="136"/>
                </a:cubicBezTo>
                <a:cubicBezTo>
                  <a:pt x="333" y="136"/>
                  <a:pt x="321" y="124"/>
                  <a:pt x="321" y="110"/>
                </a:cubicBezTo>
                <a:cubicBezTo>
                  <a:pt x="321" y="95"/>
                  <a:pt x="333" y="83"/>
                  <a:pt x="348" y="83"/>
                </a:cubicBezTo>
                <a:moveTo>
                  <a:pt x="348" y="916"/>
                </a:moveTo>
                <a:cubicBezTo>
                  <a:pt x="391" y="916"/>
                  <a:pt x="430" y="895"/>
                  <a:pt x="454" y="862"/>
                </a:cubicBezTo>
                <a:lnTo>
                  <a:pt x="241" y="862"/>
                </a:lnTo>
                <a:cubicBezTo>
                  <a:pt x="266" y="895"/>
                  <a:pt x="304" y="916"/>
                  <a:pt x="348" y="916"/>
                </a:cubicBezTo>
                <a:moveTo>
                  <a:pt x="643" y="545"/>
                </a:moveTo>
                <a:lnTo>
                  <a:pt x="643" y="372"/>
                </a:lnTo>
                <a:cubicBezTo>
                  <a:pt x="676" y="361"/>
                  <a:pt x="699" y="328"/>
                  <a:pt x="696" y="291"/>
                </a:cubicBezTo>
                <a:cubicBezTo>
                  <a:pt x="694" y="252"/>
                  <a:pt x="662" y="220"/>
                  <a:pt x="622" y="217"/>
                </a:cubicBezTo>
                <a:cubicBezTo>
                  <a:pt x="585" y="214"/>
                  <a:pt x="552" y="237"/>
                  <a:pt x="541" y="270"/>
                </a:cubicBezTo>
                <a:lnTo>
                  <a:pt x="478" y="270"/>
                </a:lnTo>
                <a:cubicBezTo>
                  <a:pt x="467" y="259"/>
                  <a:pt x="454" y="249"/>
                  <a:pt x="439" y="241"/>
                </a:cubicBezTo>
                <a:cubicBezTo>
                  <a:pt x="413" y="259"/>
                  <a:pt x="382" y="270"/>
                  <a:pt x="348" y="270"/>
                </a:cubicBezTo>
                <a:cubicBezTo>
                  <a:pt x="314" y="270"/>
                  <a:pt x="283" y="259"/>
                  <a:pt x="257" y="241"/>
                </a:cubicBezTo>
                <a:cubicBezTo>
                  <a:pt x="243" y="249"/>
                  <a:pt x="230" y="259"/>
                  <a:pt x="218" y="270"/>
                </a:cubicBezTo>
                <a:lnTo>
                  <a:pt x="155" y="270"/>
                </a:lnTo>
                <a:cubicBezTo>
                  <a:pt x="144" y="237"/>
                  <a:pt x="111" y="214"/>
                  <a:pt x="74" y="217"/>
                </a:cubicBezTo>
                <a:cubicBezTo>
                  <a:pt x="35" y="220"/>
                  <a:pt x="3" y="252"/>
                  <a:pt x="0" y="291"/>
                </a:cubicBezTo>
                <a:cubicBezTo>
                  <a:pt x="-3" y="328"/>
                  <a:pt x="20" y="361"/>
                  <a:pt x="53" y="372"/>
                </a:cubicBezTo>
                <a:lnTo>
                  <a:pt x="53" y="545"/>
                </a:lnTo>
                <a:cubicBezTo>
                  <a:pt x="42" y="549"/>
                  <a:pt x="32" y="555"/>
                  <a:pt x="23" y="564"/>
                </a:cubicBezTo>
                <a:cubicBezTo>
                  <a:pt x="-8" y="595"/>
                  <a:pt x="-8" y="646"/>
                  <a:pt x="23" y="677"/>
                </a:cubicBezTo>
                <a:cubicBezTo>
                  <a:pt x="34" y="688"/>
                  <a:pt x="51" y="687"/>
                  <a:pt x="61" y="677"/>
                </a:cubicBezTo>
                <a:cubicBezTo>
                  <a:pt x="71" y="666"/>
                  <a:pt x="71" y="650"/>
                  <a:pt x="61" y="640"/>
                </a:cubicBezTo>
                <a:cubicBezTo>
                  <a:pt x="51" y="629"/>
                  <a:pt x="51" y="612"/>
                  <a:pt x="61" y="602"/>
                </a:cubicBezTo>
                <a:cubicBezTo>
                  <a:pt x="71" y="591"/>
                  <a:pt x="89" y="591"/>
                  <a:pt x="99" y="602"/>
                </a:cubicBezTo>
                <a:cubicBezTo>
                  <a:pt x="110" y="612"/>
                  <a:pt x="110" y="629"/>
                  <a:pt x="99" y="640"/>
                </a:cubicBezTo>
                <a:cubicBezTo>
                  <a:pt x="89" y="650"/>
                  <a:pt x="89" y="666"/>
                  <a:pt x="99" y="677"/>
                </a:cubicBezTo>
                <a:cubicBezTo>
                  <a:pt x="110" y="687"/>
                  <a:pt x="126" y="688"/>
                  <a:pt x="137" y="677"/>
                </a:cubicBezTo>
                <a:cubicBezTo>
                  <a:pt x="168" y="646"/>
                  <a:pt x="168" y="595"/>
                  <a:pt x="137" y="564"/>
                </a:cubicBezTo>
                <a:cubicBezTo>
                  <a:pt x="128" y="555"/>
                  <a:pt x="118" y="549"/>
                  <a:pt x="107" y="545"/>
                </a:cubicBezTo>
                <a:lnTo>
                  <a:pt x="107" y="373"/>
                </a:lnTo>
                <a:cubicBezTo>
                  <a:pt x="129" y="365"/>
                  <a:pt x="147" y="347"/>
                  <a:pt x="155" y="324"/>
                </a:cubicBezTo>
                <a:lnTo>
                  <a:pt x="179" y="324"/>
                </a:lnTo>
                <a:cubicBezTo>
                  <a:pt x="167" y="348"/>
                  <a:pt x="160" y="376"/>
                  <a:pt x="160" y="405"/>
                </a:cubicBezTo>
                <a:lnTo>
                  <a:pt x="160" y="514"/>
                </a:lnTo>
                <a:cubicBezTo>
                  <a:pt x="160" y="529"/>
                  <a:pt x="172" y="541"/>
                  <a:pt x="187" y="541"/>
                </a:cubicBezTo>
                <a:lnTo>
                  <a:pt x="321" y="541"/>
                </a:lnTo>
                <a:lnTo>
                  <a:pt x="321" y="597"/>
                </a:lnTo>
                <a:cubicBezTo>
                  <a:pt x="230" y="610"/>
                  <a:pt x="160" y="688"/>
                  <a:pt x="160" y="782"/>
                </a:cubicBezTo>
                <a:cubicBezTo>
                  <a:pt x="160" y="797"/>
                  <a:pt x="172" y="809"/>
                  <a:pt x="187" y="809"/>
                </a:cubicBezTo>
                <a:lnTo>
                  <a:pt x="509" y="809"/>
                </a:lnTo>
                <a:cubicBezTo>
                  <a:pt x="524" y="809"/>
                  <a:pt x="536" y="797"/>
                  <a:pt x="536" y="782"/>
                </a:cubicBezTo>
                <a:cubicBezTo>
                  <a:pt x="536" y="688"/>
                  <a:pt x="466" y="610"/>
                  <a:pt x="375" y="597"/>
                </a:cubicBezTo>
                <a:lnTo>
                  <a:pt x="375" y="541"/>
                </a:lnTo>
                <a:lnTo>
                  <a:pt x="509" y="541"/>
                </a:lnTo>
                <a:cubicBezTo>
                  <a:pt x="523" y="541"/>
                  <a:pt x="535" y="529"/>
                  <a:pt x="535" y="514"/>
                </a:cubicBezTo>
                <a:lnTo>
                  <a:pt x="535" y="404"/>
                </a:lnTo>
                <a:cubicBezTo>
                  <a:pt x="535" y="375"/>
                  <a:pt x="528" y="348"/>
                  <a:pt x="517" y="324"/>
                </a:cubicBezTo>
                <a:lnTo>
                  <a:pt x="540" y="324"/>
                </a:lnTo>
                <a:cubicBezTo>
                  <a:pt x="548" y="347"/>
                  <a:pt x="566" y="364"/>
                  <a:pt x="589" y="373"/>
                </a:cubicBezTo>
                <a:lnTo>
                  <a:pt x="589" y="545"/>
                </a:lnTo>
                <a:cubicBezTo>
                  <a:pt x="578" y="549"/>
                  <a:pt x="568" y="555"/>
                  <a:pt x="559" y="564"/>
                </a:cubicBezTo>
                <a:cubicBezTo>
                  <a:pt x="528" y="595"/>
                  <a:pt x="528" y="646"/>
                  <a:pt x="559" y="677"/>
                </a:cubicBezTo>
                <a:cubicBezTo>
                  <a:pt x="570" y="688"/>
                  <a:pt x="587" y="687"/>
                  <a:pt x="597" y="677"/>
                </a:cubicBezTo>
                <a:cubicBezTo>
                  <a:pt x="607" y="666"/>
                  <a:pt x="607" y="650"/>
                  <a:pt x="597" y="640"/>
                </a:cubicBezTo>
                <a:cubicBezTo>
                  <a:pt x="587" y="629"/>
                  <a:pt x="587" y="612"/>
                  <a:pt x="597" y="602"/>
                </a:cubicBezTo>
                <a:cubicBezTo>
                  <a:pt x="607" y="591"/>
                  <a:pt x="625" y="591"/>
                  <a:pt x="635" y="602"/>
                </a:cubicBezTo>
                <a:cubicBezTo>
                  <a:pt x="646" y="612"/>
                  <a:pt x="646" y="629"/>
                  <a:pt x="635" y="640"/>
                </a:cubicBezTo>
                <a:cubicBezTo>
                  <a:pt x="625" y="650"/>
                  <a:pt x="625" y="666"/>
                  <a:pt x="635" y="677"/>
                </a:cubicBezTo>
                <a:cubicBezTo>
                  <a:pt x="646" y="687"/>
                  <a:pt x="662" y="688"/>
                  <a:pt x="673" y="677"/>
                </a:cubicBezTo>
                <a:cubicBezTo>
                  <a:pt x="704" y="646"/>
                  <a:pt x="704" y="595"/>
                  <a:pt x="673" y="564"/>
                </a:cubicBezTo>
                <a:cubicBezTo>
                  <a:pt x="664" y="555"/>
                  <a:pt x="654" y="549"/>
                  <a:pt x="643" y="54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73"/>
        <p:cNvGrpSpPr/>
        <p:nvPr/>
      </p:nvGrpSpPr>
      <p:grpSpPr>
        <a:xfrm>
          <a:off x="0" y="0"/>
          <a:ext cx="0" cy="0"/>
          <a:chOff x="0" y="0"/>
          <a:chExt cx="0" cy="0"/>
        </a:xfrm>
      </p:grpSpPr>
      <p:sp>
        <p:nvSpPr>
          <p:cNvPr id="474" name="Google Shape;474;p4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DREI IDEEN</a:t>
            </a:r>
            <a:endParaRPr/>
          </a:p>
        </p:txBody>
      </p:sp>
      <p:sp>
        <p:nvSpPr>
          <p:cNvPr id="475" name="Google Shape;475;p48"/>
          <p:cNvSpPr txBox="1">
            <a:spLocks noGrp="1"/>
          </p:cNvSpPr>
          <p:nvPr>
            <p:ph type="subTitle" idx="4"/>
          </p:nvPr>
        </p:nvSpPr>
        <p:spPr>
          <a:xfrm>
            <a:off x="720000" y="2199800"/>
            <a:ext cx="19794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MERKUR</a:t>
            </a:r>
            <a:endParaRPr/>
          </a:p>
        </p:txBody>
      </p:sp>
      <p:sp>
        <p:nvSpPr>
          <p:cNvPr id="476" name="Google Shape;476;p48"/>
          <p:cNvSpPr txBox="1">
            <a:spLocks noGrp="1"/>
          </p:cNvSpPr>
          <p:nvPr>
            <p:ph type="subTitle" idx="5"/>
          </p:nvPr>
        </p:nvSpPr>
        <p:spPr>
          <a:xfrm>
            <a:off x="3588651" y="2199800"/>
            <a:ext cx="19794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VENUS</a:t>
            </a:r>
            <a:endParaRPr/>
          </a:p>
        </p:txBody>
      </p:sp>
      <p:sp>
        <p:nvSpPr>
          <p:cNvPr id="477" name="Google Shape;477;p48"/>
          <p:cNvSpPr txBox="1">
            <a:spLocks noGrp="1"/>
          </p:cNvSpPr>
          <p:nvPr>
            <p:ph type="subTitle" idx="1"/>
          </p:nvPr>
        </p:nvSpPr>
        <p:spPr>
          <a:xfrm>
            <a:off x="720000" y="2535201"/>
            <a:ext cx="1979400" cy="1015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Merkur ist der sonnennächste </a:t>
            </a:r>
            <a:r>
              <a:rPr lang="de" b="1"/>
              <a:t>Planet und der kleinste von allen</a:t>
            </a:r>
            <a:endParaRPr b="1"/>
          </a:p>
        </p:txBody>
      </p:sp>
      <p:sp>
        <p:nvSpPr>
          <p:cNvPr id="478" name="Google Shape;478;p48"/>
          <p:cNvSpPr txBox="1">
            <a:spLocks noGrp="1"/>
          </p:cNvSpPr>
          <p:nvPr>
            <p:ph type="subTitle" idx="2"/>
          </p:nvPr>
        </p:nvSpPr>
        <p:spPr>
          <a:xfrm>
            <a:off x="3588648" y="2535201"/>
            <a:ext cx="1979400" cy="1015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 Venus ist der zweite Planet des Sonnensystems und der drittkleinste</a:t>
            </a:r>
            <a:endParaRPr/>
          </a:p>
        </p:txBody>
      </p:sp>
      <p:sp>
        <p:nvSpPr>
          <p:cNvPr id="479" name="Google Shape;479;p48"/>
          <p:cNvSpPr txBox="1">
            <a:spLocks noGrp="1"/>
          </p:cNvSpPr>
          <p:nvPr>
            <p:ph type="subTitle" idx="3"/>
          </p:nvPr>
        </p:nvSpPr>
        <p:spPr>
          <a:xfrm>
            <a:off x="6444602" y="2535201"/>
            <a:ext cx="1979400" cy="1015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Jupiter ist ein Gasriese und </a:t>
            </a:r>
            <a:r>
              <a:rPr lang="de" b="1"/>
              <a:t>der größte Planet</a:t>
            </a:r>
            <a:r>
              <a:rPr lang="de"/>
              <a:t> in unserem Sonnensystem</a:t>
            </a:r>
            <a:endParaRPr/>
          </a:p>
        </p:txBody>
      </p:sp>
      <p:sp>
        <p:nvSpPr>
          <p:cNvPr id="480" name="Google Shape;480;p48"/>
          <p:cNvSpPr txBox="1">
            <a:spLocks noGrp="1"/>
          </p:cNvSpPr>
          <p:nvPr>
            <p:ph type="subTitle" idx="6"/>
          </p:nvPr>
        </p:nvSpPr>
        <p:spPr>
          <a:xfrm>
            <a:off x="6444603" y="2199800"/>
            <a:ext cx="19794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JUPITER</a:t>
            </a:r>
            <a:endParaRPr/>
          </a:p>
        </p:txBody>
      </p:sp>
      <p:sp>
        <p:nvSpPr>
          <p:cNvPr id="481" name="Google Shape;481;p48"/>
          <p:cNvSpPr/>
          <p:nvPr/>
        </p:nvSpPr>
        <p:spPr>
          <a:xfrm>
            <a:off x="3690249" y="1765427"/>
            <a:ext cx="281667" cy="281972"/>
          </a:xfrm>
          <a:custGeom>
            <a:avLst/>
            <a:gdLst/>
            <a:ahLst/>
            <a:cxnLst/>
            <a:rect l="l" t="t" r="r" b="b"/>
            <a:pathLst>
              <a:path w="915" h="916" extrusionOk="0">
                <a:moveTo>
                  <a:pt x="431" y="648"/>
                </a:moveTo>
                <a:lnTo>
                  <a:pt x="431" y="563"/>
                </a:lnTo>
                <a:cubicBezTo>
                  <a:pt x="431" y="549"/>
                  <a:pt x="419" y="536"/>
                  <a:pt x="404" y="536"/>
                </a:cubicBezTo>
                <a:lnTo>
                  <a:pt x="297" y="536"/>
                </a:lnTo>
                <a:cubicBezTo>
                  <a:pt x="282" y="536"/>
                  <a:pt x="270" y="548"/>
                  <a:pt x="270" y="563"/>
                </a:cubicBezTo>
                <a:lnTo>
                  <a:pt x="270" y="648"/>
                </a:lnTo>
                <a:lnTo>
                  <a:pt x="431" y="648"/>
                </a:lnTo>
                <a:moveTo>
                  <a:pt x="377" y="357"/>
                </a:moveTo>
                <a:lnTo>
                  <a:pt x="377" y="188"/>
                </a:lnTo>
                <a:cubicBezTo>
                  <a:pt x="377" y="178"/>
                  <a:pt x="379" y="169"/>
                  <a:pt x="382" y="161"/>
                </a:cubicBezTo>
                <a:lnTo>
                  <a:pt x="270" y="161"/>
                </a:lnTo>
                <a:lnTo>
                  <a:pt x="270" y="188"/>
                </a:lnTo>
                <a:cubicBezTo>
                  <a:pt x="270" y="262"/>
                  <a:pt x="314" y="327"/>
                  <a:pt x="377" y="357"/>
                </a:cubicBezTo>
                <a:moveTo>
                  <a:pt x="270" y="107"/>
                </a:moveTo>
                <a:lnTo>
                  <a:pt x="646" y="107"/>
                </a:lnTo>
                <a:cubicBezTo>
                  <a:pt x="675" y="107"/>
                  <a:pt x="699" y="83"/>
                  <a:pt x="699" y="54"/>
                </a:cubicBezTo>
                <a:lnTo>
                  <a:pt x="699" y="27"/>
                </a:lnTo>
                <a:cubicBezTo>
                  <a:pt x="699" y="12"/>
                  <a:pt x="687" y="0"/>
                  <a:pt x="672" y="0"/>
                </a:cubicBezTo>
                <a:lnTo>
                  <a:pt x="243" y="0"/>
                </a:lnTo>
                <a:cubicBezTo>
                  <a:pt x="229" y="0"/>
                  <a:pt x="217" y="12"/>
                  <a:pt x="217" y="27"/>
                </a:cubicBezTo>
                <a:lnTo>
                  <a:pt x="217" y="54"/>
                </a:lnTo>
                <a:cubicBezTo>
                  <a:pt x="217" y="83"/>
                  <a:pt x="241" y="107"/>
                  <a:pt x="270" y="107"/>
                </a:cubicBezTo>
                <a:moveTo>
                  <a:pt x="753" y="161"/>
                </a:moveTo>
                <a:lnTo>
                  <a:pt x="753" y="327"/>
                </a:lnTo>
                <a:cubicBezTo>
                  <a:pt x="742" y="331"/>
                  <a:pt x="731" y="337"/>
                  <a:pt x="723" y="346"/>
                </a:cubicBezTo>
                <a:cubicBezTo>
                  <a:pt x="691" y="377"/>
                  <a:pt x="692" y="428"/>
                  <a:pt x="723" y="459"/>
                </a:cubicBezTo>
                <a:cubicBezTo>
                  <a:pt x="736" y="472"/>
                  <a:pt x="756" y="469"/>
                  <a:pt x="766" y="453"/>
                </a:cubicBezTo>
                <a:cubicBezTo>
                  <a:pt x="771" y="442"/>
                  <a:pt x="769" y="430"/>
                  <a:pt x="761" y="421"/>
                </a:cubicBezTo>
                <a:cubicBezTo>
                  <a:pt x="748" y="409"/>
                  <a:pt x="751" y="388"/>
                  <a:pt x="767" y="379"/>
                </a:cubicBezTo>
                <a:cubicBezTo>
                  <a:pt x="775" y="374"/>
                  <a:pt x="784" y="374"/>
                  <a:pt x="792" y="379"/>
                </a:cubicBezTo>
                <a:cubicBezTo>
                  <a:pt x="809" y="388"/>
                  <a:pt x="811" y="409"/>
                  <a:pt x="799" y="421"/>
                </a:cubicBezTo>
                <a:cubicBezTo>
                  <a:pt x="791" y="430"/>
                  <a:pt x="788" y="442"/>
                  <a:pt x="794" y="453"/>
                </a:cubicBezTo>
                <a:cubicBezTo>
                  <a:pt x="803" y="469"/>
                  <a:pt x="824" y="472"/>
                  <a:pt x="836" y="459"/>
                </a:cubicBezTo>
                <a:cubicBezTo>
                  <a:pt x="868" y="428"/>
                  <a:pt x="868" y="378"/>
                  <a:pt x="836" y="346"/>
                </a:cubicBezTo>
                <a:cubicBezTo>
                  <a:pt x="828" y="338"/>
                  <a:pt x="817" y="331"/>
                  <a:pt x="806" y="327"/>
                </a:cubicBezTo>
                <a:lnTo>
                  <a:pt x="806" y="134"/>
                </a:lnTo>
                <a:cubicBezTo>
                  <a:pt x="806" y="119"/>
                  <a:pt x="794" y="107"/>
                  <a:pt x="780" y="107"/>
                </a:cubicBezTo>
                <a:lnTo>
                  <a:pt x="738" y="107"/>
                </a:lnTo>
                <a:cubicBezTo>
                  <a:pt x="729" y="124"/>
                  <a:pt x="715" y="137"/>
                  <a:pt x="699" y="146"/>
                </a:cubicBezTo>
                <a:lnTo>
                  <a:pt x="699" y="161"/>
                </a:lnTo>
                <a:lnTo>
                  <a:pt x="753" y="161"/>
                </a:lnTo>
                <a:moveTo>
                  <a:pt x="835" y="536"/>
                </a:moveTo>
                <a:lnTo>
                  <a:pt x="726" y="536"/>
                </a:lnTo>
                <a:cubicBezTo>
                  <a:pt x="711" y="536"/>
                  <a:pt x="699" y="548"/>
                  <a:pt x="699" y="563"/>
                </a:cubicBezTo>
                <a:lnTo>
                  <a:pt x="699" y="648"/>
                </a:lnTo>
                <a:lnTo>
                  <a:pt x="807" y="648"/>
                </a:lnTo>
                <a:cubicBezTo>
                  <a:pt x="826" y="648"/>
                  <a:pt x="845" y="652"/>
                  <a:pt x="862" y="658"/>
                </a:cubicBezTo>
                <a:lnTo>
                  <a:pt x="862" y="563"/>
                </a:lnTo>
                <a:cubicBezTo>
                  <a:pt x="862" y="549"/>
                  <a:pt x="850" y="536"/>
                  <a:pt x="835" y="536"/>
                </a:cubicBezTo>
                <a:moveTo>
                  <a:pt x="457" y="215"/>
                </a:moveTo>
                <a:cubicBezTo>
                  <a:pt x="472" y="215"/>
                  <a:pt x="484" y="203"/>
                  <a:pt x="484" y="188"/>
                </a:cubicBezTo>
                <a:cubicBezTo>
                  <a:pt x="484" y="173"/>
                  <a:pt x="472" y="161"/>
                  <a:pt x="457" y="161"/>
                </a:cubicBezTo>
                <a:cubicBezTo>
                  <a:pt x="443" y="161"/>
                  <a:pt x="431" y="173"/>
                  <a:pt x="431" y="188"/>
                </a:cubicBezTo>
                <a:cubicBezTo>
                  <a:pt x="431" y="203"/>
                  <a:pt x="443" y="215"/>
                  <a:pt x="457" y="215"/>
                </a:cubicBezTo>
                <a:moveTo>
                  <a:pt x="122" y="453"/>
                </a:moveTo>
                <a:cubicBezTo>
                  <a:pt x="128" y="442"/>
                  <a:pt x="125" y="430"/>
                  <a:pt x="117" y="421"/>
                </a:cubicBezTo>
                <a:cubicBezTo>
                  <a:pt x="105" y="409"/>
                  <a:pt x="107" y="388"/>
                  <a:pt x="124" y="378"/>
                </a:cubicBezTo>
                <a:cubicBezTo>
                  <a:pt x="131" y="374"/>
                  <a:pt x="141" y="374"/>
                  <a:pt x="149" y="378"/>
                </a:cubicBezTo>
                <a:cubicBezTo>
                  <a:pt x="165" y="388"/>
                  <a:pt x="167" y="409"/>
                  <a:pt x="155" y="421"/>
                </a:cubicBezTo>
                <a:cubicBezTo>
                  <a:pt x="147" y="429"/>
                  <a:pt x="145" y="442"/>
                  <a:pt x="150" y="453"/>
                </a:cubicBezTo>
                <a:cubicBezTo>
                  <a:pt x="159" y="469"/>
                  <a:pt x="181" y="472"/>
                  <a:pt x="193" y="459"/>
                </a:cubicBezTo>
                <a:cubicBezTo>
                  <a:pt x="224" y="428"/>
                  <a:pt x="225" y="377"/>
                  <a:pt x="193" y="345"/>
                </a:cubicBezTo>
                <a:cubicBezTo>
                  <a:pt x="185" y="337"/>
                  <a:pt x="174" y="331"/>
                  <a:pt x="163" y="327"/>
                </a:cubicBezTo>
                <a:lnTo>
                  <a:pt x="163" y="161"/>
                </a:lnTo>
                <a:lnTo>
                  <a:pt x="217" y="161"/>
                </a:lnTo>
                <a:lnTo>
                  <a:pt x="217" y="146"/>
                </a:lnTo>
                <a:cubicBezTo>
                  <a:pt x="201" y="137"/>
                  <a:pt x="187" y="124"/>
                  <a:pt x="178" y="107"/>
                </a:cubicBezTo>
                <a:lnTo>
                  <a:pt x="136" y="107"/>
                </a:lnTo>
                <a:cubicBezTo>
                  <a:pt x="121" y="107"/>
                  <a:pt x="109" y="119"/>
                  <a:pt x="109" y="134"/>
                </a:cubicBezTo>
                <a:lnTo>
                  <a:pt x="109" y="327"/>
                </a:lnTo>
                <a:cubicBezTo>
                  <a:pt x="99" y="331"/>
                  <a:pt x="88" y="337"/>
                  <a:pt x="79" y="346"/>
                </a:cubicBezTo>
                <a:cubicBezTo>
                  <a:pt x="48" y="377"/>
                  <a:pt x="48" y="428"/>
                  <a:pt x="79" y="459"/>
                </a:cubicBezTo>
                <a:cubicBezTo>
                  <a:pt x="92" y="472"/>
                  <a:pt x="113" y="469"/>
                  <a:pt x="122" y="453"/>
                </a:cubicBezTo>
                <a:moveTo>
                  <a:pt x="485" y="373"/>
                </a:moveTo>
                <a:lnTo>
                  <a:pt x="485" y="263"/>
                </a:lnTo>
                <a:cubicBezTo>
                  <a:pt x="476" y="266"/>
                  <a:pt x="467" y="268"/>
                  <a:pt x="458" y="268"/>
                </a:cubicBezTo>
                <a:cubicBezTo>
                  <a:pt x="448" y="268"/>
                  <a:pt x="439" y="266"/>
                  <a:pt x="431" y="263"/>
                </a:cubicBezTo>
                <a:lnTo>
                  <a:pt x="431" y="373"/>
                </a:lnTo>
                <a:cubicBezTo>
                  <a:pt x="440" y="374"/>
                  <a:pt x="449" y="376"/>
                  <a:pt x="458" y="376"/>
                </a:cubicBezTo>
                <a:cubicBezTo>
                  <a:pt x="467" y="376"/>
                  <a:pt x="476" y="374"/>
                  <a:pt x="485" y="373"/>
                </a:cubicBezTo>
                <a:moveTo>
                  <a:pt x="806" y="702"/>
                </a:moveTo>
                <a:lnTo>
                  <a:pt x="109" y="702"/>
                </a:lnTo>
                <a:cubicBezTo>
                  <a:pt x="50" y="702"/>
                  <a:pt x="0" y="750"/>
                  <a:pt x="0" y="809"/>
                </a:cubicBezTo>
                <a:cubicBezTo>
                  <a:pt x="0" y="868"/>
                  <a:pt x="50" y="916"/>
                  <a:pt x="109" y="916"/>
                </a:cubicBezTo>
                <a:lnTo>
                  <a:pt x="806" y="916"/>
                </a:lnTo>
                <a:cubicBezTo>
                  <a:pt x="865" y="916"/>
                  <a:pt x="915" y="868"/>
                  <a:pt x="915" y="809"/>
                </a:cubicBezTo>
                <a:cubicBezTo>
                  <a:pt x="915" y="750"/>
                  <a:pt x="865" y="702"/>
                  <a:pt x="806" y="702"/>
                </a:cubicBezTo>
                <a:moveTo>
                  <a:pt x="136" y="835"/>
                </a:moveTo>
                <a:cubicBezTo>
                  <a:pt x="121" y="835"/>
                  <a:pt x="109" y="823"/>
                  <a:pt x="109" y="808"/>
                </a:cubicBezTo>
                <a:cubicBezTo>
                  <a:pt x="109" y="793"/>
                  <a:pt x="122" y="781"/>
                  <a:pt x="136" y="781"/>
                </a:cubicBezTo>
                <a:cubicBezTo>
                  <a:pt x="151" y="781"/>
                  <a:pt x="162" y="793"/>
                  <a:pt x="162" y="808"/>
                </a:cubicBezTo>
                <a:cubicBezTo>
                  <a:pt x="162" y="823"/>
                  <a:pt x="150" y="835"/>
                  <a:pt x="136" y="835"/>
                </a:cubicBezTo>
                <a:moveTo>
                  <a:pt x="243" y="835"/>
                </a:moveTo>
                <a:cubicBezTo>
                  <a:pt x="228" y="835"/>
                  <a:pt x="216" y="823"/>
                  <a:pt x="216" y="808"/>
                </a:cubicBezTo>
                <a:cubicBezTo>
                  <a:pt x="216" y="793"/>
                  <a:pt x="228" y="781"/>
                  <a:pt x="243" y="781"/>
                </a:cubicBezTo>
                <a:cubicBezTo>
                  <a:pt x="258" y="781"/>
                  <a:pt x="270" y="793"/>
                  <a:pt x="270" y="808"/>
                </a:cubicBezTo>
                <a:cubicBezTo>
                  <a:pt x="270" y="823"/>
                  <a:pt x="258" y="835"/>
                  <a:pt x="243" y="835"/>
                </a:cubicBezTo>
                <a:moveTo>
                  <a:pt x="350" y="835"/>
                </a:moveTo>
                <a:cubicBezTo>
                  <a:pt x="335" y="835"/>
                  <a:pt x="323" y="823"/>
                  <a:pt x="323" y="808"/>
                </a:cubicBezTo>
                <a:cubicBezTo>
                  <a:pt x="323" y="793"/>
                  <a:pt x="335" y="781"/>
                  <a:pt x="350" y="781"/>
                </a:cubicBezTo>
                <a:cubicBezTo>
                  <a:pt x="365" y="781"/>
                  <a:pt x="377" y="793"/>
                  <a:pt x="377" y="808"/>
                </a:cubicBezTo>
                <a:cubicBezTo>
                  <a:pt x="377" y="823"/>
                  <a:pt x="365" y="835"/>
                  <a:pt x="350" y="835"/>
                </a:cubicBezTo>
                <a:moveTo>
                  <a:pt x="457" y="835"/>
                </a:moveTo>
                <a:cubicBezTo>
                  <a:pt x="443" y="835"/>
                  <a:pt x="431" y="823"/>
                  <a:pt x="431" y="808"/>
                </a:cubicBezTo>
                <a:cubicBezTo>
                  <a:pt x="431" y="793"/>
                  <a:pt x="443" y="781"/>
                  <a:pt x="457" y="781"/>
                </a:cubicBezTo>
                <a:cubicBezTo>
                  <a:pt x="472" y="781"/>
                  <a:pt x="484" y="793"/>
                  <a:pt x="484" y="808"/>
                </a:cubicBezTo>
                <a:cubicBezTo>
                  <a:pt x="484" y="823"/>
                  <a:pt x="472" y="835"/>
                  <a:pt x="457" y="835"/>
                </a:cubicBezTo>
                <a:moveTo>
                  <a:pt x="565" y="835"/>
                </a:moveTo>
                <a:cubicBezTo>
                  <a:pt x="551" y="835"/>
                  <a:pt x="538" y="823"/>
                  <a:pt x="538" y="808"/>
                </a:cubicBezTo>
                <a:cubicBezTo>
                  <a:pt x="538" y="793"/>
                  <a:pt x="551" y="781"/>
                  <a:pt x="565" y="781"/>
                </a:cubicBezTo>
                <a:cubicBezTo>
                  <a:pt x="580" y="781"/>
                  <a:pt x="591" y="793"/>
                  <a:pt x="591" y="808"/>
                </a:cubicBezTo>
                <a:cubicBezTo>
                  <a:pt x="591" y="823"/>
                  <a:pt x="580" y="835"/>
                  <a:pt x="565" y="835"/>
                </a:cubicBezTo>
                <a:moveTo>
                  <a:pt x="672" y="835"/>
                </a:moveTo>
                <a:cubicBezTo>
                  <a:pt x="657" y="835"/>
                  <a:pt x="645" y="823"/>
                  <a:pt x="645" y="808"/>
                </a:cubicBezTo>
                <a:cubicBezTo>
                  <a:pt x="645" y="793"/>
                  <a:pt x="657" y="781"/>
                  <a:pt x="672" y="781"/>
                </a:cubicBezTo>
                <a:cubicBezTo>
                  <a:pt x="687" y="781"/>
                  <a:pt x="699" y="793"/>
                  <a:pt x="699" y="808"/>
                </a:cubicBezTo>
                <a:cubicBezTo>
                  <a:pt x="699" y="823"/>
                  <a:pt x="687" y="835"/>
                  <a:pt x="672" y="835"/>
                </a:cubicBezTo>
                <a:moveTo>
                  <a:pt x="779" y="835"/>
                </a:moveTo>
                <a:cubicBezTo>
                  <a:pt x="764" y="835"/>
                  <a:pt x="752" y="823"/>
                  <a:pt x="752" y="808"/>
                </a:cubicBezTo>
                <a:cubicBezTo>
                  <a:pt x="752" y="793"/>
                  <a:pt x="764" y="781"/>
                  <a:pt x="779" y="781"/>
                </a:cubicBezTo>
                <a:cubicBezTo>
                  <a:pt x="794" y="781"/>
                  <a:pt x="806" y="793"/>
                  <a:pt x="806" y="808"/>
                </a:cubicBezTo>
                <a:cubicBezTo>
                  <a:pt x="806" y="823"/>
                  <a:pt x="794" y="835"/>
                  <a:pt x="779" y="835"/>
                </a:cubicBezTo>
                <a:moveTo>
                  <a:pt x="217" y="563"/>
                </a:moveTo>
                <a:cubicBezTo>
                  <a:pt x="217" y="549"/>
                  <a:pt x="205" y="536"/>
                  <a:pt x="190" y="536"/>
                </a:cubicBezTo>
                <a:lnTo>
                  <a:pt x="80" y="536"/>
                </a:lnTo>
                <a:cubicBezTo>
                  <a:pt x="66" y="536"/>
                  <a:pt x="54" y="548"/>
                  <a:pt x="54" y="563"/>
                </a:cubicBezTo>
                <a:lnTo>
                  <a:pt x="54" y="658"/>
                </a:lnTo>
                <a:cubicBezTo>
                  <a:pt x="70" y="652"/>
                  <a:pt x="90" y="648"/>
                  <a:pt x="109" y="648"/>
                </a:cubicBezTo>
                <a:lnTo>
                  <a:pt x="217" y="648"/>
                </a:lnTo>
                <a:lnTo>
                  <a:pt x="217" y="563"/>
                </a:lnTo>
                <a:moveTo>
                  <a:pt x="645" y="161"/>
                </a:moveTo>
                <a:lnTo>
                  <a:pt x="533" y="161"/>
                </a:lnTo>
                <a:cubicBezTo>
                  <a:pt x="536" y="170"/>
                  <a:pt x="538" y="178"/>
                  <a:pt x="538" y="188"/>
                </a:cubicBezTo>
                <a:lnTo>
                  <a:pt x="538" y="357"/>
                </a:lnTo>
                <a:cubicBezTo>
                  <a:pt x="601" y="327"/>
                  <a:pt x="645" y="262"/>
                  <a:pt x="645" y="188"/>
                </a:cubicBezTo>
                <a:lnTo>
                  <a:pt x="645" y="161"/>
                </a:lnTo>
                <a:moveTo>
                  <a:pt x="645" y="563"/>
                </a:moveTo>
                <a:cubicBezTo>
                  <a:pt x="645" y="549"/>
                  <a:pt x="633" y="536"/>
                  <a:pt x="619" y="536"/>
                </a:cubicBezTo>
                <a:lnTo>
                  <a:pt x="511" y="536"/>
                </a:lnTo>
                <a:cubicBezTo>
                  <a:pt x="497" y="536"/>
                  <a:pt x="485" y="548"/>
                  <a:pt x="485" y="563"/>
                </a:cubicBezTo>
                <a:lnTo>
                  <a:pt x="485" y="648"/>
                </a:lnTo>
                <a:lnTo>
                  <a:pt x="646" y="648"/>
                </a:lnTo>
                <a:lnTo>
                  <a:pt x="646" y="563"/>
                </a:lnTo>
                <a:lnTo>
                  <a:pt x="645" y="563"/>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82" name="Google Shape;482;p48"/>
          <p:cNvSpPr/>
          <p:nvPr/>
        </p:nvSpPr>
        <p:spPr>
          <a:xfrm>
            <a:off x="814834" y="1765427"/>
            <a:ext cx="281975" cy="281972"/>
          </a:xfrm>
          <a:custGeom>
            <a:avLst/>
            <a:gdLst/>
            <a:ahLst/>
            <a:cxnLst/>
            <a:rect l="l" t="t" r="r" b="b"/>
            <a:pathLst>
              <a:path w="916" h="916" extrusionOk="0">
                <a:moveTo>
                  <a:pt x="350" y="594"/>
                </a:moveTo>
                <a:cubicBezTo>
                  <a:pt x="336" y="594"/>
                  <a:pt x="324" y="606"/>
                  <a:pt x="324" y="620"/>
                </a:cubicBezTo>
                <a:cubicBezTo>
                  <a:pt x="324" y="635"/>
                  <a:pt x="335" y="647"/>
                  <a:pt x="350" y="647"/>
                </a:cubicBezTo>
                <a:cubicBezTo>
                  <a:pt x="364" y="647"/>
                  <a:pt x="377" y="635"/>
                  <a:pt x="377" y="620"/>
                </a:cubicBezTo>
                <a:cubicBezTo>
                  <a:pt x="377" y="606"/>
                  <a:pt x="365" y="594"/>
                  <a:pt x="350" y="594"/>
                </a:cubicBezTo>
                <a:moveTo>
                  <a:pt x="512" y="809"/>
                </a:moveTo>
                <a:lnTo>
                  <a:pt x="404" y="809"/>
                </a:lnTo>
                <a:cubicBezTo>
                  <a:pt x="390" y="809"/>
                  <a:pt x="378" y="821"/>
                  <a:pt x="378" y="836"/>
                </a:cubicBezTo>
                <a:lnTo>
                  <a:pt x="378" y="916"/>
                </a:lnTo>
                <a:lnTo>
                  <a:pt x="539" y="916"/>
                </a:lnTo>
                <a:lnTo>
                  <a:pt x="539" y="836"/>
                </a:lnTo>
                <a:cubicBezTo>
                  <a:pt x="538" y="821"/>
                  <a:pt x="526" y="809"/>
                  <a:pt x="512" y="809"/>
                </a:cubicBezTo>
                <a:moveTo>
                  <a:pt x="0" y="621"/>
                </a:moveTo>
                <a:lnTo>
                  <a:pt x="0" y="729"/>
                </a:lnTo>
                <a:cubicBezTo>
                  <a:pt x="0" y="773"/>
                  <a:pt x="36" y="809"/>
                  <a:pt x="80" y="809"/>
                </a:cubicBezTo>
                <a:lnTo>
                  <a:pt x="109" y="809"/>
                </a:lnTo>
                <a:lnTo>
                  <a:pt x="109" y="541"/>
                </a:lnTo>
                <a:lnTo>
                  <a:pt x="80" y="541"/>
                </a:lnTo>
                <a:cubicBezTo>
                  <a:pt x="36" y="541"/>
                  <a:pt x="0" y="577"/>
                  <a:pt x="0" y="621"/>
                </a:cubicBezTo>
                <a:moveTo>
                  <a:pt x="578" y="292"/>
                </a:moveTo>
                <a:cubicBezTo>
                  <a:pt x="560" y="255"/>
                  <a:pt x="526" y="229"/>
                  <a:pt x="485" y="220"/>
                </a:cubicBezTo>
                <a:lnTo>
                  <a:pt x="485" y="156"/>
                </a:lnTo>
                <a:cubicBezTo>
                  <a:pt x="518" y="144"/>
                  <a:pt x="541" y="112"/>
                  <a:pt x="538" y="75"/>
                </a:cubicBezTo>
                <a:cubicBezTo>
                  <a:pt x="536" y="35"/>
                  <a:pt x="504" y="3"/>
                  <a:pt x="464" y="0"/>
                </a:cubicBezTo>
                <a:cubicBezTo>
                  <a:pt x="417" y="-3"/>
                  <a:pt x="378" y="34"/>
                  <a:pt x="378" y="81"/>
                </a:cubicBezTo>
                <a:cubicBezTo>
                  <a:pt x="378" y="116"/>
                  <a:pt x="400" y="145"/>
                  <a:pt x="431" y="156"/>
                </a:cubicBezTo>
                <a:lnTo>
                  <a:pt x="431" y="220"/>
                </a:lnTo>
                <a:cubicBezTo>
                  <a:pt x="390" y="229"/>
                  <a:pt x="356" y="255"/>
                  <a:pt x="338" y="292"/>
                </a:cubicBezTo>
                <a:cubicBezTo>
                  <a:pt x="376" y="278"/>
                  <a:pt x="416" y="270"/>
                  <a:pt x="458" y="270"/>
                </a:cubicBezTo>
                <a:cubicBezTo>
                  <a:pt x="500" y="270"/>
                  <a:pt x="541" y="278"/>
                  <a:pt x="578" y="292"/>
                </a:cubicBezTo>
                <a:moveTo>
                  <a:pt x="565" y="594"/>
                </a:moveTo>
                <a:cubicBezTo>
                  <a:pt x="550" y="594"/>
                  <a:pt x="538" y="606"/>
                  <a:pt x="538" y="620"/>
                </a:cubicBezTo>
                <a:cubicBezTo>
                  <a:pt x="538" y="635"/>
                  <a:pt x="550" y="647"/>
                  <a:pt x="565" y="647"/>
                </a:cubicBezTo>
                <a:cubicBezTo>
                  <a:pt x="580" y="647"/>
                  <a:pt x="592" y="635"/>
                  <a:pt x="592" y="620"/>
                </a:cubicBezTo>
                <a:cubicBezTo>
                  <a:pt x="592" y="606"/>
                  <a:pt x="580" y="594"/>
                  <a:pt x="565" y="594"/>
                </a:cubicBezTo>
                <a:moveTo>
                  <a:pt x="835" y="541"/>
                </a:moveTo>
                <a:lnTo>
                  <a:pt x="807" y="541"/>
                </a:lnTo>
                <a:lnTo>
                  <a:pt x="807" y="809"/>
                </a:lnTo>
                <a:lnTo>
                  <a:pt x="836" y="809"/>
                </a:lnTo>
                <a:cubicBezTo>
                  <a:pt x="880" y="809"/>
                  <a:pt x="916" y="773"/>
                  <a:pt x="916" y="729"/>
                </a:cubicBezTo>
                <a:lnTo>
                  <a:pt x="916" y="621"/>
                </a:lnTo>
                <a:cubicBezTo>
                  <a:pt x="916" y="577"/>
                  <a:pt x="880" y="541"/>
                  <a:pt x="835" y="541"/>
                </a:cubicBezTo>
                <a:moveTo>
                  <a:pt x="458" y="325"/>
                </a:moveTo>
                <a:cubicBezTo>
                  <a:pt x="295" y="325"/>
                  <a:pt x="163" y="459"/>
                  <a:pt x="163" y="621"/>
                </a:cubicBezTo>
                <a:lnTo>
                  <a:pt x="163" y="836"/>
                </a:lnTo>
                <a:cubicBezTo>
                  <a:pt x="163" y="880"/>
                  <a:pt x="199" y="916"/>
                  <a:pt x="244" y="916"/>
                </a:cubicBezTo>
                <a:lnTo>
                  <a:pt x="324" y="916"/>
                </a:lnTo>
                <a:lnTo>
                  <a:pt x="324" y="836"/>
                </a:lnTo>
                <a:cubicBezTo>
                  <a:pt x="324" y="791"/>
                  <a:pt x="360" y="755"/>
                  <a:pt x="404" y="755"/>
                </a:cubicBezTo>
                <a:lnTo>
                  <a:pt x="512" y="755"/>
                </a:lnTo>
                <a:cubicBezTo>
                  <a:pt x="556" y="755"/>
                  <a:pt x="592" y="791"/>
                  <a:pt x="592" y="836"/>
                </a:cubicBezTo>
                <a:lnTo>
                  <a:pt x="592" y="916"/>
                </a:lnTo>
                <a:lnTo>
                  <a:pt x="672" y="916"/>
                </a:lnTo>
                <a:cubicBezTo>
                  <a:pt x="717" y="916"/>
                  <a:pt x="753" y="880"/>
                  <a:pt x="753" y="836"/>
                </a:cubicBezTo>
                <a:lnTo>
                  <a:pt x="753" y="621"/>
                </a:lnTo>
                <a:cubicBezTo>
                  <a:pt x="753" y="459"/>
                  <a:pt x="621" y="325"/>
                  <a:pt x="458" y="325"/>
                </a:cubicBezTo>
                <a:moveTo>
                  <a:pt x="350" y="701"/>
                </a:moveTo>
                <a:cubicBezTo>
                  <a:pt x="306" y="701"/>
                  <a:pt x="270" y="665"/>
                  <a:pt x="270" y="620"/>
                </a:cubicBezTo>
                <a:cubicBezTo>
                  <a:pt x="270" y="576"/>
                  <a:pt x="306" y="540"/>
                  <a:pt x="350" y="540"/>
                </a:cubicBezTo>
                <a:cubicBezTo>
                  <a:pt x="395" y="540"/>
                  <a:pt x="431" y="576"/>
                  <a:pt x="431" y="620"/>
                </a:cubicBezTo>
                <a:cubicBezTo>
                  <a:pt x="431" y="665"/>
                  <a:pt x="395" y="701"/>
                  <a:pt x="350" y="701"/>
                </a:cubicBezTo>
                <a:moveTo>
                  <a:pt x="565" y="701"/>
                </a:moveTo>
                <a:cubicBezTo>
                  <a:pt x="520" y="701"/>
                  <a:pt x="484" y="665"/>
                  <a:pt x="484" y="620"/>
                </a:cubicBezTo>
                <a:cubicBezTo>
                  <a:pt x="484" y="576"/>
                  <a:pt x="521" y="540"/>
                  <a:pt x="565" y="540"/>
                </a:cubicBezTo>
                <a:cubicBezTo>
                  <a:pt x="609" y="540"/>
                  <a:pt x="645" y="576"/>
                  <a:pt x="645" y="620"/>
                </a:cubicBezTo>
                <a:cubicBezTo>
                  <a:pt x="645" y="665"/>
                  <a:pt x="609" y="701"/>
                  <a:pt x="565" y="701"/>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83" name="Google Shape;483;p48"/>
          <p:cNvSpPr/>
          <p:nvPr/>
        </p:nvSpPr>
        <p:spPr>
          <a:xfrm>
            <a:off x="6546189" y="1765427"/>
            <a:ext cx="281975" cy="281972"/>
          </a:xfrm>
          <a:custGeom>
            <a:avLst/>
            <a:gdLst/>
            <a:ahLst/>
            <a:cxnLst/>
            <a:rect l="l" t="t" r="r" b="b"/>
            <a:pathLst>
              <a:path w="916" h="916" extrusionOk="0">
                <a:moveTo>
                  <a:pt x="431" y="134"/>
                </a:moveTo>
                <a:lnTo>
                  <a:pt x="244" y="134"/>
                </a:lnTo>
                <a:cubicBezTo>
                  <a:pt x="184" y="134"/>
                  <a:pt x="136" y="182"/>
                  <a:pt x="136" y="242"/>
                </a:cubicBezTo>
                <a:lnTo>
                  <a:pt x="136" y="432"/>
                </a:lnTo>
                <a:lnTo>
                  <a:pt x="431" y="432"/>
                </a:lnTo>
                <a:lnTo>
                  <a:pt x="431" y="134"/>
                </a:lnTo>
                <a:moveTo>
                  <a:pt x="351" y="324"/>
                </a:moveTo>
                <a:lnTo>
                  <a:pt x="324" y="324"/>
                </a:lnTo>
                <a:lnTo>
                  <a:pt x="324" y="350"/>
                </a:lnTo>
                <a:cubicBezTo>
                  <a:pt x="324" y="364"/>
                  <a:pt x="314" y="377"/>
                  <a:pt x="300" y="378"/>
                </a:cubicBezTo>
                <a:cubicBezTo>
                  <a:pt x="284" y="379"/>
                  <a:pt x="271" y="367"/>
                  <a:pt x="271" y="351"/>
                </a:cubicBezTo>
                <a:lnTo>
                  <a:pt x="271" y="324"/>
                </a:lnTo>
                <a:lnTo>
                  <a:pt x="245" y="324"/>
                </a:lnTo>
                <a:cubicBezTo>
                  <a:pt x="231" y="324"/>
                  <a:pt x="218" y="314"/>
                  <a:pt x="217" y="300"/>
                </a:cubicBezTo>
                <a:cubicBezTo>
                  <a:pt x="216" y="284"/>
                  <a:pt x="228" y="271"/>
                  <a:pt x="244" y="271"/>
                </a:cubicBezTo>
                <a:lnTo>
                  <a:pt x="270" y="271"/>
                </a:lnTo>
                <a:lnTo>
                  <a:pt x="270" y="245"/>
                </a:lnTo>
                <a:cubicBezTo>
                  <a:pt x="270" y="231"/>
                  <a:pt x="281" y="218"/>
                  <a:pt x="295" y="217"/>
                </a:cubicBezTo>
                <a:cubicBezTo>
                  <a:pt x="311" y="216"/>
                  <a:pt x="324" y="228"/>
                  <a:pt x="324" y="244"/>
                </a:cubicBezTo>
                <a:lnTo>
                  <a:pt x="324" y="271"/>
                </a:lnTo>
                <a:lnTo>
                  <a:pt x="350" y="271"/>
                </a:lnTo>
                <a:cubicBezTo>
                  <a:pt x="364" y="271"/>
                  <a:pt x="376" y="281"/>
                  <a:pt x="378" y="295"/>
                </a:cubicBezTo>
                <a:cubicBezTo>
                  <a:pt x="379" y="311"/>
                  <a:pt x="367" y="324"/>
                  <a:pt x="351" y="324"/>
                </a:cubicBezTo>
                <a:moveTo>
                  <a:pt x="458" y="0"/>
                </a:moveTo>
                <a:cubicBezTo>
                  <a:pt x="381" y="0"/>
                  <a:pt x="310" y="29"/>
                  <a:pt x="256" y="81"/>
                </a:cubicBezTo>
                <a:lnTo>
                  <a:pt x="661" y="81"/>
                </a:lnTo>
                <a:cubicBezTo>
                  <a:pt x="607" y="29"/>
                  <a:pt x="534" y="0"/>
                  <a:pt x="458" y="0"/>
                </a:cubicBezTo>
                <a:moveTo>
                  <a:pt x="485" y="780"/>
                </a:moveTo>
                <a:lnTo>
                  <a:pt x="675" y="780"/>
                </a:lnTo>
                <a:cubicBezTo>
                  <a:pt x="734" y="780"/>
                  <a:pt x="782" y="732"/>
                  <a:pt x="782" y="673"/>
                </a:cubicBezTo>
                <a:lnTo>
                  <a:pt x="782" y="485"/>
                </a:lnTo>
                <a:lnTo>
                  <a:pt x="485" y="485"/>
                </a:lnTo>
                <a:lnTo>
                  <a:pt x="485" y="780"/>
                </a:lnTo>
                <a:moveTo>
                  <a:pt x="565" y="539"/>
                </a:moveTo>
                <a:lnTo>
                  <a:pt x="673" y="539"/>
                </a:lnTo>
                <a:cubicBezTo>
                  <a:pt x="687" y="539"/>
                  <a:pt x="699" y="549"/>
                  <a:pt x="701" y="563"/>
                </a:cubicBezTo>
                <a:cubicBezTo>
                  <a:pt x="702" y="579"/>
                  <a:pt x="690" y="592"/>
                  <a:pt x="674" y="592"/>
                </a:cubicBezTo>
                <a:lnTo>
                  <a:pt x="566" y="592"/>
                </a:lnTo>
                <a:cubicBezTo>
                  <a:pt x="552" y="592"/>
                  <a:pt x="540" y="582"/>
                  <a:pt x="538" y="568"/>
                </a:cubicBezTo>
                <a:cubicBezTo>
                  <a:pt x="537" y="552"/>
                  <a:pt x="549" y="539"/>
                  <a:pt x="565" y="539"/>
                </a:cubicBezTo>
                <a:moveTo>
                  <a:pt x="565" y="646"/>
                </a:moveTo>
                <a:lnTo>
                  <a:pt x="673" y="646"/>
                </a:lnTo>
                <a:cubicBezTo>
                  <a:pt x="687" y="646"/>
                  <a:pt x="699" y="657"/>
                  <a:pt x="701" y="671"/>
                </a:cubicBezTo>
                <a:cubicBezTo>
                  <a:pt x="702" y="686"/>
                  <a:pt x="690" y="700"/>
                  <a:pt x="674" y="700"/>
                </a:cubicBezTo>
                <a:lnTo>
                  <a:pt x="566" y="700"/>
                </a:lnTo>
                <a:cubicBezTo>
                  <a:pt x="552" y="700"/>
                  <a:pt x="540" y="689"/>
                  <a:pt x="538" y="675"/>
                </a:cubicBezTo>
                <a:cubicBezTo>
                  <a:pt x="537" y="659"/>
                  <a:pt x="549" y="646"/>
                  <a:pt x="565" y="646"/>
                </a:cubicBezTo>
                <a:moveTo>
                  <a:pt x="0" y="350"/>
                </a:moveTo>
                <a:lnTo>
                  <a:pt x="0" y="566"/>
                </a:lnTo>
                <a:cubicBezTo>
                  <a:pt x="0" y="610"/>
                  <a:pt x="38" y="647"/>
                  <a:pt x="83" y="647"/>
                </a:cubicBezTo>
                <a:lnTo>
                  <a:pt x="83" y="269"/>
                </a:lnTo>
                <a:cubicBezTo>
                  <a:pt x="38" y="269"/>
                  <a:pt x="0" y="306"/>
                  <a:pt x="0" y="350"/>
                </a:cubicBezTo>
                <a:moveTo>
                  <a:pt x="836" y="270"/>
                </a:moveTo>
                <a:lnTo>
                  <a:pt x="836" y="646"/>
                </a:lnTo>
                <a:cubicBezTo>
                  <a:pt x="880" y="646"/>
                  <a:pt x="916" y="610"/>
                  <a:pt x="916" y="565"/>
                </a:cubicBezTo>
                <a:lnTo>
                  <a:pt x="916" y="351"/>
                </a:lnTo>
                <a:cubicBezTo>
                  <a:pt x="916" y="306"/>
                  <a:pt x="880" y="270"/>
                  <a:pt x="836" y="270"/>
                </a:cubicBezTo>
                <a:moveTo>
                  <a:pt x="458" y="916"/>
                </a:moveTo>
                <a:cubicBezTo>
                  <a:pt x="534" y="916"/>
                  <a:pt x="607" y="885"/>
                  <a:pt x="661" y="834"/>
                </a:cubicBezTo>
                <a:lnTo>
                  <a:pt x="256" y="834"/>
                </a:lnTo>
                <a:cubicBezTo>
                  <a:pt x="310" y="885"/>
                  <a:pt x="381" y="916"/>
                  <a:pt x="458" y="916"/>
                </a:cubicBezTo>
                <a:moveTo>
                  <a:pt x="675" y="134"/>
                </a:moveTo>
                <a:lnTo>
                  <a:pt x="485" y="134"/>
                </a:lnTo>
                <a:lnTo>
                  <a:pt x="485" y="432"/>
                </a:lnTo>
                <a:lnTo>
                  <a:pt x="782" y="432"/>
                </a:lnTo>
                <a:lnTo>
                  <a:pt x="782" y="244"/>
                </a:lnTo>
                <a:cubicBezTo>
                  <a:pt x="782" y="184"/>
                  <a:pt x="734" y="134"/>
                  <a:pt x="675" y="134"/>
                </a:cubicBezTo>
                <a:moveTo>
                  <a:pt x="674" y="324"/>
                </a:moveTo>
                <a:lnTo>
                  <a:pt x="566" y="324"/>
                </a:lnTo>
                <a:cubicBezTo>
                  <a:pt x="552" y="324"/>
                  <a:pt x="540" y="314"/>
                  <a:pt x="538" y="300"/>
                </a:cubicBezTo>
                <a:cubicBezTo>
                  <a:pt x="537" y="284"/>
                  <a:pt x="549" y="271"/>
                  <a:pt x="565" y="271"/>
                </a:cubicBezTo>
                <a:lnTo>
                  <a:pt x="673" y="271"/>
                </a:lnTo>
                <a:cubicBezTo>
                  <a:pt x="687" y="271"/>
                  <a:pt x="699" y="281"/>
                  <a:pt x="701" y="295"/>
                </a:cubicBezTo>
                <a:cubicBezTo>
                  <a:pt x="702" y="311"/>
                  <a:pt x="690" y="324"/>
                  <a:pt x="674" y="324"/>
                </a:cubicBezTo>
                <a:moveTo>
                  <a:pt x="431" y="485"/>
                </a:moveTo>
                <a:lnTo>
                  <a:pt x="136" y="485"/>
                </a:lnTo>
                <a:lnTo>
                  <a:pt x="136" y="673"/>
                </a:lnTo>
                <a:cubicBezTo>
                  <a:pt x="136" y="732"/>
                  <a:pt x="184" y="780"/>
                  <a:pt x="244" y="780"/>
                </a:cubicBezTo>
                <a:lnTo>
                  <a:pt x="431" y="780"/>
                </a:lnTo>
                <a:lnTo>
                  <a:pt x="431" y="485"/>
                </a:lnTo>
                <a:moveTo>
                  <a:pt x="369" y="653"/>
                </a:moveTo>
                <a:cubicBezTo>
                  <a:pt x="380" y="664"/>
                  <a:pt x="380" y="681"/>
                  <a:pt x="369" y="691"/>
                </a:cubicBezTo>
                <a:cubicBezTo>
                  <a:pt x="359" y="702"/>
                  <a:pt x="342" y="702"/>
                  <a:pt x="332" y="691"/>
                </a:cubicBezTo>
                <a:lnTo>
                  <a:pt x="297" y="657"/>
                </a:lnTo>
                <a:lnTo>
                  <a:pt x="262" y="691"/>
                </a:lnTo>
                <a:cubicBezTo>
                  <a:pt x="252" y="702"/>
                  <a:pt x="235" y="702"/>
                  <a:pt x="224" y="691"/>
                </a:cubicBezTo>
                <a:cubicBezTo>
                  <a:pt x="214" y="681"/>
                  <a:pt x="214" y="664"/>
                  <a:pt x="224" y="653"/>
                </a:cubicBezTo>
                <a:lnTo>
                  <a:pt x="259" y="619"/>
                </a:lnTo>
                <a:lnTo>
                  <a:pt x="224" y="584"/>
                </a:lnTo>
                <a:cubicBezTo>
                  <a:pt x="214" y="574"/>
                  <a:pt x="214" y="557"/>
                  <a:pt x="224" y="546"/>
                </a:cubicBezTo>
                <a:cubicBezTo>
                  <a:pt x="235" y="536"/>
                  <a:pt x="252" y="536"/>
                  <a:pt x="262" y="546"/>
                </a:cubicBezTo>
                <a:lnTo>
                  <a:pt x="297" y="581"/>
                </a:lnTo>
                <a:lnTo>
                  <a:pt x="332" y="546"/>
                </a:lnTo>
                <a:cubicBezTo>
                  <a:pt x="342" y="536"/>
                  <a:pt x="359" y="536"/>
                  <a:pt x="369" y="546"/>
                </a:cubicBezTo>
                <a:cubicBezTo>
                  <a:pt x="380" y="557"/>
                  <a:pt x="380" y="574"/>
                  <a:pt x="369" y="584"/>
                </a:cubicBezTo>
                <a:lnTo>
                  <a:pt x="335" y="619"/>
                </a:lnTo>
                <a:lnTo>
                  <a:pt x="369" y="653"/>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pic>
        <p:nvPicPr>
          <p:cNvPr id="484" name="Google Shape;484;p48"/>
          <p:cNvPicPr preferRelativeResize="0"/>
          <p:nvPr/>
        </p:nvPicPr>
        <p:blipFill rotWithShape="1">
          <a:blip r:embed="rId3">
            <a:alphaModFix amt="38000"/>
          </a:blip>
          <a:srcRect t="58031" b="6290"/>
          <a:stretch/>
        </p:blipFill>
        <p:spPr>
          <a:xfrm>
            <a:off x="4979675" y="4362450"/>
            <a:ext cx="3982800" cy="63500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489" name="Google Shape;489;p4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VIER IDEEN</a:t>
            </a:r>
            <a:endParaRPr/>
          </a:p>
        </p:txBody>
      </p:sp>
      <p:sp>
        <p:nvSpPr>
          <p:cNvPr id="490" name="Google Shape;490;p49"/>
          <p:cNvSpPr txBox="1">
            <a:spLocks noGrp="1"/>
          </p:cNvSpPr>
          <p:nvPr>
            <p:ph type="subTitle" idx="1"/>
          </p:nvPr>
        </p:nvSpPr>
        <p:spPr>
          <a:xfrm>
            <a:off x="1838848" y="2095550"/>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 Venus ist fast so groß wie die Erde</a:t>
            </a:r>
            <a:endParaRPr/>
          </a:p>
        </p:txBody>
      </p:sp>
      <p:sp>
        <p:nvSpPr>
          <p:cNvPr id="491" name="Google Shape;491;p49"/>
          <p:cNvSpPr txBox="1">
            <a:spLocks noGrp="1"/>
          </p:cNvSpPr>
          <p:nvPr>
            <p:ph type="subTitle" idx="2"/>
          </p:nvPr>
        </p:nvSpPr>
        <p:spPr>
          <a:xfrm>
            <a:off x="5326952" y="2095550"/>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Jupiter ist der </a:t>
            </a:r>
            <a:r>
              <a:rPr lang="de" b="1"/>
              <a:t>größte Planet</a:t>
            </a:r>
            <a:r>
              <a:rPr lang="de"/>
              <a:t> von allen</a:t>
            </a:r>
            <a:endParaRPr/>
          </a:p>
        </p:txBody>
      </p:sp>
      <p:sp>
        <p:nvSpPr>
          <p:cNvPr id="492" name="Google Shape;492;p49"/>
          <p:cNvSpPr txBox="1">
            <a:spLocks noGrp="1"/>
          </p:cNvSpPr>
          <p:nvPr>
            <p:ph type="subTitle" idx="8"/>
          </p:nvPr>
        </p:nvSpPr>
        <p:spPr>
          <a:xfrm>
            <a:off x="5326948" y="3383725"/>
            <a:ext cx="19782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SATURN</a:t>
            </a:r>
            <a:endParaRPr/>
          </a:p>
        </p:txBody>
      </p:sp>
      <p:sp>
        <p:nvSpPr>
          <p:cNvPr id="493" name="Google Shape;493;p49"/>
          <p:cNvSpPr txBox="1">
            <a:spLocks noGrp="1"/>
          </p:cNvSpPr>
          <p:nvPr>
            <p:ph type="subTitle" idx="5"/>
          </p:nvPr>
        </p:nvSpPr>
        <p:spPr>
          <a:xfrm>
            <a:off x="1838848" y="1760150"/>
            <a:ext cx="19782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VENUS</a:t>
            </a:r>
            <a:endParaRPr/>
          </a:p>
        </p:txBody>
      </p:sp>
      <p:sp>
        <p:nvSpPr>
          <p:cNvPr id="494" name="Google Shape;494;p49"/>
          <p:cNvSpPr txBox="1">
            <a:spLocks noGrp="1"/>
          </p:cNvSpPr>
          <p:nvPr>
            <p:ph type="subTitle" idx="6"/>
          </p:nvPr>
        </p:nvSpPr>
        <p:spPr>
          <a:xfrm>
            <a:off x="1838848" y="3383725"/>
            <a:ext cx="19782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MARS</a:t>
            </a:r>
            <a:endParaRPr/>
          </a:p>
        </p:txBody>
      </p:sp>
      <p:sp>
        <p:nvSpPr>
          <p:cNvPr id="495" name="Google Shape;495;p49"/>
          <p:cNvSpPr txBox="1">
            <a:spLocks noGrp="1"/>
          </p:cNvSpPr>
          <p:nvPr>
            <p:ph type="subTitle" idx="3"/>
          </p:nvPr>
        </p:nvSpPr>
        <p:spPr>
          <a:xfrm>
            <a:off x="1838848" y="3719125"/>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Obwohl er rot ist, ist der Mars</a:t>
            </a:r>
            <a:r>
              <a:rPr lang="de" b="1"/>
              <a:t> sehr kalt</a:t>
            </a:r>
            <a:endParaRPr b="1"/>
          </a:p>
        </p:txBody>
      </p:sp>
      <p:sp>
        <p:nvSpPr>
          <p:cNvPr id="496" name="Google Shape;496;p49"/>
          <p:cNvSpPr txBox="1">
            <a:spLocks noGrp="1"/>
          </p:cNvSpPr>
          <p:nvPr>
            <p:ph type="subTitle" idx="4"/>
          </p:nvPr>
        </p:nvSpPr>
        <p:spPr>
          <a:xfrm>
            <a:off x="5326952" y="3719125"/>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Saturn ist der Planet mit mehreren Ringen</a:t>
            </a:r>
            <a:endParaRPr/>
          </a:p>
        </p:txBody>
      </p:sp>
      <p:sp>
        <p:nvSpPr>
          <p:cNvPr id="497" name="Google Shape;497;p49"/>
          <p:cNvSpPr txBox="1">
            <a:spLocks noGrp="1"/>
          </p:cNvSpPr>
          <p:nvPr>
            <p:ph type="subTitle" idx="7"/>
          </p:nvPr>
        </p:nvSpPr>
        <p:spPr>
          <a:xfrm>
            <a:off x="5326948" y="1760150"/>
            <a:ext cx="19782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JUPITER</a:t>
            </a:r>
            <a:endParaRPr/>
          </a:p>
        </p:txBody>
      </p:sp>
      <p:sp>
        <p:nvSpPr>
          <p:cNvPr id="498" name="Google Shape;498;p49"/>
          <p:cNvSpPr/>
          <p:nvPr/>
        </p:nvSpPr>
        <p:spPr>
          <a:xfrm>
            <a:off x="5431749" y="1323377"/>
            <a:ext cx="282590" cy="281664"/>
          </a:xfrm>
          <a:custGeom>
            <a:avLst/>
            <a:gdLst/>
            <a:ahLst/>
            <a:cxnLst/>
            <a:rect l="l" t="t" r="r" b="b"/>
            <a:pathLst>
              <a:path w="918" h="915" extrusionOk="0">
                <a:moveTo>
                  <a:pt x="914" y="703"/>
                </a:moveTo>
                <a:cubicBezTo>
                  <a:pt x="881" y="605"/>
                  <a:pt x="783" y="535"/>
                  <a:pt x="679" y="535"/>
                </a:cubicBezTo>
                <a:lnTo>
                  <a:pt x="192" y="535"/>
                </a:lnTo>
                <a:cubicBezTo>
                  <a:pt x="89" y="535"/>
                  <a:pt x="1" y="622"/>
                  <a:pt x="0" y="725"/>
                </a:cubicBezTo>
                <a:cubicBezTo>
                  <a:pt x="-1" y="771"/>
                  <a:pt x="37" y="808"/>
                  <a:pt x="83" y="808"/>
                </a:cubicBezTo>
                <a:lnTo>
                  <a:pt x="87" y="808"/>
                </a:lnTo>
                <a:cubicBezTo>
                  <a:pt x="99" y="747"/>
                  <a:pt x="154" y="700"/>
                  <a:pt x="219" y="700"/>
                </a:cubicBezTo>
                <a:cubicBezTo>
                  <a:pt x="283" y="700"/>
                  <a:pt x="340" y="747"/>
                  <a:pt x="352" y="808"/>
                </a:cubicBezTo>
                <a:lnTo>
                  <a:pt x="574" y="808"/>
                </a:lnTo>
                <a:cubicBezTo>
                  <a:pt x="587" y="747"/>
                  <a:pt x="641" y="700"/>
                  <a:pt x="706" y="700"/>
                </a:cubicBezTo>
                <a:cubicBezTo>
                  <a:pt x="771" y="700"/>
                  <a:pt x="825" y="746"/>
                  <a:pt x="838" y="807"/>
                </a:cubicBezTo>
                <a:cubicBezTo>
                  <a:pt x="862" y="805"/>
                  <a:pt x="889" y="793"/>
                  <a:pt x="903" y="774"/>
                </a:cubicBezTo>
                <a:cubicBezTo>
                  <a:pt x="918" y="753"/>
                  <a:pt x="922" y="727"/>
                  <a:pt x="914" y="703"/>
                </a:cubicBezTo>
                <a:moveTo>
                  <a:pt x="462" y="701"/>
                </a:moveTo>
                <a:lnTo>
                  <a:pt x="410" y="701"/>
                </a:lnTo>
                <a:cubicBezTo>
                  <a:pt x="396" y="701"/>
                  <a:pt x="383" y="690"/>
                  <a:pt x="382" y="676"/>
                </a:cubicBezTo>
                <a:cubicBezTo>
                  <a:pt x="381" y="660"/>
                  <a:pt x="393" y="647"/>
                  <a:pt x="409" y="647"/>
                </a:cubicBezTo>
                <a:lnTo>
                  <a:pt x="462" y="647"/>
                </a:lnTo>
                <a:cubicBezTo>
                  <a:pt x="476" y="647"/>
                  <a:pt x="488" y="657"/>
                  <a:pt x="489" y="671"/>
                </a:cubicBezTo>
                <a:cubicBezTo>
                  <a:pt x="491" y="687"/>
                  <a:pt x="478" y="701"/>
                  <a:pt x="462" y="701"/>
                </a:cubicBezTo>
                <a:moveTo>
                  <a:pt x="190" y="482"/>
                </a:moveTo>
                <a:lnTo>
                  <a:pt x="381" y="482"/>
                </a:lnTo>
                <a:lnTo>
                  <a:pt x="381" y="374"/>
                </a:lnTo>
                <a:lnTo>
                  <a:pt x="324" y="374"/>
                </a:lnTo>
                <a:cubicBezTo>
                  <a:pt x="266" y="374"/>
                  <a:pt x="213" y="412"/>
                  <a:pt x="195" y="468"/>
                </a:cubicBezTo>
                <a:lnTo>
                  <a:pt x="190" y="482"/>
                </a:lnTo>
                <a:moveTo>
                  <a:pt x="139" y="321"/>
                </a:moveTo>
                <a:cubicBezTo>
                  <a:pt x="154" y="321"/>
                  <a:pt x="166" y="309"/>
                  <a:pt x="166" y="295"/>
                </a:cubicBezTo>
                <a:cubicBezTo>
                  <a:pt x="166" y="162"/>
                  <a:pt x="276" y="53"/>
                  <a:pt x="409" y="53"/>
                </a:cubicBezTo>
                <a:cubicBezTo>
                  <a:pt x="542" y="53"/>
                  <a:pt x="652" y="162"/>
                  <a:pt x="652" y="295"/>
                </a:cubicBezTo>
                <a:cubicBezTo>
                  <a:pt x="652" y="310"/>
                  <a:pt x="664" y="321"/>
                  <a:pt x="679" y="321"/>
                </a:cubicBezTo>
                <a:cubicBezTo>
                  <a:pt x="693" y="321"/>
                  <a:pt x="705" y="309"/>
                  <a:pt x="705" y="295"/>
                </a:cubicBezTo>
                <a:cubicBezTo>
                  <a:pt x="705" y="132"/>
                  <a:pt x="571" y="0"/>
                  <a:pt x="409" y="0"/>
                </a:cubicBezTo>
                <a:cubicBezTo>
                  <a:pt x="246" y="0"/>
                  <a:pt x="112" y="132"/>
                  <a:pt x="112" y="295"/>
                </a:cubicBezTo>
                <a:cubicBezTo>
                  <a:pt x="112" y="309"/>
                  <a:pt x="124" y="321"/>
                  <a:pt x="139" y="321"/>
                </a:cubicBezTo>
                <a:moveTo>
                  <a:pt x="409" y="268"/>
                </a:moveTo>
                <a:cubicBezTo>
                  <a:pt x="424" y="268"/>
                  <a:pt x="436" y="280"/>
                  <a:pt x="436" y="295"/>
                </a:cubicBezTo>
                <a:cubicBezTo>
                  <a:pt x="436" y="309"/>
                  <a:pt x="448" y="321"/>
                  <a:pt x="462" y="321"/>
                </a:cubicBezTo>
                <a:cubicBezTo>
                  <a:pt x="477" y="321"/>
                  <a:pt x="489" y="309"/>
                  <a:pt x="489" y="295"/>
                </a:cubicBezTo>
                <a:cubicBezTo>
                  <a:pt x="489" y="250"/>
                  <a:pt x="453" y="214"/>
                  <a:pt x="409" y="214"/>
                </a:cubicBezTo>
                <a:cubicBezTo>
                  <a:pt x="364" y="214"/>
                  <a:pt x="328" y="250"/>
                  <a:pt x="328" y="295"/>
                </a:cubicBezTo>
                <a:cubicBezTo>
                  <a:pt x="328" y="309"/>
                  <a:pt x="340" y="321"/>
                  <a:pt x="355" y="321"/>
                </a:cubicBezTo>
                <a:cubicBezTo>
                  <a:pt x="370" y="321"/>
                  <a:pt x="382" y="309"/>
                  <a:pt x="382" y="295"/>
                </a:cubicBezTo>
                <a:cubicBezTo>
                  <a:pt x="382" y="280"/>
                  <a:pt x="394" y="268"/>
                  <a:pt x="409" y="268"/>
                </a:cubicBezTo>
                <a:moveTo>
                  <a:pt x="273" y="295"/>
                </a:moveTo>
                <a:cubicBezTo>
                  <a:pt x="273" y="221"/>
                  <a:pt x="335" y="161"/>
                  <a:pt x="409" y="161"/>
                </a:cubicBezTo>
                <a:cubicBezTo>
                  <a:pt x="483" y="161"/>
                  <a:pt x="545" y="221"/>
                  <a:pt x="545" y="295"/>
                </a:cubicBezTo>
                <a:cubicBezTo>
                  <a:pt x="545" y="310"/>
                  <a:pt x="556" y="321"/>
                  <a:pt x="571" y="321"/>
                </a:cubicBezTo>
                <a:cubicBezTo>
                  <a:pt x="585" y="321"/>
                  <a:pt x="598" y="309"/>
                  <a:pt x="598" y="295"/>
                </a:cubicBezTo>
                <a:cubicBezTo>
                  <a:pt x="598" y="191"/>
                  <a:pt x="512" y="107"/>
                  <a:pt x="409" y="107"/>
                </a:cubicBezTo>
                <a:cubicBezTo>
                  <a:pt x="305" y="107"/>
                  <a:pt x="219" y="191"/>
                  <a:pt x="219" y="295"/>
                </a:cubicBezTo>
                <a:cubicBezTo>
                  <a:pt x="219" y="310"/>
                  <a:pt x="231" y="321"/>
                  <a:pt x="246" y="321"/>
                </a:cubicBezTo>
                <a:cubicBezTo>
                  <a:pt x="261" y="321"/>
                  <a:pt x="273" y="309"/>
                  <a:pt x="273" y="295"/>
                </a:cubicBezTo>
                <a:moveTo>
                  <a:pt x="705" y="754"/>
                </a:moveTo>
                <a:cubicBezTo>
                  <a:pt x="661" y="754"/>
                  <a:pt x="625" y="790"/>
                  <a:pt x="625" y="834"/>
                </a:cubicBezTo>
                <a:cubicBezTo>
                  <a:pt x="625" y="879"/>
                  <a:pt x="660" y="915"/>
                  <a:pt x="705" y="915"/>
                </a:cubicBezTo>
                <a:cubicBezTo>
                  <a:pt x="749" y="915"/>
                  <a:pt x="786" y="879"/>
                  <a:pt x="786" y="834"/>
                </a:cubicBezTo>
                <a:cubicBezTo>
                  <a:pt x="786" y="790"/>
                  <a:pt x="750" y="754"/>
                  <a:pt x="705" y="754"/>
                </a:cubicBezTo>
                <a:moveTo>
                  <a:pt x="219" y="754"/>
                </a:moveTo>
                <a:cubicBezTo>
                  <a:pt x="175" y="754"/>
                  <a:pt x="139" y="790"/>
                  <a:pt x="139" y="834"/>
                </a:cubicBezTo>
                <a:cubicBezTo>
                  <a:pt x="139" y="879"/>
                  <a:pt x="175" y="915"/>
                  <a:pt x="219" y="915"/>
                </a:cubicBezTo>
                <a:cubicBezTo>
                  <a:pt x="264" y="915"/>
                  <a:pt x="300" y="879"/>
                  <a:pt x="300" y="834"/>
                </a:cubicBezTo>
                <a:cubicBezTo>
                  <a:pt x="300" y="790"/>
                  <a:pt x="264" y="754"/>
                  <a:pt x="219" y="754"/>
                </a:cubicBezTo>
                <a:moveTo>
                  <a:pt x="620" y="466"/>
                </a:moveTo>
                <a:cubicBezTo>
                  <a:pt x="602" y="411"/>
                  <a:pt x="549" y="374"/>
                  <a:pt x="491" y="374"/>
                </a:cubicBezTo>
                <a:lnTo>
                  <a:pt x="435" y="374"/>
                </a:lnTo>
                <a:lnTo>
                  <a:pt x="435" y="482"/>
                </a:lnTo>
                <a:lnTo>
                  <a:pt x="626" y="482"/>
                </a:lnTo>
                <a:lnTo>
                  <a:pt x="620" y="466"/>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99" name="Google Shape;499;p49"/>
          <p:cNvSpPr/>
          <p:nvPr/>
        </p:nvSpPr>
        <p:spPr>
          <a:xfrm>
            <a:off x="1945539" y="1326077"/>
            <a:ext cx="281975" cy="281664"/>
          </a:xfrm>
          <a:custGeom>
            <a:avLst/>
            <a:gdLst/>
            <a:ahLst/>
            <a:cxnLst/>
            <a:rect l="l" t="t" r="r" b="b"/>
            <a:pathLst>
              <a:path w="916" h="915" extrusionOk="0">
                <a:moveTo>
                  <a:pt x="161" y="540"/>
                </a:moveTo>
                <a:lnTo>
                  <a:pt x="54" y="540"/>
                </a:lnTo>
                <a:cubicBezTo>
                  <a:pt x="24" y="540"/>
                  <a:pt x="0" y="564"/>
                  <a:pt x="0" y="594"/>
                </a:cubicBezTo>
                <a:lnTo>
                  <a:pt x="0" y="647"/>
                </a:lnTo>
                <a:lnTo>
                  <a:pt x="214" y="647"/>
                </a:lnTo>
                <a:lnTo>
                  <a:pt x="214" y="594"/>
                </a:lnTo>
                <a:cubicBezTo>
                  <a:pt x="214" y="564"/>
                  <a:pt x="190" y="540"/>
                  <a:pt x="161" y="540"/>
                </a:cubicBezTo>
                <a:moveTo>
                  <a:pt x="0" y="862"/>
                </a:moveTo>
                <a:cubicBezTo>
                  <a:pt x="0" y="891"/>
                  <a:pt x="24" y="915"/>
                  <a:pt x="54" y="915"/>
                </a:cubicBezTo>
                <a:lnTo>
                  <a:pt x="161" y="915"/>
                </a:lnTo>
                <a:cubicBezTo>
                  <a:pt x="190" y="915"/>
                  <a:pt x="214" y="891"/>
                  <a:pt x="214" y="862"/>
                </a:cubicBezTo>
                <a:lnTo>
                  <a:pt x="214" y="808"/>
                </a:lnTo>
                <a:lnTo>
                  <a:pt x="0" y="808"/>
                </a:lnTo>
                <a:lnTo>
                  <a:pt x="0" y="862"/>
                </a:lnTo>
                <a:moveTo>
                  <a:pt x="582" y="430"/>
                </a:moveTo>
                <a:cubicBezTo>
                  <a:pt x="556" y="402"/>
                  <a:pt x="540" y="365"/>
                  <a:pt x="540" y="323"/>
                </a:cubicBezTo>
                <a:cubicBezTo>
                  <a:pt x="540" y="282"/>
                  <a:pt x="556" y="244"/>
                  <a:pt x="582" y="216"/>
                </a:cubicBezTo>
                <a:lnTo>
                  <a:pt x="485" y="216"/>
                </a:lnTo>
                <a:lnTo>
                  <a:pt x="485" y="156"/>
                </a:lnTo>
                <a:cubicBezTo>
                  <a:pt x="518" y="145"/>
                  <a:pt x="541" y="113"/>
                  <a:pt x="538" y="75"/>
                </a:cubicBezTo>
                <a:cubicBezTo>
                  <a:pt x="535" y="36"/>
                  <a:pt x="503" y="4"/>
                  <a:pt x="464" y="1"/>
                </a:cubicBezTo>
                <a:cubicBezTo>
                  <a:pt x="417" y="-2"/>
                  <a:pt x="378" y="35"/>
                  <a:pt x="378" y="81"/>
                </a:cubicBezTo>
                <a:cubicBezTo>
                  <a:pt x="378" y="116"/>
                  <a:pt x="400" y="145"/>
                  <a:pt x="431" y="156"/>
                </a:cubicBezTo>
                <a:lnTo>
                  <a:pt x="431" y="216"/>
                </a:lnTo>
                <a:lnTo>
                  <a:pt x="334" y="216"/>
                </a:lnTo>
                <a:cubicBezTo>
                  <a:pt x="360" y="244"/>
                  <a:pt x="376" y="282"/>
                  <a:pt x="376" y="323"/>
                </a:cubicBezTo>
                <a:cubicBezTo>
                  <a:pt x="376" y="365"/>
                  <a:pt x="360" y="402"/>
                  <a:pt x="334" y="430"/>
                </a:cubicBezTo>
                <a:lnTo>
                  <a:pt x="582" y="430"/>
                </a:lnTo>
                <a:moveTo>
                  <a:pt x="0" y="754"/>
                </a:moveTo>
                <a:lnTo>
                  <a:pt x="214" y="754"/>
                </a:lnTo>
                <a:lnTo>
                  <a:pt x="214" y="701"/>
                </a:lnTo>
                <a:lnTo>
                  <a:pt x="0" y="701"/>
                </a:lnTo>
                <a:lnTo>
                  <a:pt x="0" y="754"/>
                </a:lnTo>
                <a:moveTo>
                  <a:pt x="701" y="862"/>
                </a:moveTo>
                <a:cubicBezTo>
                  <a:pt x="701" y="891"/>
                  <a:pt x="725" y="915"/>
                  <a:pt x="755" y="915"/>
                </a:cubicBezTo>
                <a:lnTo>
                  <a:pt x="862" y="915"/>
                </a:lnTo>
                <a:cubicBezTo>
                  <a:pt x="892" y="915"/>
                  <a:pt x="916" y="891"/>
                  <a:pt x="916" y="862"/>
                </a:cubicBezTo>
                <a:lnTo>
                  <a:pt x="916" y="808"/>
                </a:lnTo>
                <a:lnTo>
                  <a:pt x="701" y="808"/>
                </a:lnTo>
                <a:lnTo>
                  <a:pt x="701" y="862"/>
                </a:lnTo>
                <a:moveTo>
                  <a:pt x="701" y="754"/>
                </a:moveTo>
                <a:lnTo>
                  <a:pt x="916" y="754"/>
                </a:lnTo>
                <a:lnTo>
                  <a:pt x="916" y="701"/>
                </a:lnTo>
                <a:lnTo>
                  <a:pt x="701" y="701"/>
                </a:lnTo>
                <a:lnTo>
                  <a:pt x="701" y="754"/>
                </a:lnTo>
                <a:moveTo>
                  <a:pt x="862" y="540"/>
                </a:moveTo>
                <a:lnTo>
                  <a:pt x="755" y="540"/>
                </a:lnTo>
                <a:cubicBezTo>
                  <a:pt x="725" y="540"/>
                  <a:pt x="701" y="564"/>
                  <a:pt x="701" y="594"/>
                </a:cubicBezTo>
                <a:lnTo>
                  <a:pt x="701" y="647"/>
                </a:lnTo>
                <a:lnTo>
                  <a:pt x="916" y="647"/>
                </a:lnTo>
                <a:lnTo>
                  <a:pt x="916" y="594"/>
                </a:lnTo>
                <a:cubicBezTo>
                  <a:pt x="916" y="564"/>
                  <a:pt x="892" y="540"/>
                  <a:pt x="862" y="540"/>
                </a:cubicBezTo>
                <a:moveTo>
                  <a:pt x="567" y="540"/>
                </a:moveTo>
                <a:lnTo>
                  <a:pt x="541" y="540"/>
                </a:lnTo>
                <a:lnTo>
                  <a:pt x="541" y="484"/>
                </a:lnTo>
                <a:lnTo>
                  <a:pt x="375" y="484"/>
                </a:lnTo>
                <a:lnTo>
                  <a:pt x="375" y="540"/>
                </a:lnTo>
                <a:lnTo>
                  <a:pt x="349" y="540"/>
                </a:lnTo>
                <a:cubicBezTo>
                  <a:pt x="304" y="540"/>
                  <a:pt x="268" y="576"/>
                  <a:pt x="268" y="620"/>
                </a:cubicBezTo>
                <a:lnTo>
                  <a:pt x="268" y="781"/>
                </a:lnTo>
                <a:cubicBezTo>
                  <a:pt x="268" y="796"/>
                  <a:pt x="280" y="808"/>
                  <a:pt x="295" y="808"/>
                </a:cubicBezTo>
                <a:lnTo>
                  <a:pt x="621" y="808"/>
                </a:lnTo>
                <a:cubicBezTo>
                  <a:pt x="636" y="808"/>
                  <a:pt x="648" y="796"/>
                  <a:pt x="648" y="781"/>
                </a:cubicBezTo>
                <a:lnTo>
                  <a:pt x="648" y="620"/>
                </a:lnTo>
                <a:cubicBezTo>
                  <a:pt x="648" y="576"/>
                  <a:pt x="612" y="540"/>
                  <a:pt x="567" y="540"/>
                </a:cubicBezTo>
                <a:moveTo>
                  <a:pt x="513" y="701"/>
                </a:moveTo>
                <a:lnTo>
                  <a:pt x="403" y="701"/>
                </a:lnTo>
                <a:cubicBezTo>
                  <a:pt x="389" y="701"/>
                  <a:pt x="377" y="690"/>
                  <a:pt x="375" y="676"/>
                </a:cubicBezTo>
                <a:cubicBezTo>
                  <a:pt x="374" y="660"/>
                  <a:pt x="386" y="647"/>
                  <a:pt x="402" y="647"/>
                </a:cubicBezTo>
                <a:lnTo>
                  <a:pt x="512" y="647"/>
                </a:lnTo>
                <a:cubicBezTo>
                  <a:pt x="526" y="647"/>
                  <a:pt x="538" y="658"/>
                  <a:pt x="540" y="672"/>
                </a:cubicBezTo>
                <a:cubicBezTo>
                  <a:pt x="541" y="687"/>
                  <a:pt x="529" y="701"/>
                  <a:pt x="513" y="701"/>
                </a:cubicBezTo>
                <a:moveTo>
                  <a:pt x="322" y="323"/>
                </a:moveTo>
                <a:cubicBezTo>
                  <a:pt x="322" y="263"/>
                  <a:pt x="274" y="215"/>
                  <a:pt x="214" y="215"/>
                </a:cubicBezTo>
                <a:cubicBezTo>
                  <a:pt x="155" y="215"/>
                  <a:pt x="107" y="263"/>
                  <a:pt x="107" y="323"/>
                </a:cubicBezTo>
                <a:cubicBezTo>
                  <a:pt x="107" y="382"/>
                  <a:pt x="155" y="430"/>
                  <a:pt x="214" y="430"/>
                </a:cubicBezTo>
                <a:cubicBezTo>
                  <a:pt x="274" y="430"/>
                  <a:pt x="322" y="382"/>
                  <a:pt x="322" y="323"/>
                </a:cubicBezTo>
                <a:moveTo>
                  <a:pt x="214" y="350"/>
                </a:moveTo>
                <a:cubicBezTo>
                  <a:pt x="200" y="350"/>
                  <a:pt x="188" y="338"/>
                  <a:pt x="188" y="323"/>
                </a:cubicBezTo>
                <a:cubicBezTo>
                  <a:pt x="188" y="308"/>
                  <a:pt x="200" y="296"/>
                  <a:pt x="214" y="296"/>
                </a:cubicBezTo>
                <a:cubicBezTo>
                  <a:pt x="229" y="296"/>
                  <a:pt x="241" y="308"/>
                  <a:pt x="241" y="323"/>
                </a:cubicBezTo>
                <a:cubicBezTo>
                  <a:pt x="241" y="338"/>
                  <a:pt x="229" y="350"/>
                  <a:pt x="214" y="350"/>
                </a:cubicBezTo>
                <a:moveTo>
                  <a:pt x="808" y="323"/>
                </a:moveTo>
                <a:cubicBezTo>
                  <a:pt x="808" y="263"/>
                  <a:pt x="761" y="215"/>
                  <a:pt x="701" y="215"/>
                </a:cubicBezTo>
                <a:cubicBezTo>
                  <a:pt x="642" y="215"/>
                  <a:pt x="593" y="263"/>
                  <a:pt x="593" y="323"/>
                </a:cubicBezTo>
                <a:cubicBezTo>
                  <a:pt x="593" y="382"/>
                  <a:pt x="641" y="430"/>
                  <a:pt x="701" y="430"/>
                </a:cubicBezTo>
                <a:cubicBezTo>
                  <a:pt x="760" y="430"/>
                  <a:pt x="808" y="382"/>
                  <a:pt x="808" y="323"/>
                </a:cubicBezTo>
                <a:moveTo>
                  <a:pt x="701" y="350"/>
                </a:moveTo>
                <a:cubicBezTo>
                  <a:pt x="686" y="350"/>
                  <a:pt x="674" y="338"/>
                  <a:pt x="674" y="323"/>
                </a:cubicBezTo>
                <a:cubicBezTo>
                  <a:pt x="674" y="308"/>
                  <a:pt x="687" y="296"/>
                  <a:pt x="701" y="296"/>
                </a:cubicBezTo>
                <a:cubicBezTo>
                  <a:pt x="716" y="296"/>
                  <a:pt x="727" y="308"/>
                  <a:pt x="727" y="323"/>
                </a:cubicBezTo>
                <a:cubicBezTo>
                  <a:pt x="727" y="338"/>
                  <a:pt x="715" y="350"/>
                  <a:pt x="701" y="350"/>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00" name="Google Shape;500;p49"/>
          <p:cNvSpPr/>
          <p:nvPr/>
        </p:nvSpPr>
        <p:spPr>
          <a:xfrm>
            <a:off x="1945539" y="2946644"/>
            <a:ext cx="281667" cy="281972"/>
          </a:xfrm>
          <a:custGeom>
            <a:avLst/>
            <a:gdLst/>
            <a:ahLst/>
            <a:cxnLst/>
            <a:rect l="l" t="t" r="r" b="b"/>
            <a:pathLst>
              <a:path w="915" h="916" extrusionOk="0">
                <a:moveTo>
                  <a:pt x="226" y="809"/>
                </a:moveTo>
                <a:lnTo>
                  <a:pt x="156" y="809"/>
                </a:lnTo>
                <a:cubicBezTo>
                  <a:pt x="144" y="776"/>
                  <a:pt x="112" y="753"/>
                  <a:pt x="74" y="756"/>
                </a:cubicBezTo>
                <a:cubicBezTo>
                  <a:pt x="35" y="758"/>
                  <a:pt x="3" y="790"/>
                  <a:pt x="0" y="830"/>
                </a:cubicBezTo>
                <a:cubicBezTo>
                  <a:pt x="-3" y="877"/>
                  <a:pt x="34" y="916"/>
                  <a:pt x="80" y="916"/>
                </a:cubicBezTo>
                <a:cubicBezTo>
                  <a:pt x="115" y="916"/>
                  <a:pt x="145" y="894"/>
                  <a:pt x="156" y="863"/>
                </a:cubicBezTo>
                <a:lnTo>
                  <a:pt x="243" y="863"/>
                </a:lnTo>
                <a:cubicBezTo>
                  <a:pt x="253" y="863"/>
                  <a:pt x="262" y="857"/>
                  <a:pt x="267" y="848"/>
                </a:cubicBezTo>
                <a:lnTo>
                  <a:pt x="313" y="756"/>
                </a:lnTo>
                <a:lnTo>
                  <a:pt x="265" y="732"/>
                </a:lnTo>
                <a:lnTo>
                  <a:pt x="226" y="809"/>
                </a:lnTo>
                <a:moveTo>
                  <a:pt x="80" y="161"/>
                </a:moveTo>
                <a:cubicBezTo>
                  <a:pt x="115" y="161"/>
                  <a:pt x="145" y="139"/>
                  <a:pt x="156" y="107"/>
                </a:cubicBezTo>
                <a:lnTo>
                  <a:pt x="226" y="107"/>
                </a:lnTo>
                <a:lnTo>
                  <a:pt x="251" y="158"/>
                </a:lnTo>
                <a:lnTo>
                  <a:pt x="298" y="131"/>
                </a:lnTo>
                <a:lnTo>
                  <a:pt x="267" y="69"/>
                </a:lnTo>
                <a:cubicBezTo>
                  <a:pt x="262" y="60"/>
                  <a:pt x="253" y="54"/>
                  <a:pt x="243" y="54"/>
                </a:cubicBezTo>
                <a:lnTo>
                  <a:pt x="156" y="54"/>
                </a:lnTo>
                <a:cubicBezTo>
                  <a:pt x="145" y="23"/>
                  <a:pt x="115" y="0"/>
                  <a:pt x="80" y="0"/>
                </a:cubicBezTo>
                <a:cubicBezTo>
                  <a:pt x="36" y="0"/>
                  <a:pt x="0" y="36"/>
                  <a:pt x="0" y="81"/>
                </a:cubicBezTo>
                <a:cubicBezTo>
                  <a:pt x="0" y="125"/>
                  <a:pt x="36" y="161"/>
                  <a:pt x="80" y="161"/>
                </a:cubicBezTo>
                <a:moveTo>
                  <a:pt x="688" y="107"/>
                </a:moveTo>
                <a:lnTo>
                  <a:pt x="759" y="107"/>
                </a:lnTo>
                <a:cubicBezTo>
                  <a:pt x="770" y="139"/>
                  <a:pt x="800" y="161"/>
                  <a:pt x="835" y="161"/>
                </a:cubicBezTo>
                <a:cubicBezTo>
                  <a:pt x="879" y="161"/>
                  <a:pt x="915" y="125"/>
                  <a:pt x="915" y="81"/>
                </a:cubicBezTo>
                <a:cubicBezTo>
                  <a:pt x="915" y="36"/>
                  <a:pt x="879" y="0"/>
                  <a:pt x="835" y="0"/>
                </a:cubicBezTo>
                <a:cubicBezTo>
                  <a:pt x="800" y="0"/>
                  <a:pt x="770" y="23"/>
                  <a:pt x="759" y="54"/>
                </a:cubicBezTo>
                <a:lnTo>
                  <a:pt x="672" y="54"/>
                </a:lnTo>
                <a:cubicBezTo>
                  <a:pt x="662" y="54"/>
                  <a:pt x="652" y="60"/>
                  <a:pt x="648" y="69"/>
                </a:cubicBezTo>
                <a:lnTo>
                  <a:pt x="617" y="131"/>
                </a:lnTo>
                <a:lnTo>
                  <a:pt x="663" y="158"/>
                </a:lnTo>
                <a:lnTo>
                  <a:pt x="688" y="107"/>
                </a:lnTo>
                <a:moveTo>
                  <a:pt x="835" y="755"/>
                </a:moveTo>
                <a:cubicBezTo>
                  <a:pt x="800" y="755"/>
                  <a:pt x="770" y="778"/>
                  <a:pt x="759" y="809"/>
                </a:cubicBezTo>
                <a:lnTo>
                  <a:pt x="688" y="809"/>
                </a:lnTo>
                <a:lnTo>
                  <a:pt x="650" y="732"/>
                </a:lnTo>
                <a:lnTo>
                  <a:pt x="602" y="756"/>
                </a:lnTo>
                <a:lnTo>
                  <a:pt x="648" y="848"/>
                </a:lnTo>
                <a:cubicBezTo>
                  <a:pt x="653" y="857"/>
                  <a:pt x="662" y="863"/>
                  <a:pt x="672" y="863"/>
                </a:cubicBezTo>
                <a:lnTo>
                  <a:pt x="759" y="863"/>
                </a:lnTo>
                <a:cubicBezTo>
                  <a:pt x="771" y="895"/>
                  <a:pt x="803" y="919"/>
                  <a:pt x="841" y="916"/>
                </a:cubicBezTo>
                <a:cubicBezTo>
                  <a:pt x="880" y="913"/>
                  <a:pt x="912" y="881"/>
                  <a:pt x="915" y="842"/>
                </a:cubicBezTo>
                <a:cubicBezTo>
                  <a:pt x="918" y="795"/>
                  <a:pt x="881" y="755"/>
                  <a:pt x="835" y="755"/>
                </a:cubicBezTo>
                <a:moveTo>
                  <a:pt x="755" y="295"/>
                </a:moveTo>
                <a:lnTo>
                  <a:pt x="485" y="429"/>
                </a:lnTo>
                <a:lnTo>
                  <a:pt x="485" y="755"/>
                </a:lnTo>
                <a:lnTo>
                  <a:pt x="755" y="621"/>
                </a:lnTo>
                <a:lnTo>
                  <a:pt x="755" y="295"/>
                </a:lnTo>
                <a:moveTo>
                  <a:pt x="470" y="111"/>
                </a:moveTo>
                <a:cubicBezTo>
                  <a:pt x="462" y="106"/>
                  <a:pt x="453" y="106"/>
                  <a:pt x="445" y="111"/>
                </a:cubicBezTo>
                <a:lnTo>
                  <a:pt x="192" y="251"/>
                </a:lnTo>
                <a:lnTo>
                  <a:pt x="457" y="383"/>
                </a:lnTo>
                <a:lnTo>
                  <a:pt x="722" y="251"/>
                </a:lnTo>
                <a:lnTo>
                  <a:pt x="470" y="111"/>
                </a:lnTo>
                <a:moveTo>
                  <a:pt x="161" y="604"/>
                </a:moveTo>
                <a:cubicBezTo>
                  <a:pt x="161" y="614"/>
                  <a:pt x="166" y="623"/>
                  <a:pt x="176" y="628"/>
                </a:cubicBezTo>
                <a:lnTo>
                  <a:pt x="431" y="755"/>
                </a:lnTo>
                <a:lnTo>
                  <a:pt x="431" y="429"/>
                </a:lnTo>
                <a:lnTo>
                  <a:pt x="161" y="295"/>
                </a:lnTo>
                <a:lnTo>
                  <a:pt x="161" y="604"/>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01" name="Google Shape;501;p49"/>
          <p:cNvSpPr/>
          <p:nvPr/>
        </p:nvSpPr>
        <p:spPr>
          <a:xfrm>
            <a:off x="5431749" y="2946644"/>
            <a:ext cx="281975" cy="281972"/>
          </a:xfrm>
          <a:custGeom>
            <a:avLst/>
            <a:gdLst/>
            <a:ahLst/>
            <a:cxnLst/>
            <a:rect l="l" t="t" r="r" b="b"/>
            <a:pathLst>
              <a:path w="916" h="916" extrusionOk="0">
                <a:moveTo>
                  <a:pt x="133" y="327"/>
                </a:moveTo>
                <a:lnTo>
                  <a:pt x="160" y="327"/>
                </a:lnTo>
                <a:lnTo>
                  <a:pt x="160" y="380"/>
                </a:lnTo>
                <a:lnTo>
                  <a:pt x="321" y="380"/>
                </a:lnTo>
                <a:lnTo>
                  <a:pt x="321" y="327"/>
                </a:lnTo>
                <a:lnTo>
                  <a:pt x="348" y="327"/>
                </a:lnTo>
                <a:cubicBezTo>
                  <a:pt x="363" y="327"/>
                  <a:pt x="375" y="315"/>
                  <a:pt x="375" y="300"/>
                </a:cubicBezTo>
                <a:lnTo>
                  <a:pt x="375" y="135"/>
                </a:lnTo>
                <a:cubicBezTo>
                  <a:pt x="375" y="61"/>
                  <a:pt x="314" y="0"/>
                  <a:pt x="241" y="0"/>
                </a:cubicBezTo>
                <a:lnTo>
                  <a:pt x="133" y="0"/>
                </a:lnTo>
                <a:cubicBezTo>
                  <a:pt x="119" y="0"/>
                  <a:pt x="107" y="12"/>
                  <a:pt x="107" y="27"/>
                </a:cubicBezTo>
                <a:lnTo>
                  <a:pt x="107" y="300"/>
                </a:lnTo>
                <a:cubicBezTo>
                  <a:pt x="107" y="315"/>
                  <a:pt x="119" y="327"/>
                  <a:pt x="133" y="327"/>
                </a:cubicBezTo>
                <a:moveTo>
                  <a:pt x="781" y="541"/>
                </a:moveTo>
                <a:lnTo>
                  <a:pt x="428" y="541"/>
                </a:lnTo>
                <a:lnTo>
                  <a:pt x="428" y="514"/>
                </a:lnTo>
                <a:cubicBezTo>
                  <a:pt x="428" y="470"/>
                  <a:pt x="392" y="434"/>
                  <a:pt x="348" y="434"/>
                </a:cubicBezTo>
                <a:lnTo>
                  <a:pt x="134" y="434"/>
                </a:lnTo>
                <a:cubicBezTo>
                  <a:pt x="89" y="434"/>
                  <a:pt x="53" y="470"/>
                  <a:pt x="53" y="514"/>
                </a:cubicBezTo>
                <a:lnTo>
                  <a:pt x="53" y="546"/>
                </a:lnTo>
                <a:cubicBezTo>
                  <a:pt x="22" y="557"/>
                  <a:pt x="0" y="587"/>
                  <a:pt x="0" y="622"/>
                </a:cubicBezTo>
                <a:lnTo>
                  <a:pt x="0" y="782"/>
                </a:lnTo>
                <a:cubicBezTo>
                  <a:pt x="0" y="797"/>
                  <a:pt x="12" y="809"/>
                  <a:pt x="26" y="809"/>
                </a:cubicBezTo>
                <a:cubicBezTo>
                  <a:pt x="26" y="720"/>
                  <a:pt x="99" y="648"/>
                  <a:pt x="187" y="648"/>
                </a:cubicBezTo>
                <a:cubicBezTo>
                  <a:pt x="243" y="648"/>
                  <a:pt x="293" y="677"/>
                  <a:pt x="322" y="721"/>
                </a:cubicBezTo>
                <a:cubicBezTo>
                  <a:pt x="350" y="677"/>
                  <a:pt x="400" y="648"/>
                  <a:pt x="456" y="648"/>
                </a:cubicBezTo>
                <a:cubicBezTo>
                  <a:pt x="512" y="648"/>
                  <a:pt x="563" y="677"/>
                  <a:pt x="592" y="721"/>
                </a:cubicBezTo>
                <a:cubicBezTo>
                  <a:pt x="621" y="677"/>
                  <a:pt x="672" y="648"/>
                  <a:pt x="728" y="648"/>
                </a:cubicBezTo>
                <a:cubicBezTo>
                  <a:pt x="798" y="648"/>
                  <a:pt x="857" y="694"/>
                  <a:pt x="879" y="756"/>
                </a:cubicBezTo>
                <a:lnTo>
                  <a:pt x="889" y="756"/>
                </a:lnTo>
                <a:cubicBezTo>
                  <a:pt x="904" y="756"/>
                  <a:pt x="916" y="744"/>
                  <a:pt x="916" y="729"/>
                </a:cubicBezTo>
                <a:lnTo>
                  <a:pt x="916" y="675"/>
                </a:lnTo>
                <a:cubicBezTo>
                  <a:pt x="915" y="601"/>
                  <a:pt x="855" y="541"/>
                  <a:pt x="781" y="541"/>
                </a:cubicBezTo>
                <a:moveTo>
                  <a:pt x="428" y="257"/>
                </a:moveTo>
                <a:lnTo>
                  <a:pt x="755" y="222"/>
                </a:lnTo>
                <a:lnTo>
                  <a:pt x="755" y="375"/>
                </a:lnTo>
                <a:cubicBezTo>
                  <a:pt x="755" y="382"/>
                  <a:pt x="762" y="386"/>
                  <a:pt x="768" y="383"/>
                </a:cubicBezTo>
                <a:cubicBezTo>
                  <a:pt x="794" y="369"/>
                  <a:pt x="821" y="398"/>
                  <a:pt x="802" y="424"/>
                </a:cubicBezTo>
                <a:cubicBezTo>
                  <a:pt x="801" y="425"/>
                  <a:pt x="801" y="426"/>
                  <a:pt x="800" y="427"/>
                </a:cubicBezTo>
                <a:cubicBezTo>
                  <a:pt x="778" y="442"/>
                  <a:pt x="755" y="427"/>
                  <a:pt x="755" y="406"/>
                </a:cubicBezTo>
                <a:cubicBezTo>
                  <a:pt x="755" y="384"/>
                  <a:pt x="728" y="368"/>
                  <a:pt x="705" y="389"/>
                </a:cubicBezTo>
                <a:cubicBezTo>
                  <a:pt x="703" y="391"/>
                  <a:pt x="702" y="393"/>
                  <a:pt x="702" y="395"/>
                </a:cubicBezTo>
                <a:cubicBezTo>
                  <a:pt x="692" y="462"/>
                  <a:pt x="767" y="517"/>
                  <a:pt x="836" y="468"/>
                </a:cubicBezTo>
                <a:cubicBezTo>
                  <a:pt x="839" y="466"/>
                  <a:pt x="841" y="463"/>
                  <a:pt x="843" y="461"/>
                </a:cubicBezTo>
                <a:cubicBezTo>
                  <a:pt x="882" y="405"/>
                  <a:pt x="855" y="347"/>
                  <a:pt x="808" y="331"/>
                </a:cubicBezTo>
                <a:lnTo>
                  <a:pt x="808" y="63"/>
                </a:lnTo>
                <a:cubicBezTo>
                  <a:pt x="808" y="58"/>
                  <a:pt x="804" y="54"/>
                  <a:pt x="799" y="54"/>
                </a:cubicBezTo>
                <a:lnTo>
                  <a:pt x="409" y="54"/>
                </a:lnTo>
                <a:cubicBezTo>
                  <a:pt x="421" y="79"/>
                  <a:pt x="428" y="106"/>
                  <a:pt x="428" y="134"/>
                </a:cubicBezTo>
                <a:lnTo>
                  <a:pt x="428" y="257"/>
                </a:lnTo>
                <a:moveTo>
                  <a:pt x="187" y="701"/>
                </a:moveTo>
                <a:cubicBezTo>
                  <a:pt x="128" y="701"/>
                  <a:pt x="80" y="748"/>
                  <a:pt x="80" y="808"/>
                </a:cubicBezTo>
                <a:cubicBezTo>
                  <a:pt x="80" y="867"/>
                  <a:pt x="128" y="916"/>
                  <a:pt x="187" y="916"/>
                </a:cubicBezTo>
                <a:cubicBezTo>
                  <a:pt x="246" y="916"/>
                  <a:pt x="294" y="867"/>
                  <a:pt x="294" y="808"/>
                </a:cubicBezTo>
                <a:cubicBezTo>
                  <a:pt x="294" y="748"/>
                  <a:pt x="246" y="701"/>
                  <a:pt x="187" y="701"/>
                </a:cubicBezTo>
                <a:moveTo>
                  <a:pt x="187" y="835"/>
                </a:moveTo>
                <a:cubicBezTo>
                  <a:pt x="172" y="835"/>
                  <a:pt x="160" y="823"/>
                  <a:pt x="160" y="808"/>
                </a:cubicBezTo>
                <a:cubicBezTo>
                  <a:pt x="160" y="793"/>
                  <a:pt x="172" y="782"/>
                  <a:pt x="187" y="782"/>
                </a:cubicBezTo>
                <a:cubicBezTo>
                  <a:pt x="202" y="782"/>
                  <a:pt x="214" y="794"/>
                  <a:pt x="214" y="808"/>
                </a:cubicBezTo>
                <a:cubicBezTo>
                  <a:pt x="214" y="823"/>
                  <a:pt x="202" y="835"/>
                  <a:pt x="187" y="835"/>
                </a:cubicBezTo>
                <a:moveTo>
                  <a:pt x="455" y="701"/>
                </a:moveTo>
                <a:cubicBezTo>
                  <a:pt x="396" y="701"/>
                  <a:pt x="348" y="748"/>
                  <a:pt x="348" y="808"/>
                </a:cubicBezTo>
                <a:cubicBezTo>
                  <a:pt x="348" y="867"/>
                  <a:pt x="396" y="916"/>
                  <a:pt x="455" y="916"/>
                </a:cubicBezTo>
                <a:cubicBezTo>
                  <a:pt x="514" y="916"/>
                  <a:pt x="564" y="867"/>
                  <a:pt x="564" y="808"/>
                </a:cubicBezTo>
                <a:cubicBezTo>
                  <a:pt x="564" y="748"/>
                  <a:pt x="514" y="701"/>
                  <a:pt x="455" y="701"/>
                </a:cubicBezTo>
                <a:moveTo>
                  <a:pt x="455" y="835"/>
                </a:moveTo>
                <a:cubicBezTo>
                  <a:pt x="440" y="835"/>
                  <a:pt x="428" y="823"/>
                  <a:pt x="428" y="808"/>
                </a:cubicBezTo>
                <a:cubicBezTo>
                  <a:pt x="428" y="793"/>
                  <a:pt x="440" y="782"/>
                  <a:pt x="455" y="782"/>
                </a:cubicBezTo>
                <a:cubicBezTo>
                  <a:pt x="470" y="782"/>
                  <a:pt x="482" y="794"/>
                  <a:pt x="482" y="808"/>
                </a:cubicBezTo>
                <a:cubicBezTo>
                  <a:pt x="482" y="823"/>
                  <a:pt x="470" y="835"/>
                  <a:pt x="455" y="835"/>
                </a:cubicBezTo>
                <a:moveTo>
                  <a:pt x="727" y="701"/>
                </a:moveTo>
                <a:cubicBezTo>
                  <a:pt x="668" y="701"/>
                  <a:pt x="620" y="748"/>
                  <a:pt x="620" y="808"/>
                </a:cubicBezTo>
                <a:cubicBezTo>
                  <a:pt x="620" y="867"/>
                  <a:pt x="668" y="916"/>
                  <a:pt x="727" y="916"/>
                </a:cubicBezTo>
                <a:cubicBezTo>
                  <a:pt x="786" y="916"/>
                  <a:pt x="834" y="867"/>
                  <a:pt x="834" y="808"/>
                </a:cubicBezTo>
                <a:cubicBezTo>
                  <a:pt x="834" y="748"/>
                  <a:pt x="786" y="701"/>
                  <a:pt x="727" y="701"/>
                </a:cubicBezTo>
                <a:moveTo>
                  <a:pt x="727" y="835"/>
                </a:moveTo>
                <a:cubicBezTo>
                  <a:pt x="712" y="835"/>
                  <a:pt x="700" y="823"/>
                  <a:pt x="700" y="808"/>
                </a:cubicBezTo>
                <a:cubicBezTo>
                  <a:pt x="700" y="793"/>
                  <a:pt x="712" y="782"/>
                  <a:pt x="727" y="782"/>
                </a:cubicBezTo>
                <a:cubicBezTo>
                  <a:pt x="742" y="782"/>
                  <a:pt x="754" y="794"/>
                  <a:pt x="754" y="808"/>
                </a:cubicBezTo>
                <a:cubicBezTo>
                  <a:pt x="754" y="823"/>
                  <a:pt x="742" y="835"/>
                  <a:pt x="727" y="83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5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SECHS IDEEN</a:t>
            </a:r>
            <a:endParaRPr/>
          </a:p>
        </p:txBody>
      </p:sp>
      <p:sp>
        <p:nvSpPr>
          <p:cNvPr id="507" name="Google Shape;507;p50"/>
          <p:cNvSpPr txBox="1">
            <a:spLocks noGrp="1"/>
          </p:cNvSpPr>
          <p:nvPr>
            <p:ph type="subTitle" idx="3"/>
          </p:nvPr>
        </p:nvSpPr>
        <p:spPr>
          <a:xfrm>
            <a:off x="720000" y="3719125"/>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Jupiter ist der größte Planet im Sonnensystem</a:t>
            </a:r>
            <a:endParaRPr/>
          </a:p>
        </p:txBody>
      </p:sp>
      <p:sp>
        <p:nvSpPr>
          <p:cNvPr id="508" name="Google Shape;508;p50"/>
          <p:cNvSpPr txBox="1">
            <a:spLocks noGrp="1"/>
          </p:cNvSpPr>
          <p:nvPr>
            <p:ph type="subTitle" idx="1"/>
          </p:nvPr>
        </p:nvSpPr>
        <p:spPr>
          <a:xfrm>
            <a:off x="720000" y="2095563"/>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Merkur ist der </a:t>
            </a:r>
            <a:r>
              <a:rPr lang="de" b="1"/>
              <a:t>sonnennächste</a:t>
            </a:r>
            <a:r>
              <a:rPr lang="de"/>
              <a:t> Planet</a:t>
            </a:r>
            <a:endParaRPr/>
          </a:p>
        </p:txBody>
      </p:sp>
      <p:sp>
        <p:nvSpPr>
          <p:cNvPr id="509" name="Google Shape;509;p50"/>
          <p:cNvSpPr txBox="1">
            <a:spLocks noGrp="1"/>
          </p:cNvSpPr>
          <p:nvPr>
            <p:ph type="subTitle" idx="2"/>
          </p:nvPr>
        </p:nvSpPr>
        <p:spPr>
          <a:xfrm>
            <a:off x="3467622" y="2095563"/>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 Venus </a:t>
            </a:r>
            <a:r>
              <a:rPr lang="de" b="1"/>
              <a:t>hat einen</a:t>
            </a:r>
            <a:r>
              <a:rPr lang="de"/>
              <a:t> schönen Namen</a:t>
            </a:r>
            <a:endParaRPr/>
          </a:p>
        </p:txBody>
      </p:sp>
      <p:sp>
        <p:nvSpPr>
          <p:cNvPr id="510" name="Google Shape;510;p50"/>
          <p:cNvSpPr txBox="1">
            <a:spLocks noGrp="1"/>
          </p:cNvSpPr>
          <p:nvPr>
            <p:ph type="subTitle" idx="4"/>
          </p:nvPr>
        </p:nvSpPr>
        <p:spPr>
          <a:xfrm>
            <a:off x="3467622" y="3719125"/>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Saturn besteht aus Wasserstoff und </a:t>
            </a:r>
            <a:r>
              <a:rPr lang="de" b="1"/>
              <a:t>Helium</a:t>
            </a:r>
            <a:endParaRPr b="1"/>
          </a:p>
        </p:txBody>
      </p:sp>
      <p:sp>
        <p:nvSpPr>
          <p:cNvPr id="511" name="Google Shape;511;p50"/>
          <p:cNvSpPr txBox="1">
            <a:spLocks noGrp="1"/>
          </p:cNvSpPr>
          <p:nvPr>
            <p:ph type="subTitle" idx="5"/>
          </p:nvPr>
        </p:nvSpPr>
        <p:spPr>
          <a:xfrm>
            <a:off x="6215244" y="2095563"/>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Mars ist trotz seiner</a:t>
            </a:r>
            <a:r>
              <a:rPr lang="de" b="1"/>
              <a:t> roten Farbe</a:t>
            </a:r>
            <a:r>
              <a:rPr lang="de"/>
              <a:t> sehr kalt</a:t>
            </a:r>
            <a:endParaRPr/>
          </a:p>
        </p:txBody>
      </p:sp>
      <p:sp>
        <p:nvSpPr>
          <p:cNvPr id="512" name="Google Shape;512;p50"/>
          <p:cNvSpPr txBox="1">
            <a:spLocks noGrp="1"/>
          </p:cNvSpPr>
          <p:nvPr>
            <p:ph type="subTitle" idx="6"/>
          </p:nvPr>
        </p:nvSpPr>
        <p:spPr>
          <a:xfrm>
            <a:off x="6215244" y="3719125"/>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Neptun ist am weitesten von der Sonne entfernt</a:t>
            </a:r>
            <a:endParaRPr/>
          </a:p>
        </p:txBody>
      </p:sp>
      <p:sp>
        <p:nvSpPr>
          <p:cNvPr id="513" name="Google Shape;513;p50"/>
          <p:cNvSpPr txBox="1">
            <a:spLocks noGrp="1"/>
          </p:cNvSpPr>
          <p:nvPr>
            <p:ph type="subTitle" idx="7"/>
          </p:nvPr>
        </p:nvSpPr>
        <p:spPr>
          <a:xfrm>
            <a:off x="720976" y="1760150"/>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MERKUR</a:t>
            </a:r>
            <a:endParaRPr/>
          </a:p>
        </p:txBody>
      </p:sp>
      <p:sp>
        <p:nvSpPr>
          <p:cNvPr id="514" name="Google Shape;514;p50"/>
          <p:cNvSpPr txBox="1">
            <a:spLocks noGrp="1"/>
          </p:cNvSpPr>
          <p:nvPr>
            <p:ph type="subTitle" idx="8"/>
          </p:nvPr>
        </p:nvSpPr>
        <p:spPr>
          <a:xfrm>
            <a:off x="3468598" y="1760150"/>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VENUS</a:t>
            </a:r>
            <a:endParaRPr/>
          </a:p>
        </p:txBody>
      </p:sp>
      <p:sp>
        <p:nvSpPr>
          <p:cNvPr id="515" name="Google Shape;515;p50"/>
          <p:cNvSpPr txBox="1">
            <a:spLocks noGrp="1"/>
          </p:cNvSpPr>
          <p:nvPr>
            <p:ph type="subTitle" idx="9"/>
          </p:nvPr>
        </p:nvSpPr>
        <p:spPr>
          <a:xfrm>
            <a:off x="6216220" y="1760150"/>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MARS</a:t>
            </a:r>
            <a:endParaRPr/>
          </a:p>
        </p:txBody>
      </p:sp>
      <p:sp>
        <p:nvSpPr>
          <p:cNvPr id="516" name="Google Shape;516;p50"/>
          <p:cNvSpPr txBox="1">
            <a:spLocks noGrp="1"/>
          </p:cNvSpPr>
          <p:nvPr>
            <p:ph type="subTitle" idx="13"/>
          </p:nvPr>
        </p:nvSpPr>
        <p:spPr>
          <a:xfrm>
            <a:off x="721001" y="3383725"/>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JUPITER</a:t>
            </a:r>
            <a:endParaRPr/>
          </a:p>
        </p:txBody>
      </p:sp>
      <p:sp>
        <p:nvSpPr>
          <p:cNvPr id="517" name="Google Shape;517;p50"/>
          <p:cNvSpPr txBox="1">
            <a:spLocks noGrp="1"/>
          </p:cNvSpPr>
          <p:nvPr>
            <p:ph type="subTitle" idx="14"/>
          </p:nvPr>
        </p:nvSpPr>
        <p:spPr>
          <a:xfrm>
            <a:off x="3468623" y="3383725"/>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SATURN</a:t>
            </a:r>
            <a:endParaRPr/>
          </a:p>
        </p:txBody>
      </p:sp>
      <p:sp>
        <p:nvSpPr>
          <p:cNvPr id="518" name="Google Shape;518;p50"/>
          <p:cNvSpPr txBox="1">
            <a:spLocks noGrp="1"/>
          </p:cNvSpPr>
          <p:nvPr>
            <p:ph type="subTitle" idx="15"/>
          </p:nvPr>
        </p:nvSpPr>
        <p:spPr>
          <a:xfrm>
            <a:off x="6216245" y="3383725"/>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NEPTUN</a:t>
            </a:r>
            <a:endParaRPr/>
          </a:p>
        </p:txBody>
      </p:sp>
      <p:sp>
        <p:nvSpPr>
          <p:cNvPr id="519" name="Google Shape;519;p50"/>
          <p:cNvSpPr/>
          <p:nvPr/>
        </p:nvSpPr>
        <p:spPr>
          <a:xfrm>
            <a:off x="6291598" y="1325475"/>
            <a:ext cx="281667" cy="281972"/>
          </a:xfrm>
          <a:custGeom>
            <a:avLst/>
            <a:gdLst/>
            <a:ahLst/>
            <a:cxnLst/>
            <a:rect l="l" t="t" r="r" b="b"/>
            <a:pathLst>
              <a:path w="915" h="916" extrusionOk="0">
                <a:moveTo>
                  <a:pt x="457" y="538"/>
                </a:moveTo>
                <a:cubicBezTo>
                  <a:pt x="502" y="538"/>
                  <a:pt x="538" y="502"/>
                  <a:pt x="538" y="458"/>
                </a:cubicBezTo>
                <a:cubicBezTo>
                  <a:pt x="538" y="413"/>
                  <a:pt x="502" y="377"/>
                  <a:pt x="457" y="377"/>
                </a:cubicBezTo>
                <a:cubicBezTo>
                  <a:pt x="413" y="377"/>
                  <a:pt x="377" y="413"/>
                  <a:pt x="377" y="458"/>
                </a:cubicBezTo>
                <a:cubicBezTo>
                  <a:pt x="377" y="502"/>
                  <a:pt x="413" y="538"/>
                  <a:pt x="457" y="538"/>
                </a:cubicBezTo>
                <a:moveTo>
                  <a:pt x="888" y="431"/>
                </a:moveTo>
                <a:cubicBezTo>
                  <a:pt x="902" y="431"/>
                  <a:pt x="914" y="421"/>
                  <a:pt x="915" y="407"/>
                </a:cubicBezTo>
                <a:cubicBezTo>
                  <a:pt x="917" y="391"/>
                  <a:pt x="904" y="378"/>
                  <a:pt x="889" y="378"/>
                </a:cubicBezTo>
                <a:lnTo>
                  <a:pt x="806" y="378"/>
                </a:lnTo>
                <a:lnTo>
                  <a:pt x="806" y="324"/>
                </a:lnTo>
                <a:lnTo>
                  <a:pt x="888" y="324"/>
                </a:lnTo>
                <a:cubicBezTo>
                  <a:pt x="902" y="324"/>
                  <a:pt x="914" y="314"/>
                  <a:pt x="915" y="300"/>
                </a:cubicBezTo>
                <a:cubicBezTo>
                  <a:pt x="917" y="284"/>
                  <a:pt x="904" y="271"/>
                  <a:pt x="889" y="271"/>
                </a:cubicBezTo>
                <a:lnTo>
                  <a:pt x="806" y="271"/>
                </a:lnTo>
                <a:lnTo>
                  <a:pt x="806" y="190"/>
                </a:lnTo>
                <a:cubicBezTo>
                  <a:pt x="806" y="146"/>
                  <a:pt x="770" y="110"/>
                  <a:pt x="726" y="110"/>
                </a:cubicBezTo>
                <a:lnTo>
                  <a:pt x="646" y="110"/>
                </a:lnTo>
                <a:lnTo>
                  <a:pt x="646" y="28"/>
                </a:lnTo>
                <a:cubicBezTo>
                  <a:pt x="646" y="14"/>
                  <a:pt x="635" y="2"/>
                  <a:pt x="621" y="1"/>
                </a:cubicBezTo>
                <a:cubicBezTo>
                  <a:pt x="605" y="-1"/>
                  <a:pt x="592" y="12"/>
                  <a:pt x="592" y="27"/>
                </a:cubicBezTo>
                <a:lnTo>
                  <a:pt x="592" y="110"/>
                </a:lnTo>
                <a:lnTo>
                  <a:pt x="538" y="110"/>
                </a:lnTo>
                <a:lnTo>
                  <a:pt x="538" y="28"/>
                </a:lnTo>
                <a:cubicBezTo>
                  <a:pt x="538" y="14"/>
                  <a:pt x="528" y="2"/>
                  <a:pt x="514" y="1"/>
                </a:cubicBezTo>
                <a:cubicBezTo>
                  <a:pt x="498" y="-1"/>
                  <a:pt x="485" y="12"/>
                  <a:pt x="485" y="27"/>
                </a:cubicBezTo>
                <a:lnTo>
                  <a:pt x="485" y="110"/>
                </a:lnTo>
                <a:lnTo>
                  <a:pt x="431" y="110"/>
                </a:lnTo>
                <a:lnTo>
                  <a:pt x="431" y="28"/>
                </a:lnTo>
                <a:cubicBezTo>
                  <a:pt x="431" y="14"/>
                  <a:pt x="421" y="2"/>
                  <a:pt x="407" y="1"/>
                </a:cubicBezTo>
                <a:cubicBezTo>
                  <a:pt x="391" y="-1"/>
                  <a:pt x="377" y="12"/>
                  <a:pt x="377" y="27"/>
                </a:cubicBezTo>
                <a:lnTo>
                  <a:pt x="377" y="110"/>
                </a:lnTo>
                <a:lnTo>
                  <a:pt x="324" y="110"/>
                </a:lnTo>
                <a:lnTo>
                  <a:pt x="324" y="28"/>
                </a:lnTo>
                <a:cubicBezTo>
                  <a:pt x="324" y="14"/>
                  <a:pt x="313" y="2"/>
                  <a:pt x="299" y="1"/>
                </a:cubicBezTo>
                <a:cubicBezTo>
                  <a:pt x="283" y="-1"/>
                  <a:pt x="270" y="12"/>
                  <a:pt x="270" y="27"/>
                </a:cubicBezTo>
                <a:lnTo>
                  <a:pt x="270" y="110"/>
                </a:lnTo>
                <a:lnTo>
                  <a:pt x="190" y="110"/>
                </a:lnTo>
                <a:cubicBezTo>
                  <a:pt x="145" y="110"/>
                  <a:pt x="109" y="146"/>
                  <a:pt x="109" y="190"/>
                </a:cubicBezTo>
                <a:lnTo>
                  <a:pt x="109" y="271"/>
                </a:lnTo>
                <a:lnTo>
                  <a:pt x="28" y="271"/>
                </a:lnTo>
                <a:cubicBezTo>
                  <a:pt x="14" y="271"/>
                  <a:pt x="2" y="281"/>
                  <a:pt x="0" y="295"/>
                </a:cubicBezTo>
                <a:cubicBezTo>
                  <a:pt x="-1" y="311"/>
                  <a:pt x="12" y="324"/>
                  <a:pt x="27" y="324"/>
                </a:cubicBezTo>
                <a:lnTo>
                  <a:pt x="109" y="324"/>
                </a:lnTo>
                <a:lnTo>
                  <a:pt x="109" y="378"/>
                </a:lnTo>
                <a:lnTo>
                  <a:pt x="28" y="378"/>
                </a:lnTo>
                <a:cubicBezTo>
                  <a:pt x="14" y="378"/>
                  <a:pt x="2" y="388"/>
                  <a:pt x="0" y="402"/>
                </a:cubicBezTo>
                <a:cubicBezTo>
                  <a:pt x="-1" y="418"/>
                  <a:pt x="12" y="431"/>
                  <a:pt x="27" y="431"/>
                </a:cubicBezTo>
                <a:lnTo>
                  <a:pt x="109" y="431"/>
                </a:lnTo>
                <a:lnTo>
                  <a:pt x="109" y="485"/>
                </a:lnTo>
                <a:lnTo>
                  <a:pt x="28" y="485"/>
                </a:lnTo>
                <a:cubicBezTo>
                  <a:pt x="14" y="485"/>
                  <a:pt x="2" y="495"/>
                  <a:pt x="0" y="509"/>
                </a:cubicBezTo>
                <a:cubicBezTo>
                  <a:pt x="-1" y="525"/>
                  <a:pt x="12" y="539"/>
                  <a:pt x="27" y="539"/>
                </a:cubicBezTo>
                <a:lnTo>
                  <a:pt x="109" y="539"/>
                </a:lnTo>
                <a:lnTo>
                  <a:pt x="109" y="592"/>
                </a:lnTo>
                <a:lnTo>
                  <a:pt x="28" y="592"/>
                </a:lnTo>
                <a:cubicBezTo>
                  <a:pt x="14" y="592"/>
                  <a:pt x="2" y="603"/>
                  <a:pt x="0" y="617"/>
                </a:cubicBezTo>
                <a:cubicBezTo>
                  <a:pt x="-1" y="633"/>
                  <a:pt x="12" y="646"/>
                  <a:pt x="27" y="646"/>
                </a:cubicBezTo>
                <a:lnTo>
                  <a:pt x="109" y="646"/>
                </a:lnTo>
                <a:lnTo>
                  <a:pt x="109" y="726"/>
                </a:lnTo>
                <a:cubicBezTo>
                  <a:pt x="109" y="771"/>
                  <a:pt x="145" y="807"/>
                  <a:pt x="190" y="807"/>
                </a:cubicBezTo>
                <a:lnTo>
                  <a:pt x="270" y="807"/>
                </a:lnTo>
                <a:lnTo>
                  <a:pt x="270" y="888"/>
                </a:lnTo>
                <a:cubicBezTo>
                  <a:pt x="270" y="902"/>
                  <a:pt x="281" y="914"/>
                  <a:pt x="295" y="916"/>
                </a:cubicBezTo>
                <a:cubicBezTo>
                  <a:pt x="311" y="917"/>
                  <a:pt x="324" y="905"/>
                  <a:pt x="324" y="889"/>
                </a:cubicBezTo>
                <a:lnTo>
                  <a:pt x="324" y="807"/>
                </a:lnTo>
                <a:lnTo>
                  <a:pt x="377" y="807"/>
                </a:lnTo>
                <a:lnTo>
                  <a:pt x="377" y="888"/>
                </a:lnTo>
                <a:cubicBezTo>
                  <a:pt x="377" y="902"/>
                  <a:pt x="388" y="914"/>
                  <a:pt x="402" y="916"/>
                </a:cubicBezTo>
                <a:cubicBezTo>
                  <a:pt x="418" y="917"/>
                  <a:pt x="431" y="905"/>
                  <a:pt x="431" y="889"/>
                </a:cubicBezTo>
                <a:lnTo>
                  <a:pt x="431" y="807"/>
                </a:lnTo>
                <a:lnTo>
                  <a:pt x="485" y="807"/>
                </a:lnTo>
                <a:lnTo>
                  <a:pt x="485" y="888"/>
                </a:lnTo>
                <a:cubicBezTo>
                  <a:pt x="485" y="902"/>
                  <a:pt x="495" y="914"/>
                  <a:pt x="509" y="916"/>
                </a:cubicBezTo>
                <a:cubicBezTo>
                  <a:pt x="525" y="917"/>
                  <a:pt x="538" y="905"/>
                  <a:pt x="538" y="889"/>
                </a:cubicBezTo>
                <a:lnTo>
                  <a:pt x="538" y="807"/>
                </a:lnTo>
                <a:lnTo>
                  <a:pt x="592" y="807"/>
                </a:lnTo>
                <a:lnTo>
                  <a:pt x="592" y="888"/>
                </a:lnTo>
                <a:cubicBezTo>
                  <a:pt x="592" y="902"/>
                  <a:pt x="602" y="914"/>
                  <a:pt x="616" y="916"/>
                </a:cubicBezTo>
                <a:cubicBezTo>
                  <a:pt x="632" y="917"/>
                  <a:pt x="646" y="905"/>
                  <a:pt x="646" y="889"/>
                </a:cubicBezTo>
                <a:lnTo>
                  <a:pt x="646" y="807"/>
                </a:lnTo>
                <a:lnTo>
                  <a:pt x="726" y="807"/>
                </a:lnTo>
                <a:cubicBezTo>
                  <a:pt x="770" y="807"/>
                  <a:pt x="806" y="771"/>
                  <a:pt x="806" y="726"/>
                </a:cubicBezTo>
                <a:lnTo>
                  <a:pt x="806" y="646"/>
                </a:lnTo>
                <a:lnTo>
                  <a:pt x="888" y="646"/>
                </a:lnTo>
                <a:cubicBezTo>
                  <a:pt x="902" y="646"/>
                  <a:pt x="914" y="635"/>
                  <a:pt x="915" y="622"/>
                </a:cubicBezTo>
                <a:cubicBezTo>
                  <a:pt x="917" y="606"/>
                  <a:pt x="904" y="592"/>
                  <a:pt x="889" y="592"/>
                </a:cubicBezTo>
                <a:lnTo>
                  <a:pt x="806" y="592"/>
                </a:lnTo>
                <a:lnTo>
                  <a:pt x="806" y="539"/>
                </a:lnTo>
                <a:lnTo>
                  <a:pt x="888" y="539"/>
                </a:lnTo>
                <a:cubicBezTo>
                  <a:pt x="902" y="539"/>
                  <a:pt x="914" y="528"/>
                  <a:pt x="915" y="514"/>
                </a:cubicBezTo>
                <a:cubicBezTo>
                  <a:pt x="917" y="498"/>
                  <a:pt x="904" y="485"/>
                  <a:pt x="889" y="485"/>
                </a:cubicBezTo>
                <a:lnTo>
                  <a:pt x="806" y="485"/>
                </a:lnTo>
                <a:lnTo>
                  <a:pt x="806" y="431"/>
                </a:lnTo>
                <a:lnTo>
                  <a:pt x="888" y="431"/>
                </a:lnTo>
                <a:moveTo>
                  <a:pt x="699" y="673"/>
                </a:moveTo>
                <a:cubicBezTo>
                  <a:pt x="699" y="687"/>
                  <a:pt x="687" y="699"/>
                  <a:pt x="672" y="699"/>
                </a:cubicBezTo>
                <a:lnTo>
                  <a:pt x="243" y="699"/>
                </a:lnTo>
                <a:cubicBezTo>
                  <a:pt x="228" y="699"/>
                  <a:pt x="216" y="687"/>
                  <a:pt x="216" y="673"/>
                </a:cubicBezTo>
                <a:lnTo>
                  <a:pt x="216" y="244"/>
                </a:lnTo>
                <a:cubicBezTo>
                  <a:pt x="216" y="229"/>
                  <a:pt x="228" y="217"/>
                  <a:pt x="243" y="217"/>
                </a:cubicBezTo>
                <a:lnTo>
                  <a:pt x="672" y="217"/>
                </a:lnTo>
                <a:cubicBezTo>
                  <a:pt x="687" y="217"/>
                  <a:pt x="699" y="229"/>
                  <a:pt x="699" y="244"/>
                </a:cubicBezTo>
                <a:lnTo>
                  <a:pt x="699" y="673"/>
                </a:lnTo>
                <a:moveTo>
                  <a:pt x="270" y="646"/>
                </a:moveTo>
                <a:lnTo>
                  <a:pt x="645" y="646"/>
                </a:lnTo>
                <a:lnTo>
                  <a:pt x="645" y="271"/>
                </a:lnTo>
                <a:lnTo>
                  <a:pt x="270" y="271"/>
                </a:lnTo>
                <a:lnTo>
                  <a:pt x="270" y="646"/>
                </a:lnTo>
                <a:moveTo>
                  <a:pt x="457" y="324"/>
                </a:moveTo>
                <a:cubicBezTo>
                  <a:pt x="531" y="324"/>
                  <a:pt x="591" y="384"/>
                  <a:pt x="591" y="458"/>
                </a:cubicBezTo>
                <a:cubicBezTo>
                  <a:pt x="591" y="532"/>
                  <a:pt x="531" y="592"/>
                  <a:pt x="457" y="592"/>
                </a:cubicBezTo>
                <a:cubicBezTo>
                  <a:pt x="383" y="592"/>
                  <a:pt x="323" y="532"/>
                  <a:pt x="323" y="458"/>
                </a:cubicBezTo>
                <a:cubicBezTo>
                  <a:pt x="323" y="384"/>
                  <a:pt x="383" y="324"/>
                  <a:pt x="457" y="32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20" name="Google Shape;520;p50"/>
          <p:cNvSpPr/>
          <p:nvPr/>
        </p:nvSpPr>
        <p:spPr>
          <a:xfrm>
            <a:off x="789733" y="2949342"/>
            <a:ext cx="281667" cy="281972"/>
          </a:xfrm>
          <a:custGeom>
            <a:avLst/>
            <a:gdLst/>
            <a:ahLst/>
            <a:cxnLst/>
            <a:rect l="l" t="t" r="r" b="b"/>
            <a:pathLst>
              <a:path w="915" h="916" extrusionOk="0">
                <a:moveTo>
                  <a:pt x="267" y="215"/>
                </a:moveTo>
                <a:lnTo>
                  <a:pt x="267" y="27"/>
                </a:lnTo>
                <a:cubicBezTo>
                  <a:pt x="267" y="12"/>
                  <a:pt x="255" y="0"/>
                  <a:pt x="241" y="0"/>
                </a:cubicBezTo>
                <a:cubicBezTo>
                  <a:pt x="226" y="0"/>
                  <a:pt x="214" y="12"/>
                  <a:pt x="214" y="27"/>
                </a:cubicBezTo>
                <a:lnTo>
                  <a:pt x="214" y="54"/>
                </a:lnTo>
                <a:lnTo>
                  <a:pt x="27" y="54"/>
                </a:lnTo>
                <a:cubicBezTo>
                  <a:pt x="10" y="54"/>
                  <a:pt x="-3" y="69"/>
                  <a:pt x="0" y="86"/>
                </a:cubicBezTo>
                <a:cubicBezTo>
                  <a:pt x="15" y="159"/>
                  <a:pt x="83" y="215"/>
                  <a:pt x="160" y="215"/>
                </a:cubicBezTo>
                <a:lnTo>
                  <a:pt x="267" y="215"/>
                </a:lnTo>
                <a:moveTo>
                  <a:pt x="312" y="325"/>
                </a:moveTo>
                <a:lnTo>
                  <a:pt x="284" y="268"/>
                </a:lnTo>
                <a:lnTo>
                  <a:pt x="160" y="268"/>
                </a:lnTo>
                <a:lnTo>
                  <a:pt x="160" y="398"/>
                </a:lnTo>
                <a:cubicBezTo>
                  <a:pt x="198" y="355"/>
                  <a:pt x="251" y="327"/>
                  <a:pt x="312" y="325"/>
                </a:cubicBezTo>
                <a:moveTo>
                  <a:pt x="348" y="539"/>
                </a:moveTo>
                <a:cubicBezTo>
                  <a:pt x="318" y="539"/>
                  <a:pt x="294" y="563"/>
                  <a:pt x="294" y="592"/>
                </a:cubicBezTo>
                <a:lnTo>
                  <a:pt x="294" y="741"/>
                </a:lnTo>
                <a:lnTo>
                  <a:pt x="246" y="838"/>
                </a:lnTo>
                <a:cubicBezTo>
                  <a:pt x="240" y="851"/>
                  <a:pt x="238" y="865"/>
                  <a:pt x="243" y="879"/>
                </a:cubicBezTo>
                <a:cubicBezTo>
                  <a:pt x="247" y="892"/>
                  <a:pt x="258" y="904"/>
                  <a:pt x="270" y="910"/>
                </a:cubicBezTo>
                <a:cubicBezTo>
                  <a:pt x="278" y="914"/>
                  <a:pt x="286" y="916"/>
                  <a:pt x="294" y="916"/>
                </a:cubicBezTo>
                <a:cubicBezTo>
                  <a:pt x="315" y="916"/>
                  <a:pt x="333" y="905"/>
                  <a:pt x="342" y="886"/>
                </a:cubicBezTo>
                <a:lnTo>
                  <a:pt x="396" y="777"/>
                </a:lnTo>
                <a:cubicBezTo>
                  <a:pt x="400" y="770"/>
                  <a:pt x="402" y="762"/>
                  <a:pt x="402" y="753"/>
                </a:cubicBezTo>
                <a:lnTo>
                  <a:pt x="402" y="592"/>
                </a:lnTo>
                <a:cubicBezTo>
                  <a:pt x="402" y="563"/>
                  <a:pt x="377" y="539"/>
                  <a:pt x="348" y="539"/>
                </a:cubicBezTo>
                <a:moveTo>
                  <a:pt x="834" y="110"/>
                </a:moveTo>
                <a:cubicBezTo>
                  <a:pt x="790" y="110"/>
                  <a:pt x="754" y="146"/>
                  <a:pt x="754" y="190"/>
                </a:cubicBezTo>
                <a:cubicBezTo>
                  <a:pt x="754" y="208"/>
                  <a:pt x="760" y="225"/>
                  <a:pt x="770" y="239"/>
                </a:cubicBezTo>
                <a:lnTo>
                  <a:pt x="712" y="328"/>
                </a:lnTo>
                <a:cubicBezTo>
                  <a:pt x="725" y="326"/>
                  <a:pt x="739" y="324"/>
                  <a:pt x="754" y="324"/>
                </a:cubicBezTo>
                <a:lnTo>
                  <a:pt x="779" y="324"/>
                </a:lnTo>
                <a:lnTo>
                  <a:pt x="815" y="268"/>
                </a:lnTo>
                <a:cubicBezTo>
                  <a:pt x="821" y="269"/>
                  <a:pt x="828" y="270"/>
                  <a:pt x="834" y="270"/>
                </a:cubicBezTo>
                <a:cubicBezTo>
                  <a:pt x="879" y="270"/>
                  <a:pt x="915" y="234"/>
                  <a:pt x="915" y="190"/>
                </a:cubicBezTo>
                <a:cubicBezTo>
                  <a:pt x="915" y="146"/>
                  <a:pt x="879" y="110"/>
                  <a:pt x="834" y="110"/>
                </a:cubicBezTo>
                <a:moveTo>
                  <a:pt x="808" y="592"/>
                </a:moveTo>
                <a:lnTo>
                  <a:pt x="755" y="592"/>
                </a:lnTo>
                <a:lnTo>
                  <a:pt x="755" y="378"/>
                </a:lnTo>
                <a:cubicBezTo>
                  <a:pt x="666" y="378"/>
                  <a:pt x="594" y="450"/>
                  <a:pt x="594" y="539"/>
                </a:cubicBezTo>
                <a:cubicBezTo>
                  <a:pt x="594" y="618"/>
                  <a:pt x="653" y="686"/>
                  <a:pt x="731" y="698"/>
                </a:cubicBezTo>
                <a:lnTo>
                  <a:pt x="755" y="701"/>
                </a:lnTo>
                <a:lnTo>
                  <a:pt x="755" y="861"/>
                </a:lnTo>
                <a:cubicBezTo>
                  <a:pt x="755" y="888"/>
                  <a:pt x="777" y="914"/>
                  <a:pt x="804" y="916"/>
                </a:cubicBezTo>
                <a:cubicBezTo>
                  <a:pt x="835" y="918"/>
                  <a:pt x="862" y="893"/>
                  <a:pt x="862" y="862"/>
                </a:cubicBezTo>
                <a:lnTo>
                  <a:pt x="862" y="646"/>
                </a:lnTo>
                <a:cubicBezTo>
                  <a:pt x="862" y="616"/>
                  <a:pt x="838" y="592"/>
                  <a:pt x="808" y="592"/>
                </a:cubicBezTo>
                <a:moveTo>
                  <a:pt x="539" y="539"/>
                </a:moveTo>
                <a:cubicBezTo>
                  <a:pt x="539" y="474"/>
                  <a:pt x="568" y="417"/>
                  <a:pt x="613" y="378"/>
                </a:cubicBezTo>
                <a:lnTo>
                  <a:pt x="323" y="378"/>
                </a:lnTo>
                <a:cubicBezTo>
                  <a:pt x="238" y="378"/>
                  <a:pt x="166" y="443"/>
                  <a:pt x="160" y="528"/>
                </a:cubicBezTo>
                <a:cubicBezTo>
                  <a:pt x="156" y="592"/>
                  <a:pt x="190" y="648"/>
                  <a:pt x="241" y="677"/>
                </a:cubicBezTo>
                <a:lnTo>
                  <a:pt x="241" y="594"/>
                </a:lnTo>
                <a:cubicBezTo>
                  <a:pt x="241" y="537"/>
                  <a:pt x="285" y="488"/>
                  <a:pt x="342" y="485"/>
                </a:cubicBezTo>
                <a:cubicBezTo>
                  <a:pt x="404" y="482"/>
                  <a:pt x="455" y="531"/>
                  <a:pt x="455" y="592"/>
                </a:cubicBezTo>
                <a:lnTo>
                  <a:pt x="455" y="699"/>
                </a:lnTo>
                <a:lnTo>
                  <a:pt x="613" y="699"/>
                </a:lnTo>
                <a:cubicBezTo>
                  <a:pt x="568" y="660"/>
                  <a:pt x="539" y="602"/>
                  <a:pt x="539" y="53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21" name="Google Shape;521;p50"/>
          <p:cNvSpPr/>
          <p:nvPr/>
        </p:nvSpPr>
        <p:spPr>
          <a:xfrm>
            <a:off x="3543835" y="1325475"/>
            <a:ext cx="264736" cy="281972"/>
          </a:xfrm>
          <a:custGeom>
            <a:avLst/>
            <a:gdLst/>
            <a:ahLst/>
            <a:cxnLst/>
            <a:rect l="l" t="t" r="r" b="b"/>
            <a:pathLst>
              <a:path w="860" h="916" extrusionOk="0">
                <a:moveTo>
                  <a:pt x="349" y="809"/>
                </a:moveTo>
                <a:cubicBezTo>
                  <a:pt x="305" y="809"/>
                  <a:pt x="269" y="773"/>
                  <a:pt x="269" y="729"/>
                </a:cubicBezTo>
                <a:lnTo>
                  <a:pt x="269" y="376"/>
                </a:lnTo>
                <a:lnTo>
                  <a:pt x="351" y="376"/>
                </a:lnTo>
                <a:lnTo>
                  <a:pt x="327" y="234"/>
                </a:lnTo>
                <a:cubicBezTo>
                  <a:pt x="326" y="229"/>
                  <a:pt x="326" y="224"/>
                  <a:pt x="326" y="218"/>
                </a:cubicBezTo>
                <a:cubicBezTo>
                  <a:pt x="293" y="228"/>
                  <a:pt x="269" y="259"/>
                  <a:pt x="269" y="295"/>
                </a:cubicBezTo>
                <a:lnTo>
                  <a:pt x="269" y="375"/>
                </a:lnTo>
                <a:lnTo>
                  <a:pt x="215" y="375"/>
                </a:lnTo>
                <a:lnTo>
                  <a:pt x="215" y="295"/>
                </a:lnTo>
                <a:cubicBezTo>
                  <a:pt x="215" y="221"/>
                  <a:pt x="275" y="161"/>
                  <a:pt x="349" y="161"/>
                </a:cubicBezTo>
                <a:lnTo>
                  <a:pt x="352" y="161"/>
                </a:lnTo>
                <a:lnTo>
                  <a:pt x="376" y="139"/>
                </a:lnTo>
                <a:cubicBezTo>
                  <a:pt x="376" y="138"/>
                  <a:pt x="376" y="136"/>
                  <a:pt x="376" y="134"/>
                </a:cubicBezTo>
                <a:cubicBezTo>
                  <a:pt x="376" y="83"/>
                  <a:pt x="398" y="35"/>
                  <a:pt x="434" y="0"/>
                </a:cubicBezTo>
                <a:lnTo>
                  <a:pt x="27" y="0"/>
                </a:lnTo>
                <a:cubicBezTo>
                  <a:pt x="12" y="0"/>
                  <a:pt x="0" y="12"/>
                  <a:pt x="0" y="27"/>
                </a:cubicBezTo>
                <a:lnTo>
                  <a:pt x="0" y="349"/>
                </a:lnTo>
                <a:cubicBezTo>
                  <a:pt x="0" y="364"/>
                  <a:pt x="12" y="375"/>
                  <a:pt x="27" y="375"/>
                </a:cubicBezTo>
                <a:lnTo>
                  <a:pt x="215" y="375"/>
                </a:lnTo>
                <a:lnTo>
                  <a:pt x="215" y="729"/>
                </a:lnTo>
                <a:cubicBezTo>
                  <a:pt x="215" y="803"/>
                  <a:pt x="275" y="863"/>
                  <a:pt x="349" y="863"/>
                </a:cubicBezTo>
                <a:lnTo>
                  <a:pt x="432" y="863"/>
                </a:lnTo>
                <a:cubicBezTo>
                  <a:pt x="430" y="854"/>
                  <a:pt x="429" y="845"/>
                  <a:pt x="429" y="836"/>
                </a:cubicBezTo>
                <a:cubicBezTo>
                  <a:pt x="429" y="827"/>
                  <a:pt x="430" y="818"/>
                  <a:pt x="432" y="809"/>
                </a:cubicBezTo>
                <a:lnTo>
                  <a:pt x="349" y="809"/>
                </a:lnTo>
                <a:moveTo>
                  <a:pt x="564" y="268"/>
                </a:moveTo>
                <a:cubicBezTo>
                  <a:pt x="636" y="268"/>
                  <a:pt x="697" y="210"/>
                  <a:pt x="698" y="135"/>
                </a:cubicBezTo>
                <a:cubicBezTo>
                  <a:pt x="698" y="58"/>
                  <a:pt x="639" y="0"/>
                  <a:pt x="564" y="0"/>
                </a:cubicBezTo>
                <a:cubicBezTo>
                  <a:pt x="490" y="0"/>
                  <a:pt x="429" y="59"/>
                  <a:pt x="429" y="134"/>
                </a:cubicBezTo>
                <a:cubicBezTo>
                  <a:pt x="429" y="209"/>
                  <a:pt x="491" y="268"/>
                  <a:pt x="564" y="268"/>
                </a:cubicBezTo>
                <a:moveTo>
                  <a:pt x="564" y="54"/>
                </a:moveTo>
                <a:cubicBezTo>
                  <a:pt x="608" y="54"/>
                  <a:pt x="644" y="90"/>
                  <a:pt x="644" y="134"/>
                </a:cubicBezTo>
                <a:cubicBezTo>
                  <a:pt x="644" y="179"/>
                  <a:pt x="608" y="215"/>
                  <a:pt x="564" y="215"/>
                </a:cubicBezTo>
                <a:cubicBezTo>
                  <a:pt x="519" y="215"/>
                  <a:pt x="483" y="179"/>
                  <a:pt x="483" y="134"/>
                </a:cubicBezTo>
                <a:cubicBezTo>
                  <a:pt x="483" y="90"/>
                  <a:pt x="519" y="54"/>
                  <a:pt x="564" y="54"/>
                </a:cubicBezTo>
                <a:moveTo>
                  <a:pt x="564" y="161"/>
                </a:moveTo>
                <a:cubicBezTo>
                  <a:pt x="578" y="161"/>
                  <a:pt x="590" y="148"/>
                  <a:pt x="590" y="134"/>
                </a:cubicBezTo>
                <a:cubicBezTo>
                  <a:pt x="590" y="119"/>
                  <a:pt x="578" y="108"/>
                  <a:pt x="564" y="108"/>
                </a:cubicBezTo>
                <a:cubicBezTo>
                  <a:pt x="549" y="108"/>
                  <a:pt x="537" y="120"/>
                  <a:pt x="537" y="134"/>
                </a:cubicBezTo>
                <a:cubicBezTo>
                  <a:pt x="537" y="149"/>
                  <a:pt x="549" y="161"/>
                  <a:pt x="564" y="161"/>
                </a:cubicBezTo>
                <a:moveTo>
                  <a:pt x="704" y="705"/>
                </a:moveTo>
                <a:lnTo>
                  <a:pt x="696" y="745"/>
                </a:lnTo>
                <a:cubicBezTo>
                  <a:pt x="693" y="756"/>
                  <a:pt x="688" y="766"/>
                  <a:pt x="682" y="775"/>
                </a:cubicBezTo>
                <a:cubicBezTo>
                  <a:pt x="692" y="793"/>
                  <a:pt x="698" y="814"/>
                  <a:pt x="698" y="836"/>
                </a:cubicBezTo>
                <a:cubicBezTo>
                  <a:pt x="698" y="866"/>
                  <a:pt x="687" y="894"/>
                  <a:pt x="670" y="916"/>
                </a:cubicBezTo>
                <a:lnTo>
                  <a:pt x="833" y="916"/>
                </a:lnTo>
                <a:cubicBezTo>
                  <a:pt x="848" y="916"/>
                  <a:pt x="860" y="904"/>
                  <a:pt x="860" y="890"/>
                </a:cubicBezTo>
                <a:cubicBezTo>
                  <a:pt x="860" y="798"/>
                  <a:pt x="792" y="721"/>
                  <a:pt x="704" y="705"/>
                </a:cubicBezTo>
                <a:moveTo>
                  <a:pt x="467" y="743"/>
                </a:moveTo>
                <a:cubicBezTo>
                  <a:pt x="491" y="718"/>
                  <a:pt x="525" y="702"/>
                  <a:pt x="563" y="702"/>
                </a:cubicBezTo>
                <a:cubicBezTo>
                  <a:pt x="594" y="702"/>
                  <a:pt x="622" y="712"/>
                  <a:pt x="644" y="729"/>
                </a:cubicBezTo>
                <a:lnTo>
                  <a:pt x="661" y="648"/>
                </a:lnTo>
                <a:lnTo>
                  <a:pt x="451" y="648"/>
                </a:lnTo>
                <a:lnTo>
                  <a:pt x="467" y="743"/>
                </a:lnTo>
                <a:moveTo>
                  <a:pt x="564" y="754"/>
                </a:moveTo>
                <a:cubicBezTo>
                  <a:pt x="519" y="754"/>
                  <a:pt x="483" y="790"/>
                  <a:pt x="483" y="835"/>
                </a:cubicBezTo>
                <a:cubicBezTo>
                  <a:pt x="483" y="879"/>
                  <a:pt x="519" y="915"/>
                  <a:pt x="564" y="915"/>
                </a:cubicBezTo>
                <a:cubicBezTo>
                  <a:pt x="608" y="915"/>
                  <a:pt x="644" y="879"/>
                  <a:pt x="644" y="835"/>
                </a:cubicBezTo>
                <a:cubicBezTo>
                  <a:pt x="644" y="790"/>
                  <a:pt x="608" y="754"/>
                  <a:pt x="564" y="754"/>
                </a:cubicBezTo>
                <a:moveTo>
                  <a:pt x="747" y="227"/>
                </a:moveTo>
                <a:cubicBezTo>
                  <a:pt x="749" y="217"/>
                  <a:pt x="746" y="208"/>
                  <a:pt x="739" y="202"/>
                </a:cubicBezTo>
                <a:cubicBezTo>
                  <a:pt x="711" y="273"/>
                  <a:pt x="642" y="323"/>
                  <a:pt x="564" y="323"/>
                </a:cubicBezTo>
                <a:cubicBezTo>
                  <a:pt x="485" y="323"/>
                  <a:pt x="416" y="273"/>
                  <a:pt x="388" y="202"/>
                </a:cubicBezTo>
                <a:cubicBezTo>
                  <a:pt x="382" y="208"/>
                  <a:pt x="378" y="216"/>
                  <a:pt x="380" y="226"/>
                </a:cubicBezTo>
                <a:lnTo>
                  <a:pt x="442" y="594"/>
                </a:lnTo>
                <a:lnTo>
                  <a:pt x="672" y="594"/>
                </a:lnTo>
                <a:lnTo>
                  <a:pt x="747" y="227"/>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22" name="Google Shape;522;p50"/>
          <p:cNvSpPr/>
          <p:nvPr/>
        </p:nvSpPr>
        <p:spPr>
          <a:xfrm>
            <a:off x="3543835" y="2949350"/>
            <a:ext cx="281359" cy="281972"/>
          </a:xfrm>
          <a:custGeom>
            <a:avLst/>
            <a:gdLst/>
            <a:ahLst/>
            <a:cxnLst/>
            <a:rect l="l" t="t" r="r" b="b"/>
            <a:pathLst>
              <a:path w="914" h="916" extrusionOk="0">
                <a:moveTo>
                  <a:pt x="347" y="516"/>
                </a:moveTo>
                <a:cubicBezTo>
                  <a:pt x="349" y="512"/>
                  <a:pt x="350" y="508"/>
                  <a:pt x="352" y="504"/>
                </a:cubicBezTo>
                <a:lnTo>
                  <a:pt x="344" y="491"/>
                </a:lnTo>
                <a:cubicBezTo>
                  <a:pt x="327" y="462"/>
                  <a:pt x="331" y="426"/>
                  <a:pt x="353" y="401"/>
                </a:cubicBezTo>
                <a:cubicBezTo>
                  <a:pt x="347" y="404"/>
                  <a:pt x="341" y="408"/>
                  <a:pt x="335" y="410"/>
                </a:cubicBezTo>
                <a:cubicBezTo>
                  <a:pt x="318" y="417"/>
                  <a:pt x="301" y="421"/>
                  <a:pt x="284" y="421"/>
                </a:cubicBezTo>
                <a:cubicBezTo>
                  <a:pt x="231" y="421"/>
                  <a:pt x="181" y="389"/>
                  <a:pt x="160" y="338"/>
                </a:cubicBezTo>
                <a:cubicBezTo>
                  <a:pt x="146" y="305"/>
                  <a:pt x="146" y="268"/>
                  <a:pt x="160" y="235"/>
                </a:cubicBezTo>
                <a:cubicBezTo>
                  <a:pt x="173" y="202"/>
                  <a:pt x="199" y="176"/>
                  <a:pt x="232" y="163"/>
                </a:cubicBezTo>
                <a:cubicBezTo>
                  <a:pt x="265" y="149"/>
                  <a:pt x="302" y="149"/>
                  <a:pt x="335" y="163"/>
                </a:cubicBezTo>
                <a:cubicBezTo>
                  <a:pt x="368" y="176"/>
                  <a:pt x="394" y="202"/>
                  <a:pt x="407" y="235"/>
                </a:cubicBezTo>
                <a:cubicBezTo>
                  <a:pt x="421" y="268"/>
                  <a:pt x="421" y="305"/>
                  <a:pt x="407" y="338"/>
                </a:cubicBezTo>
                <a:cubicBezTo>
                  <a:pt x="405" y="344"/>
                  <a:pt x="401" y="350"/>
                  <a:pt x="398" y="356"/>
                </a:cubicBezTo>
                <a:cubicBezTo>
                  <a:pt x="412" y="343"/>
                  <a:pt x="430" y="336"/>
                  <a:pt x="448" y="336"/>
                </a:cubicBezTo>
                <a:cubicBezTo>
                  <a:pt x="463" y="336"/>
                  <a:pt x="476" y="340"/>
                  <a:pt x="488" y="347"/>
                </a:cubicBezTo>
                <a:lnTo>
                  <a:pt x="501" y="355"/>
                </a:lnTo>
                <a:cubicBezTo>
                  <a:pt x="505" y="353"/>
                  <a:pt x="509" y="351"/>
                  <a:pt x="513" y="350"/>
                </a:cubicBezTo>
                <a:lnTo>
                  <a:pt x="517" y="335"/>
                </a:lnTo>
                <a:cubicBezTo>
                  <a:pt x="518" y="330"/>
                  <a:pt x="521" y="326"/>
                  <a:pt x="523" y="321"/>
                </a:cubicBezTo>
                <a:lnTo>
                  <a:pt x="520" y="319"/>
                </a:lnTo>
                <a:cubicBezTo>
                  <a:pt x="523" y="297"/>
                  <a:pt x="523" y="276"/>
                  <a:pt x="520" y="255"/>
                </a:cubicBezTo>
                <a:lnTo>
                  <a:pt x="556" y="228"/>
                </a:lnTo>
                <a:cubicBezTo>
                  <a:pt x="565" y="221"/>
                  <a:pt x="568" y="210"/>
                  <a:pt x="564" y="200"/>
                </a:cubicBezTo>
                <a:lnTo>
                  <a:pt x="543" y="150"/>
                </a:lnTo>
                <a:cubicBezTo>
                  <a:pt x="539" y="140"/>
                  <a:pt x="529" y="134"/>
                  <a:pt x="518" y="136"/>
                </a:cubicBezTo>
                <a:lnTo>
                  <a:pt x="473" y="142"/>
                </a:lnTo>
                <a:cubicBezTo>
                  <a:pt x="460" y="125"/>
                  <a:pt x="445" y="110"/>
                  <a:pt x="428" y="97"/>
                </a:cubicBezTo>
                <a:lnTo>
                  <a:pt x="435" y="48"/>
                </a:lnTo>
                <a:cubicBezTo>
                  <a:pt x="436" y="37"/>
                  <a:pt x="430" y="27"/>
                  <a:pt x="420" y="23"/>
                </a:cubicBezTo>
                <a:lnTo>
                  <a:pt x="371" y="2"/>
                </a:lnTo>
                <a:cubicBezTo>
                  <a:pt x="361" y="-2"/>
                  <a:pt x="349" y="1"/>
                  <a:pt x="342" y="10"/>
                </a:cubicBezTo>
                <a:lnTo>
                  <a:pt x="316" y="46"/>
                </a:lnTo>
                <a:cubicBezTo>
                  <a:pt x="295" y="43"/>
                  <a:pt x="273" y="43"/>
                  <a:pt x="252" y="46"/>
                </a:cubicBezTo>
                <a:lnTo>
                  <a:pt x="225" y="10"/>
                </a:lnTo>
                <a:cubicBezTo>
                  <a:pt x="219" y="1"/>
                  <a:pt x="207" y="-2"/>
                  <a:pt x="197" y="2"/>
                </a:cubicBezTo>
                <a:lnTo>
                  <a:pt x="147" y="23"/>
                </a:lnTo>
                <a:cubicBezTo>
                  <a:pt x="137" y="27"/>
                  <a:pt x="131" y="38"/>
                  <a:pt x="133" y="48"/>
                </a:cubicBezTo>
                <a:lnTo>
                  <a:pt x="139" y="97"/>
                </a:lnTo>
                <a:cubicBezTo>
                  <a:pt x="122" y="110"/>
                  <a:pt x="107" y="125"/>
                  <a:pt x="94" y="142"/>
                </a:cubicBezTo>
                <a:lnTo>
                  <a:pt x="50" y="136"/>
                </a:lnTo>
                <a:cubicBezTo>
                  <a:pt x="39" y="134"/>
                  <a:pt x="27" y="140"/>
                  <a:pt x="22" y="150"/>
                </a:cubicBezTo>
                <a:lnTo>
                  <a:pt x="2" y="200"/>
                </a:lnTo>
                <a:cubicBezTo>
                  <a:pt x="-2" y="210"/>
                  <a:pt x="1" y="221"/>
                  <a:pt x="10" y="228"/>
                </a:cubicBezTo>
                <a:lnTo>
                  <a:pt x="46" y="255"/>
                </a:lnTo>
                <a:cubicBezTo>
                  <a:pt x="43" y="276"/>
                  <a:pt x="43" y="297"/>
                  <a:pt x="46" y="319"/>
                </a:cubicBezTo>
                <a:lnTo>
                  <a:pt x="10" y="345"/>
                </a:lnTo>
                <a:cubicBezTo>
                  <a:pt x="1" y="352"/>
                  <a:pt x="-2" y="363"/>
                  <a:pt x="2" y="374"/>
                </a:cubicBezTo>
                <a:lnTo>
                  <a:pt x="23" y="423"/>
                </a:lnTo>
                <a:cubicBezTo>
                  <a:pt x="27" y="433"/>
                  <a:pt x="39" y="439"/>
                  <a:pt x="50" y="437"/>
                </a:cubicBezTo>
                <a:lnTo>
                  <a:pt x="94" y="431"/>
                </a:lnTo>
                <a:cubicBezTo>
                  <a:pt x="107" y="448"/>
                  <a:pt x="122" y="463"/>
                  <a:pt x="140" y="476"/>
                </a:cubicBezTo>
                <a:lnTo>
                  <a:pt x="133" y="520"/>
                </a:lnTo>
                <a:cubicBezTo>
                  <a:pt x="131" y="531"/>
                  <a:pt x="137" y="542"/>
                  <a:pt x="147" y="546"/>
                </a:cubicBezTo>
                <a:lnTo>
                  <a:pt x="197" y="566"/>
                </a:lnTo>
                <a:cubicBezTo>
                  <a:pt x="207" y="571"/>
                  <a:pt x="219" y="567"/>
                  <a:pt x="225" y="559"/>
                </a:cubicBezTo>
                <a:lnTo>
                  <a:pt x="252" y="523"/>
                </a:lnTo>
                <a:cubicBezTo>
                  <a:pt x="273" y="526"/>
                  <a:pt x="294" y="525"/>
                  <a:pt x="316" y="523"/>
                </a:cubicBezTo>
                <a:lnTo>
                  <a:pt x="318" y="526"/>
                </a:lnTo>
                <a:cubicBezTo>
                  <a:pt x="323" y="524"/>
                  <a:pt x="327" y="521"/>
                  <a:pt x="332" y="520"/>
                </a:cubicBezTo>
                <a:lnTo>
                  <a:pt x="347" y="516"/>
                </a:lnTo>
                <a:moveTo>
                  <a:pt x="896" y="572"/>
                </a:moveTo>
                <a:lnTo>
                  <a:pt x="848" y="561"/>
                </a:lnTo>
                <a:cubicBezTo>
                  <a:pt x="843" y="541"/>
                  <a:pt x="835" y="521"/>
                  <a:pt x="824" y="502"/>
                </a:cubicBezTo>
                <a:lnTo>
                  <a:pt x="847" y="464"/>
                </a:lnTo>
                <a:cubicBezTo>
                  <a:pt x="853" y="455"/>
                  <a:pt x="851" y="443"/>
                  <a:pt x="843" y="435"/>
                </a:cubicBezTo>
                <a:lnTo>
                  <a:pt x="805" y="397"/>
                </a:lnTo>
                <a:cubicBezTo>
                  <a:pt x="798" y="389"/>
                  <a:pt x="786" y="388"/>
                  <a:pt x="776" y="393"/>
                </a:cubicBezTo>
                <a:lnTo>
                  <a:pt x="738" y="416"/>
                </a:lnTo>
                <a:cubicBezTo>
                  <a:pt x="719" y="406"/>
                  <a:pt x="700" y="398"/>
                  <a:pt x="679" y="392"/>
                </a:cubicBezTo>
                <a:lnTo>
                  <a:pt x="668" y="348"/>
                </a:lnTo>
                <a:cubicBezTo>
                  <a:pt x="665" y="338"/>
                  <a:pt x="656" y="330"/>
                  <a:pt x="645" y="330"/>
                </a:cubicBezTo>
                <a:lnTo>
                  <a:pt x="591" y="330"/>
                </a:lnTo>
                <a:cubicBezTo>
                  <a:pt x="580" y="330"/>
                  <a:pt x="571" y="338"/>
                  <a:pt x="568" y="348"/>
                </a:cubicBezTo>
                <a:lnTo>
                  <a:pt x="557" y="392"/>
                </a:lnTo>
                <a:cubicBezTo>
                  <a:pt x="536" y="398"/>
                  <a:pt x="516" y="406"/>
                  <a:pt x="498" y="416"/>
                </a:cubicBezTo>
                <a:lnTo>
                  <a:pt x="460" y="393"/>
                </a:lnTo>
                <a:cubicBezTo>
                  <a:pt x="450" y="388"/>
                  <a:pt x="438" y="389"/>
                  <a:pt x="430" y="397"/>
                </a:cubicBezTo>
                <a:lnTo>
                  <a:pt x="393" y="435"/>
                </a:lnTo>
                <a:cubicBezTo>
                  <a:pt x="385" y="443"/>
                  <a:pt x="383" y="455"/>
                  <a:pt x="389" y="464"/>
                </a:cubicBezTo>
                <a:lnTo>
                  <a:pt x="412" y="502"/>
                </a:lnTo>
                <a:cubicBezTo>
                  <a:pt x="401" y="521"/>
                  <a:pt x="393" y="541"/>
                  <a:pt x="388" y="561"/>
                </a:cubicBezTo>
                <a:lnTo>
                  <a:pt x="344" y="572"/>
                </a:lnTo>
                <a:cubicBezTo>
                  <a:pt x="333" y="575"/>
                  <a:pt x="326" y="585"/>
                  <a:pt x="326" y="596"/>
                </a:cubicBezTo>
                <a:lnTo>
                  <a:pt x="326" y="649"/>
                </a:lnTo>
                <a:cubicBezTo>
                  <a:pt x="326" y="660"/>
                  <a:pt x="334" y="670"/>
                  <a:pt x="344" y="672"/>
                </a:cubicBezTo>
                <a:lnTo>
                  <a:pt x="388" y="683"/>
                </a:lnTo>
                <a:cubicBezTo>
                  <a:pt x="393" y="704"/>
                  <a:pt x="401" y="724"/>
                  <a:pt x="412" y="742"/>
                </a:cubicBezTo>
                <a:lnTo>
                  <a:pt x="389" y="781"/>
                </a:lnTo>
                <a:cubicBezTo>
                  <a:pt x="383" y="790"/>
                  <a:pt x="385" y="802"/>
                  <a:pt x="393" y="810"/>
                </a:cubicBezTo>
                <a:lnTo>
                  <a:pt x="430" y="848"/>
                </a:lnTo>
                <a:cubicBezTo>
                  <a:pt x="438" y="855"/>
                  <a:pt x="450" y="857"/>
                  <a:pt x="460" y="851"/>
                </a:cubicBezTo>
                <a:lnTo>
                  <a:pt x="498" y="828"/>
                </a:lnTo>
                <a:cubicBezTo>
                  <a:pt x="516" y="839"/>
                  <a:pt x="536" y="847"/>
                  <a:pt x="557" y="853"/>
                </a:cubicBezTo>
                <a:lnTo>
                  <a:pt x="568" y="898"/>
                </a:lnTo>
                <a:cubicBezTo>
                  <a:pt x="571" y="909"/>
                  <a:pt x="580" y="916"/>
                  <a:pt x="591" y="916"/>
                </a:cubicBezTo>
                <a:lnTo>
                  <a:pt x="645" y="916"/>
                </a:lnTo>
                <a:cubicBezTo>
                  <a:pt x="656" y="916"/>
                  <a:pt x="665" y="909"/>
                  <a:pt x="668" y="898"/>
                </a:cubicBezTo>
                <a:lnTo>
                  <a:pt x="679" y="853"/>
                </a:lnTo>
                <a:cubicBezTo>
                  <a:pt x="700" y="847"/>
                  <a:pt x="720" y="839"/>
                  <a:pt x="738" y="828"/>
                </a:cubicBezTo>
                <a:lnTo>
                  <a:pt x="777" y="851"/>
                </a:lnTo>
                <a:cubicBezTo>
                  <a:pt x="786" y="857"/>
                  <a:pt x="798" y="855"/>
                  <a:pt x="806" y="848"/>
                </a:cubicBezTo>
                <a:lnTo>
                  <a:pt x="844" y="810"/>
                </a:lnTo>
                <a:cubicBezTo>
                  <a:pt x="851" y="802"/>
                  <a:pt x="853" y="790"/>
                  <a:pt x="847" y="781"/>
                </a:cubicBezTo>
                <a:lnTo>
                  <a:pt x="824" y="742"/>
                </a:lnTo>
                <a:cubicBezTo>
                  <a:pt x="835" y="724"/>
                  <a:pt x="843" y="704"/>
                  <a:pt x="849" y="683"/>
                </a:cubicBezTo>
                <a:lnTo>
                  <a:pt x="896" y="672"/>
                </a:lnTo>
                <a:cubicBezTo>
                  <a:pt x="906" y="670"/>
                  <a:pt x="914" y="660"/>
                  <a:pt x="914" y="649"/>
                </a:cubicBezTo>
                <a:lnTo>
                  <a:pt x="914" y="596"/>
                </a:lnTo>
                <a:cubicBezTo>
                  <a:pt x="914" y="585"/>
                  <a:pt x="906" y="575"/>
                  <a:pt x="896" y="572"/>
                </a:cubicBezTo>
                <a:moveTo>
                  <a:pt x="619" y="756"/>
                </a:moveTo>
                <a:cubicBezTo>
                  <a:pt x="545" y="756"/>
                  <a:pt x="485" y="696"/>
                  <a:pt x="485" y="622"/>
                </a:cubicBezTo>
                <a:cubicBezTo>
                  <a:pt x="485" y="548"/>
                  <a:pt x="545" y="488"/>
                  <a:pt x="619" y="488"/>
                </a:cubicBezTo>
                <a:cubicBezTo>
                  <a:pt x="693" y="488"/>
                  <a:pt x="753" y="548"/>
                  <a:pt x="753" y="622"/>
                </a:cubicBezTo>
                <a:cubicBezTo>
                  <a:pt x="753" y="696"/>
                  <a:pt x="693" y="756"/>
                  <a:pt x="619" y="756"/>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23" name="Google Shape;523;p50"/>
          <p:cNvSpPr/>
          <p:nvPr/>
        </p:nvSpPr>
        <p:spPr>
          <a:xfrm>
            <a:off x="6291457" y="2949500"/>
            <a:ext cx="281975" cy="281664"/>
          </a:xfrm>
          <a:custGeom>
            <a:avLst/>
            <a:gdLst/>
            <a:ahLst/>
            <a:cxnLst/>
            <a:rect l="l" t="t" r="r" b="b"/>
            <a:pathLst>
              <a:path w="916" h="915" extrusionOk="0">
                <a:moveTo>
                  <a:pt x="243" y="324"/>
                </a:moveTo>
                <a:cubicBezTo>
                  <a:pt x="228" y="324"/>
                  <a:pt x="217" y="336"/>
                  <a:pt x="217" y="351"/>
                </a:cubicBezTo>
                <a:cubicBezTo>
                  <a:pt x="217" y="366"/>
                  <a:pt x="228" y="378"/>
                  <a:pt x="243" y="378"/>
                </a:cubicBezTo>
                <a:cubicBezTo>
                  <a:pt x="257" y="378"/>
                  <a:pt x="270" y="366"/>
                  <a:pt x="270" y="351"/>
                </a:cubicBezTo>
                <a:cubicBezTo>
                  <a:pt x="270" y="336"/>
                  <a:pt x="257" y="324"/>
                  <a:pt x="243" y="324"/>
                </a:cubicBezTo>
                <a:moveTo>
                  <a:pt x="915" y="396"/>
                </a:moveTo>
                <a:lnTo>
                  <a:pt x="861" y="235"/>
                </a:lnTo>
                <a:cubicBezTo>
                  <a:pt x="859" y="228"/>
                  <a:pt x="854" y="223"/>
                  <a:pt x="848" y="219"/>
                </a:cubicBezTo>
                <a:lnTo>
                  <a:pt x="753" y="173"/>
                </a:lnTo>
                <a:lnTo>
                  <a:pt x="753" y="243"/>
                </a:lnTo>
                <a:cubicBezTo>
                  <a:pt x="753" y="257"/>
                  <a:pt x="743" y="269"/>
                  <a:pt x="729" y="270"/>
                </a:cubicBezTo>
                <a:cubicBezTo>
                  <a:pt x="713" y="272"/>
                  <a:pt x="700" y="259"/>
                  <a:pt x="700" y="244"/>
                </a:cubicBezTo>
                <a:lnTo>
                  <a:pt x="700" y="102"/>
                </a:lnTo>
                <a:lnTo>
                  <a:pt x="642" y="13"/>
                </a:lnTo>
                <a:cubicBezTo>
                  <a:pt x="635" y="3"/>
                  <a:pt x="622" y="-2"/>
                  <a:pt x="611" y="2"/>
                </a:cubicBezTo>
                <a:lnTo>
                  <a:pt x="485" y="44"/>
                </a:lnTo>
                <a:lnTo>
                  <a:pt x="485" y="431"/>
                </a:lnTo>
                <a:lnTo>
                  <a:pt x="565" y="431"/>
                </a:lnTo>
                <a:cubicBezTo>
                  <a:pt x="579" y="431"/>
                  <a:pt x="591" y="442"/>
                  <a:pt x="592" y="456"/>
                </a:cubicBezTo>
                <a:cubicBezTo>
                  <a:pt x="594" y="471"/>
                  <a:pt x="581" y="485"/>
                  <a:pt x="566" y="485"/>
                </a:cubicBezTo>
                <a:lnTo>
                  <a:pt x="485" y="485"/>
                </a:lnTo>
                <a:lnTo>
                  <a:pt x="485" y="878"/>
                </a:lnTo>
                <a:lnTo>
                  <a:pt x="554" y="913"/>
                </a:lnTo>
                <a:cubicBezTo>
                  <a:pt x="564" y="918"/>
                  <a:pt x="576" y="916"/>
                  <a:pt x="585" y="908"/>
                </a:cubicBezTo>
                <a:lnTo>
                  <a:pt x="635" y="857"/>
                </a:lnTo>
                <a:lnTo>
                  <a:pt x="739" y="805"/>
                </a:lnTo>
                <a:cubicBezTo>
                  <a:pt x="748" y="801"/>
                  <a:pt x="753" y="790"/>
                  <a:pt x="753" y="780"/>
                </a:cubicBezTo>
                <a:lnTo>
                  <a:pt x="753" y="689"/>
                </a:lnTo>
                <a:lnTo>
                  <a:pt x="848" y="643"/>
                </a:lnTo>
                <a:cubicBezTo>
                  <a:pt x="857" y="638"/>
                  <a:pt x="863" y="629"/>
                  <a:pt x="863" y="619"/>
                </a:cubicBezTo>
                <a:lnTo>
                  <a:pt x="863" y="538"/>
                </a:lnTo>
                <a:lnTo>
                  <a:pt x="781" y="538"/>
                </a:lnTo>
                <a:cubicBezTo>
                  <a:pt x="768" y="538"/>
                  <a:pt x="756" y="529"/>
                  <a:pt x="754" y="516"/>
                </a:cubicBezTo>
                <a:cubicBezTo>
                  <a:pt x="751" y="499"/>
                  <a:pt x="764" y="485"/>
                  <a:pt x="780" y="485"/>
                </a:cubicBezTo>
                <a:lnTo>
                  <a:pt x="879" y="485"/>
                </a:lnTo>
                <a:lnTo>
                  <a:pt x="914" y="416"/>
                </a:lnTo>
                <a:cubicBezTo>
                  <a:pt x="917" y="410"/>
                  <a:pt x="917" y="402"/>
                  <a:pt x="915" y="396"/>
                </a:cubicBezTo>
                <a:moveTo>
                  <a:pt x="700" y="426"/>
                </a:moveTo>
                <a:lnTo>
                  <a:pt x="700" y="565"/>
                </a:lnTo>
                <a:cubicBezTo>
                  <a:pt x="700" y="576"/>
                  <a:pt x="694" y="585"/>
                  <a:pt x="685" y="589"/>
                </a:cubicBezTo>
                <a:lnTo>
                  <a:pt x="592" y="636"/>
                </a:lnTo>
                <a:lnTo>
                  <a:pt x="592" y="726"/>
                </a:lnTo>
                <a:cubicBezTo>
                  <a:pt x="592" y="739"/>
                  <a:pt x="582" y="752"/>
                  <a:pt x="568" y="753"/>
                </a:cubicBezTo>
                <a:cubicBezTo>
                  <a:pt x="552" y="754"/>
                  <a:pt x="539" y="742"/>
                  <a:pt x="539" y="726"/>
                </a:cubicBezTo>
                <a:lnTo>
                  <a:pt x="539" y="619"/>
                </a:lnTo>
                <a:cubicBezTo>
                  <a:pt x="539" y="609"/>
                  <a:pt x="544" y="600"/>
                  <a:pt x="554" y="595"/>
                </a:cubicBezTo>
                <a:lnTo>
                  <a:pt x="646" y="549"/>
                </a:lnTo>
                <a:lnTo>
                  <a:pt x="646" y="426"/>
                </a:lnTo>
                <a:cubicBezTo>
                  <a:pt x="615" y="415"/>
                  <a:pt x="592" y="386"/>
                  <a:pt x="592" y="351"/>
                </a:cubicBezTo>
                <a:cubicBezTo>
                  <a:pt x="592" y="348"/>
                  <a:pt x="593" y="344"/>
                  <a:pt x="593" y="341"/>
                </a:cubicBezTo>
                <a:lnTo>
                  <a:pt x="554" y="321"/>
                </a:lnTo>
                <a:cubicBezTo>
                  <a:pt x="545" y="317"/>
                  <a:pt x="539" y="307"/>
                  <a:pt x="539" y="297"/>
                </a:cubicBezTo>
                <a:lnTo>
                  <a:pt x="539" y="191"/>
                </a:lnTo>
                <a:cubicBezTo>
                  <a:pt x="539" y="177"/>
                  <a:pt x="549" y="165"/>
                  <a:pt x="563" y="163"/>
                </a:cubicBezTo>
                <a:cubicBezTo>
                  <a:pt x="579" y="162"/>
                  <a:pt x="592" y="174"/>
                  <a:pt x="592" y="190"/>
                </a:cubicBezTo>
                <a:lnTo>
                  <a:pt x="592" y="281"/>
                </a:lnTo>
                <a:lnTo>
                  <a:pt x="617" y="293"/>
                </a:lnTo>
                <a:cubicBezTo>
                  <a:pt x="634" y="277"/>
                  <a:pt x="657" y="268"/>
                  <a:pt x="682" y="271"/>
                </a:cubicBezTo>
                <a:cubicBezTo>
                  <a:pt x="719" y="275"/>
                  <a:pt x="749" y="305"/>
                  <a:pt x="753" y="342"/>
                </a:cubicBezTo>
                <a:cubicBezTo>
                  <a:pt x="757" y="381"/>
                  <a:pt x="733" y="414"/>
                  <a:pt x="700" y="426"/>
                </a:cubicBezTo>
                <a:moveTo>
                  <a:pt x="275" y="12"/>
                </a:moveTo>
                <a:lnTo>
                  <a:pt x="217" y="101"/>
                </a:lnTo>
                <a:lnTo>
                  <a:pt x="217" y="242"/>
                </a:lnTo>
                <a:cubicBezTo>
                  <a:pt x="217" y="256"/>
                  <a:pt x="207" y="269"/>
                  <a:pt x="193" y="270"/>
                </a:cubicBezTo>
                <a:cubicBezTo>
                  <a:pt x="177" y="271"/>
                  <a:pt x="163" y="259"/>
                  <a:pt x="163" y="243"/>
                </a:cubicBezTo>
                <a:lnTo>
                  <a:pt x="163" y="173"/>
                </a:lnTo>
                <a:lnTo>
                  <a:pt x="69" y="219"/>
                </a:lnTo>
                <a:cubicBezTo>
                  <a:pt x="63" y="222"/>
                  <a:pt x="58" y="228"/>
                  <a:pt x="56" y="235"/>
                </a:cubicBezTo>
                <a:lnTo>
                  <a:pt x="2" y="396"/>
                </a:lnTo>
                <a:cubicBezTo>
                  <a:pt x="0" y="403"/>
                  <a:pt x="0" y="410"/>
                  <a:pt x="4" y="416"/>
                </a:cubicBezTo>
                <a:lnTo>
                  <a:pt x="38" y="485"/>
                </a:lnTo>
                <a:lnTo>
                  <a:pt x="136" y="485"/>
                </a:lnTo>
                <a:cubicBezTo>
                  <a:pt x="149" y="485"/>
                  <a:pt x="161" y="494"/>
                  <a:pt x="163" y="507"/>
                </a:cubicBezTo>
                <a:cubicBezTo>
                  <a:pt x="166" y="524"/>
                  <a:pt x="153" y="538"/>
                  <a:pt x="137" y="538"/>
                </a:cubicBezTo>
                <a:lnTo>
                  <a:pt x="54" y="538"/>
                </a:lnTo>
                <a:lnTo>
                  <a:pt x="54" y="619"/>
                </a:lnTo>
                <a:cubicBezTo>
                  <a:pt x="54" y="629"/>
                  <a:pt x="60" y="638"/>
                  <a:pt x="69" y="643"/>
                </a:cubicBezTo>
                <a:lnTo>
                  <a:pt x="163" y="689"/>
                </a:lnTo>
                <a:lnTo>
                  <a:pt x="163" y="780"/>
                </a:lnTo>
                <a:cubicBezTo>
                  <a:pt x="163" y="790"/>
                  <a:pt x="169" y="801"/>
                  <a:pt x="178" y="805"/>
                </a:cubicBezTo>
                <a:lnTo>
                  <a:pt x="282" y="857"/>
                </a:lnTo>
                <a:lnTo>
                  <a:pt x="332" y="908"/>
                </a:lnTo>
                <a:cubicBezTo>
                  <a:pt x="340" y="916"/>
                  <a:pt x="353" y="918"/>
                  <a:pt x="363" y="913"/>
                </a:cubicBezTo>
                <a:lnTo>
                  <a:pt x="432" y="878"/>
                </a:lnTo>
                <a:lnTo>
                  <a:pt x="432" y="485"/>
                </a:lnTo>
                <a:lnTo>
                  <a:pt x="352" y="485"/>
                </a:lnTo>
                <a:cubicBezTo>
                  <a:pt x="338" y="485"/>
                  <a:pt x="326" y="474"/>
                  <a:pt x="324" y="460"/>
                </a:cubicBezTo>
                <a:cubicBezTo>
                  <a:pt x="323" y="444"/>
                  <a:pt x="336" y="431"/>
                  <a:pt x="351" y="431"/>
                </a:cubicBezTo>
                <a:lnTo>
                  <a:pt x="432" y="431"/>
                </a:lnTo>
                <a:lnTo>
                  <a:pt x="432" y="44"/>
                </a:lnTo>
                <a:lnTo>
                  <a:pt x="306" y="2"/>
                </a:lnTo>
                <a:cubicBezTo>
                  <a:pt x="294" y="-2"/>
                  <a:pt x="282" y="2"/>
                  <a:pt x="275" y="12"/>
                </a:cubicBezTo>
                <a:moveTo>
                  <a:pt x="349" y="163"/>
                </a:moveTo>
                <a:cubicBezTo>
                  <a:pt x="365" y="162"/>
                  <a:pt x="378" y="174"/>
                  <a:pt x="378" y="190"/>
                </a:cubicBezTo>
                <a:lnTo>
                  <a:pt x="378" y="297"/>
                </a:lnTo>
                <a:cubicBezTo>
                  <a:pt x="378" y="307"/>
                  <a:pt x="372" y="317"/>
                  <a:pt x="363" y="321"/>
                </a:cubicBezTo>
                <a:lnTo>
                  <a:pt x="323" y="341"/>
                </a:lnTo>
                <a:cubicBezTo>
                  <a:pt x="324" y="344"/>
                  <a:pt x="324" y="347"/>
                  <a:pt x="324" y="351"/>
                </a:cubicBezTo>
                <a:cubicBezTo>
                  <a:pt x="324" y="386"/>
                  <a:pt x="302" y="415"/>
                  <a:pt x="271" y="426"/>
                </a:cubicBezTo>
                <a:lnTo>
                  <a:pt x="271" y="549"/>
                </a:lnTo>
                <a:lnTo>
                  <a:pt x="363" y="595"/>
                </a:lnTo>
                <a:cubicBezTo>
                  <a:pt x="372" y="599"/>
                  <a:pt x="378" y="609"/>
                  <a:pt x="378" y="619"/>
                </a:cubicBezTo>
                <a:lnTo>
                  <a:pt x="378" y="725"/>
                </a:lnTo>
                <a:cubicBezTo>
                  <a:pt x="378" y="739"/>
                  <a:pt x="367" y="752"/>
                  <a:pt x="353" y="753"/>
                </a:cubicBezTo>
                <a:cubicBezTo>
                  <a:pt x="338" y="754"/>
                  <a:pt x="324" y="742"/>
                  <a:pt x="324" y="726"/>
                </a:cubicBezTo>
                <a:lnTo>
                  <a:pt x="324" y="636"/>
                </a:lnTo>
                <a:lnTo>
                  <a:pt x="232" y="589"/>
                </a:lnTo>
                <a:cubicBezTo>
                  <a:pt x="223" y="585"/>
                  <a:pt x="217" y="576"/>
                  <a:pt x="217" y="565"/>
                </a:cubicBezTo>
                <a:lnTo>
                  <a:pt x="217" y="426"/>
                </a:lnTo>
                <a:cubicBezTo>
                  <a:pt x="184" y="415"/>
                  <a:pt x="161" y="383"/>
                  <a:pt x="164" y="345"/>
                </a:cubicBezTo>
                <a:cubicBezTo>
                  <a:pt x="166" y="306"/>
                  <a:pt x="198" y="274"/>
                  <a:pt x="238" y="271"/>
                </a:cubicBezTo>
                <a:cubicBezTo>
                  <a:pt x="262" y="269"/>
                  <a:pt x="284" y="278"/>
                  <a:pt x="299" y="293"/>
                </a:cubicBezTo>
                <a:lnTo>
                  <a:pt x="324" y="281"/>
                </a:lnTo>
                <a:lnTo>
                  <a:pt x="324" y="191"/>
                </a:lnTo>
                <a:cubicBezTo>
                  <a:pt x="324" y="177"/>
                  <a:pt x="335" y="165"/>
                  <a:pt x="349" y="163"/>
                </a:cubicBezTo>
                <a:moveTo>
                  <a:pt x="672" y="324"/>
                </a:moveTo>
                <a:cubicBezTo>
                  <a:pt x="658" y="324"/>
                  <a:pt x="646" y="336"/>
                  <a:pt x="646" y="351"/>
                </a:cubicBezTo>
                <a:cubicBezTo>
                  <a:pt x="646" y="366"/>
                  <a:pt x="657" y="378"/>
                  <a:pt x="672" y="378"/>
                </a:cubicBezTo>
                <a:cubicBezTo>
                  <a:pt x="686" y="378"/>
                  <a:pt x="699" y="366"/>
                  <a:pt x="699" y="351"/>
                </a:cubicBezTo>
                <a:cubicBezTo>
                  <a:pt x="699" y="336"/>
                  <a:pt x="687" y="324"/>
                  <a:pt x="672" y="32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24" name="Google Shape;524;p50"/>
          <p:cNvSpPr/>
          <p:nvPr/>
        </p:nvSpPr>
        <p:spPr>
          <a:xfrm>
            <a:off x="789419" y="1325163"/>
            <a:ext cx="282282" cy="282588"/>
          </a:xfrm>
          <a:custGeom>
            <a:avLst/>
            <a:gdLst/>
            <a:ahLst/>
            <a:cxnLst/>
            <a:rect l="l" t="t" r="r" b="b"/>
            <a:pathLst>
              <a:path w="917" h="918" extrusionOk="0">
                <a:moveTo>
                  <a:pt x="267" y="566"/>
                </a:moveTo>
                <a:cubicBezTo>
                  <a:pt x="267" y="581"/>
                  <a:pt x="279" y="593"/>
                  <a:pt x="294" y="593"/>
                </a:cubicBezTo>
                <a:cubicBezTo>
                  <a:pt x="308" y="593"/>
                  <a:pt x="321" y="581"/>
                  <a:pt x="321" y="566"/>
                </a:cubicBezTo>
                <a:cubicBezTo>
                  <a:pt x="321" y="551"/>
                  <a:pt x="308" y="539"/>
                  <a:pt x="294" y="539"/>
                </a:cubicBezTo>
                <a:cubicBezTo>
                  <a:pt x="279" y="539"/>
                  <a:pt x="267" y="551"/>
                  <a:pt x="267" y="566"/>
                </a:cubicBezTo>
                <a:moveTo>
                  <a:pt x="162" y="166"/>
                </a:moveTo>
                <a:cubicBezTo>
                  <a:pt x="71" y="178"/>
                  <a:pt x="0" y="257"/>
                  <a:pt x="0" y="352"/>
                </a:cubicBezTo>
                <a:cubicBezTo>
                  <a:pt x="0" y="403"/>
                  <a:pt x="22" y="451"/>
                  <a:pt x="59" y="486"/>
                </a:cubicBezTo>
                <a:cubicBezTo>
                  <a:pt x="56" y="478"/>
                  <a:pt x="53" y="469"/>
                  <a:pt x="53" y="459"/>
                </a:cubicBezTo>
                <a:cubicBezTo>
                  <a:pt x="53" y="413"/>
                  <a:pt x="93" y="375"/>
                  <a:pt x="140" y="379"/>
                </a:cubicBezTo>
                <a:cubicBezTo>
                  <a:pt x="179" y="382"/>
                  <a:pt x="211" y="414"/>
                  <a:pt x="214" y="453"/>
                </a:cubicBezTo>
                <a:cubicBezTo>
                  <a:pt x="217" y="500"/>
                  <a:pt x="180" y="539"/>
                  <a:pt x="134" y="539"/>
                </a:cubicBezTo>
                <a:cubicBezTo>
                  <a:pt x="102" y="539"/>
                  <a:pt x="74" y="520"/>
                  <a:pt x="61" y="493"/>
                </a:cubicBezTo>
                <a:cubicBezTo>
                  <a:pt x="57" y="508"/>
                  <a:pt x="53" y="524"/>
                  <a:pt x="53" y="539"/>
                </a:cubicBezTo>
                <a:cubicBezTo>
                  <a:pt x="53" y="610"/>
                  <a:pt x="100" y="671"/>
                  <a:pt x="166" y="692"/>
                </a:cubicBezTo>
                <a:cubicBezTo>
                  <a:pt x="163" y="703"/>
                  <a:pt x="161" y="715"/>
                  <a:pt x="161" y="727"/>
                </a:cubicBezTo>
                <a:cubicBezTo>
                  <a:pt x="161" y="797"/>
                  <a:pt x="214" y="855"/>
                  <a:pt x="282" y="862"/>
                </a:cubicBezTo>
                <a:cubicBezTo>
                  <a:pt x="303" y="898"/>
                  <a:pt x="340" y="917"/>
                  <a:pt x="377" y="917"/>
                </a:cubicBezTo>
                <a:cubicBezTo>
                  <a:pt x="396" y="917"/>
                  <a:pt x="414" y="911"/>
                  <a:pt x="431" y="902"/>
                </a:cubicBezTo>
                <a:lnTo>
                  <a:pt x="431" y="696"/>
                </a:lnTo>
                <a:cubicBezTo>
                  <a:pt x="422" y="699"/>
                  <a:pt x="413" y="700"/>
                  <a:pt x="404" y="700"/>
                </a:cubicBezTo>
                <a:cubicBezTo>
                  <a:pt x="367" y="700"/>
                  <a:pt x="334" y="675"/>
                  <a:pt x="325" y="641"/>
                </a:cubicBezTo>
                <a:cubicBezTo>
                  <a:pt x="315" y="645"/>
                  <a:pt x="305" y="647"/>
                  <a:pt x="295" y="647"/>
                </a:cubicBezTo>
                <a:cubicBezTo>
                  <a:pt x="248" y="647"/>
                  <a:pt x="210" y="607"/>
                  <a:pt x="215" y="559"/>
                </a:cubicBezTo>
                <a:cubicBezTo>
                  <a:pt x="218" y="522"/>
                  <a:pt x="246" y="492"/>
                  <a:pt x="283" y="487"/>
                </a:cubicBezTo>
                <a:cubicBezTo>
                  <a:pt x="332" y="480"/>
                  <a:pt x="377" y="518"/>
                  <a:pt x="377" y="566"/>
                </a:cubicBezTo>
                <a:lnTo>
                  <a:pt x="377" y="619"/>
                </a:lnTo>
                <a:cubicBezTo>
                  <a:pt x="377" y="632"/>
                  <a:pt x="386" y="644"/>
                  <a:pt x="399" y="646"/>
                </a:cubicBezTo>
                <a:cubicBezTo>
                  <a:pt x="416" y="649"/>
                  <a:pt x="431" y="636"/>
                  <a:pt x="431" y="620"/>
                </a:cubicBezTo>
                <a:lnTo>
                  <a:pt x="431" y="364"/>
                </a:lnTo>
                <a:cubicBezTo>
                  <a:pt x="415" y="373"/>
                  <a:pt x="396" y="379"/>
                  <a:pt x="377" y="379"/>
                </a:cubicBezTo>
                <a:cubicBezTo>
                  <a:pt x="333" y="379"/>
                  <a:pt x="294" y="353"/>
                  <a:pt x="277" y="316"/>
                </a:cubicBezTo>
                <a:cubicBezTo>
                  <a:pt x="266" y="322"/>
                  <a:pt x="254" y="325"/>
                  <a:pt x="240" y="325"/>
                </a:cubicBezTo>
                <a:cubicBezTo>
                  <a:pt x="191" y="325"/>
                  <a:pt x="151" y="280"/>
                  <a:pt x="161" y="228"/>
                </a:cubicBezTo>
                <a:cubicBezTo>
                  <a:pt x="167" y="197"/>
                  <a:pt x="193" y="172"/>
                  <a:pt x="224" y="165"/>
                </a:cubicBezTo>
                <a:cubicBezTo>
                  <a:pt x="276" y="155"/>
                  <a:pt x="321" y="195"/>
                  <a:pt x="321" y="245"/>
                </a:cubicBezTo>
                <a:lnTo>
                  <a:pt x="321" y="271"/>
                </a:lnTo>
                <a:cubicBezTo>
                  <a:pt x="321" y="301"/>
                  <a:pt x="347" y="325"/>
                  <a:pt x="377" y="325"/>
                </a:cubicBezTo>
                <a:cubicBezTo>
                  <a:pt x="407" y="325"/>
                  <a:pt x="431" y="301"/>
                  <a:pt x="431" y="271"/>
                </a:cubicBezTo>
                <a:lnTo>
                  <a:pt x="431" y="20"/>
                </a:lnTo>
                <a:cubicBezTo>
                  <a:pt x="406" y="8"/>
                  <a:pt x="376" y="2"/>
                  <a:pt x="348" y="2"/>
                </a:cubicBezTo>
                <a:cubicBezTo>
                  <a:pt x="253" y="1"/>
                  <a:pt x="175" y="74"/>
                  <a:pt x="162" y="166"/>
                </a:cubicBezTo>
                <a:moveTo>
                  <a:pt x="214" y="244"/>
                </a:moveTo>
                <a:cubicBezTo>
                  <a:pt x="214" y="259"/>
                  <a:pt x="226" y="271"/>
                  <a:pt x="241" y="271"/>
                </a:cubicBezTo>
                <a:cubicBezTo>
                  <a:pt x="255" y="271"/>
                  <a:pt x="267" y="258"/>
                  <a:pt x="267" y="244"/>
                </a:cubicBezTo>
                <a:cubicBezTo>
                  <a:pt x="267" y="229"/>
                  <a:pt x="255" y="218"/>
                  <a:pt x="241" y="218"/>
                </a:cubicBezTo>
                <a:cubicBezTo>
                  <a:pt x="226" y="218"/>
                  <a:pt x="214" y="230"/>
                  <a:pt x="214" y="244"/>
                </a:cubicBezTo>
                <a:moveTo>
                  <a:pt x="160" y="459"/>
                </a:moveTo>
                <a:cubicBezTo>
                  <a:pt x="160" y="444"/>
                  <a:pt x="147" y="432"/>
                  <a:pt x="133" y="432"/>
                </a:cubicBezTo>
                <a:cubicBezTo>
                  <a:pt x="118" y="432"/>
                  <a:pt x="107" y="444"/>
                  <a:pt x="107" y="459"/>
                </a:cubicBezTo>
                <a:cubicBezTo>
                  <a:pt x="107" y="474"/>
                  <a:pt x="118" y="486"/>
                  <a:pt x="133" y="486"/>
                </a:cubicBezTo>
                <a:cubicBezTo>
                  <a:pt x="147" y="486"/>
                  <a:pt x="160" y="474"/>
                  <a:pt x="160" y="459"/>
                </a:cubicBezTo>
                <a:moveTo>
                  <a:pt x="782" y="540"/>
                </a:moveTo>
                <a:cubicBezTo>
                  <a:pt x="732" y="540"/>
                  <a:pt x="693" y="494"/>
                  <a:pt x="703" y="443"/>
                </a:cubicBezTo>
                <a:cubicBezTo>
                  <a:pt x="709" y="411"/>
                  <a:pt x="734" y="386"/>
                  <a:pt x="766" y="380"/>
                </a:cubicBezTo>
                <a:cubicBezTo>
                  <a:pt x="817" y="370"/>
                  <a:pt x="863" y="409"/>
                  <a:pt x="863" y="459"/>
                </a:cubicBezTo>
                <a:cubicBezTo>
                  <a:pt x="863" y="469"/>
                  <a:pt x="861" y="478"/>
                  <a:pt x="858" y="487"/>
                </a:cubicBezTo>
                <a:cubicBezTo>
                  <a:pt x="895" y="451"/>
                  <a:pt x="917" y="403"/>
                  <a:pt x="917" y="351"/>
                </a:cubicBezTo>
                <a:cubicBezTo>
                  <a:pt x="917" y="256"/>
                  <a:pt x="845" y="177"/>
                  <a:pt x="753" y="165"/>
                </a:cubicBezTo>
                <a:cubicBezTo>
                  <a:pt x="741" y="73"/>
                  <a:pt x="662" y="0"/>
                  <a:pt x="567" y="0"/>
                </a:cubicBezTo>
                <a:cubicBezTo>
                  <a:pt x="538" y="0"/>
                  <a:pt x="509" y="6"/>
                  <a:pt x="484" y="18"/>
                </a:cubicBezTo>
                <a:lnTo>
                  <a:pt x="484" y="393"/>
                </a:lnTo>
                <a:cubicBezTo>
                  <a:pt x="500" y="384"/>
                  <a:pt x="520" y="378"/>
                  <a:pt x="540" y="378"/>
                </a:cubicBezTo>
                <a:cubicBezTo>
                  <a:pt x="599" y="378"/>
                  <a:pt x="647" y="427"/>
                  <a:pt x="647" y="486"/>
                </a:cubicBezTo>
                <a:lnTo>
                  <a:pt x="647" y="491"/>
                </a:lnTo>
                <a:cubicBezTo>
                  <a:pt x="680" y="503"/>
                  <a:pt x="703" y="535"/>
                  <a:pt x="701" y="572"/>
                </a:cubicBezTo>
                <a:cubicBezTo>
                  <a:pt x="698" y="612"/>
                  <a:pt x="666" y="644"/>
                  <a:pt x="626" y="646"/>
                </a:cubicBezTo>
                <a:cubicBezTo>
                  <a:pt x="579" y="650"/>
                  <a:pt x="540" y="613"/>
                  <a:pt x="540" y="566"/>
                </a:cubicBezTo>
                <a:cubicBezTo>
                  <a:pt x="540" y="531"/>
                  <a:pt x="562" y="502"/>
                  <a:pt x="594" y="491"/>
                </a:cubicBezTo>
                <a:lnTo>
                  <a:pt x="594" y="487"/>
                </a:lnTo>
                <a:cubicBezTo>
                  <a:pt x="594" y="463"/>
                  <a:pt x="579" y="442"/>
                  <a:pt x="556" y="435"/>
                </a:cubicBezTo>
                <a:cubicBezTo>
                  <a:pt x="520" y="424"/>
                  <a:pt x="484" y="451"/>
                  <a:pt x="484" y="486"/>
                </a:cubicBezTo>
                <a:lnTo>
                  <a:pt x="484" y="904"/>
                </a:lnTo>
                <a:cubicBezTo>
                  <a:pt x="500" y="913"/>
                  <a:pt x="520" y="918"/>
                  <a:pt x="540" y="918"/>
                </a:cubicBezTo>
                <a:cubicBezTo>
                  <a:pt x="577" y="918"/>
                  <a:pt x="612" y="900"/>
                  <a:pt x="633" y="863"/>
                </a:cubicBezTo>
                <a:cubicBezTo>
                  <a:pt x="701" y="857"/>
                  <a:pt x="755" y="798"/>
                  <a:pt x="755" y="728"/>
                </a:cubicBezTo>
                <a:cubicBezTo>
                  <a:pt x="755" y="716"/>
                  <a:pt x="753" y="704"/>
                  <a:pt x="750" y="693"/>
                </a:cubicBezTo>
                <a:cubicBezTo>
                  <a:pt x="816" y="672"/>
                  <a:pt x="863" y="610"/>
                  <a:pt x="863" y="540"/>
                </a:cubicBezTo>
                <a:cubicBezTo>
                  <a:pt x="863" y="524"/>
                  <a:pt x="860" y="509"/>
                  <a:pt x="855" y="493"/>
                </a:cubicBezTo>
                <a:cubicBezTo>
                  <a:pt x="842" y="521"/>
                  <a:pt x="814" y="540"/>
                  <a:pt x="782" y="540"/>
                </a:cubicBezTo>
                <a:moveTo>
                  <a:pt x="673" y="325"/>
                </a:moveTo>
                <a:cubicBezTo>
                  <a:pt x="629" y="325"/>
                  <a:pt x="593" y="289"/>
                  <a:pt x="593" y="245"/>
                </a:cubicBezTo>
                <a:cubicBezTo>
                  <a:pt x="593" y="200"/>
                  <a:pt x="629" y="164"/>
                  <a:pt x="673" y="164"/>
                </a:cubicBezTo>
                <a:cubicBezTo>
                  <a:pt x="718" y="164"/>
                  <a:pt x="754" y="200"/>
                  <a:pt x="754" y="245"/>
                </a:cubicBezTo>
                <a:cubicBezTo>
                  <a:pt x="754" y="289"/>
                  <a:pt x="718" y="325"/>
                  <a:pt x="673" y="325"/>
                </a:cubicBezTo>
                <a:moveTo>
                  <a:pt x="673" y="218"/>
                </a:moveTo>
                <a:cubicBezTo>
                  <a:pt x="659" y="218"/>
                  <a:pt x="647" y="229"/>
                  <a:pt x="647" y="244"/>
                </a:cubicBezTo>
                <a:cubicBezTo>
                  <a:pt x="647" y="258"/>
                  <a:pt x="658" y="271"/>
                  <a:pt x="673" y="271"/>
                </a:cubicBezTo>
                <a:cubicBezTo>
                  <a:pt x="687" y="271"/>
                  <a:pt x="700" y="259"/>
                  <a:pt x="700" y="244"/>
                </a:cubicBezTo>
                <a:cubicBezTo>
                  <a:pt x="700" y="230"/>
                  <a:pt x="688" y="218"/>
                  <a:pt x="673" y="218"/>
                </a:cubicBezTo>
                <a:moveTo>
                  <a:pt x="754" y="459"/>
                </a:moveTo>
                <a:cubicBezTo>
                  <a:pt x="754" y="474"/>
                  <a:pt x="765" y="486"/>
                  <a:pt x="780" y="486"/>
                </a:cubicBezTo>
                <a:cubicBezTo>
                  <a:pt x="794" y="486"/>
                  <a:pt x="807" y="474"/>
                  <a:pt x="807" y="459"/>
                </a:cubicBezTo>
                <a:cubicBezTo>
                  <a:pt x="807" y="444"/>
                  <a:pt x="795" y="432"/>
                  <a:pt x="780" y="432"/>
                </a:cubicBezTo>
                <a:cubicBezTo>
                  <a:pt x="766" y="432"/>
                  <a:pt x="754" y="444"/>
                  <a:pt x="754" y="459"/>
                </a:cubicBezTo>
                <a:moveTo>
                  <a:pt x="620" y="593"/>
                </a:moveTo>
                <a:cubicBezTo>
                  <a:pt x="634" y="593"/>
                  <a:pt x="646" y="580"/>
                  <a:pt x="646" y="566"/>
                </a:cubicBezTo>
                <a:cubicBezTo>
                  <a:pt x="646" y="551"/>
                  <a:pt x="634" y="540"/>
                  <a:pt x="620" y="540"/>
                </a:cubicBezTo>
                <a:cubicBezTo>
                  <a:pt x="605" y="540"/>
                  <a:pt x="593" y="552"/>
                  <a:pt x="593" y="566"/>
                </a:cubicBezTo>
                <a:cubicBezTo>
                  <a:pt x="593" y="581"/>
                  <a:pt x="605" y="593"/>
                  <a:pt x="620" y="593"/>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28"/>
        <p:cNvGrpSpPr/>
        <p:nvPr/>
      </p:nvGrpSpPr>
      <p:grpSpPr>
        <a:xfrm>
          <a:off x="0" y="0"/>
          <a:ext cx="0" cy="0"/>
          <a:chOff x="0" y="0"/>
          <a:chExt cx="0" cy="0"/>
        </a:xfrm>
      </p:grpSpPr>
      <p:grpSp>
        <p:nvGrpSpPr>
          <p:cNvPr id="529" name="Google Shape;529;p51"/>
          <p:cNvGrpSpPr/>
          <p:nvPr/>
        </p:nvGrpSpPr>
        <p:grpSpPr>
          <a:xfrm>
            <a:off x="870025" y="401112"/>
            <a:ext cx="7404024" cy="4341275"/>
            <a:chOff x="870025" y="401112"/>
            <a:chExt cx="7404024" cy="4341275"/>
          </a:xfrm>
        </p:grpSpPr>
        <p:pic>
          <p:nvPicPr>
            <p:cNvPr id="530" name="Google Shape;530;p51"/>
            <p:cNvPicPr preferRelativeResize="0"/>
            <p:nvPr/>
          </p:nvPicPr>
          <p:blipFill rotWithShape="1">
            <a:blip r:embed="rId3">
              <a:alphaModFix amt="92000"/>
            </a:blip>
            <a:srcRect t="1320" b="-1320"/>
            <a:stretch/>
          </p:blipFill>
          <p:spPr>
            <a:xfrm>
              <a:off x="870025" y="401112"/>
              <a:ext cx="7404024" cy="4341275"/>
            </a:xfrm>
            <a:prstGeom prst="rect">
              <a:avLst/>
            </a:prstGeom>
            <a:noFill/>
            <a:ln>
              <a:noFill/>
            </a:ln>
          </p:spPr>
        </p:pic>
        <p:pic>
          <p:nvPicPr>
            <p:cNvPr id="531" name="Google Shape;531;p51"/>
            <p:cNvPicPr preferRelativeResize="0"/>
            <p:nvPr/>
          </p:nvPicPr>
          <p:blipFill>
            <a:blip r:embed="rId4">
              <a:alphaModFix/>
            </a:blip>
            <a:stretch>
              <a:fillRect/>
            </a:stretch>
          </p:blipFill>
          <p:spPr>
            <a:xfrm>
              <a:off x="3338164" y="539509"/>
              <a:ext cx="2467774" cy="462933"/>
            </a:xfrm>
            <a:prstGeom prst="rect">
              <a:avLst/>
            </a:prstGeom>
            <a:noFill/>
            <a:ln>
              <a:noFill/>
            </a:ln>
          </p:spPr>
        </p:pic>
        <p:pic>
          <p:nvPicPr>
            <p:cNvPr id="532" name="Google Shape;532;p51"/>
            <p:cNvPicPr preferRelativeResize="0"/>
            <p:nvPr/>
          </p:nvPicPr>
          <p:blipFill>
            <a:blip r:embed="rId4">
              <a:alphaModFix/>
            </a:blip>
            <a:stretch>
              <a:fillRect/>
            </a:stretch>
          </p:blipFill>
          <p:spPr>
            <a:xfrm rot="10800000" flipH="1">
              <a:off x="3338164" y="4141059"/>
              <a:ext cx="2467774" cy="462933"/>
            </a:xfrm>
            <a:prstGeom prst="rect">
              <a:avLst/>
            </a:prstGeom>
            <a:noFill/>
            <a:ln>
              <a:noFill/>
            </a:ln>
          </p:spPr>
        </p:pic>
      </p:grpSp>
      <p:sp>
        <p:nvSpPr>
          <p:cNvPr id="533" name="Google Shape;533;p51"/>
          <p:cNvSpPr txBox="1">
            <a:spLocks noGrp="1"/>
          </p:cNvSpPr>
          <p:nvPr>
            <p:ph type="title"/>
          </p:nvPr>
        </p:nvSpPr>
        <p:spPr>
          <a:xfrm>
            <a:off x="2298600" y="1619250"/>
            <a:ext cx="4546800" cy="184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de">
                <a:solidFill>
                  <a:schemeClr val="dk1"/>
                </a:solidFill>
              </a:rPr>
              <a:t>GENIALE</a:t>
            </a:r>
            <a:r>
              <a:rPr lang="de"/>
              <a:t> WORTE</a:t>
            </a:r>
            <a:endParaRPr>
              <a:solidFill>
                <a:schemeClr val="dk1"/>
              </a:solidFil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37"/>
        <p:cNvGrpSpPr/>
        <p:nvPr/>
      </p:nvGrpSpPr>
      <p:grpSpPr>
        <a:xfrm>
          <a:off x="0" y="0"/>
          <a:ext cx="0" cy="0"/>
          <a:chOff x="0" y="0"/>
          <a:chExt cx="0" cy="0"/>
        </a:xfrm>
      </p:grpSpPr>
      <p:sp>
        <p:nvSpPr>
          <p:cNvPr id="538" name="Google Shape;538;p52"/>
          <p:cNvSpPr txBox="1">
            <a:spLocks noGrp="1"/>
          </p:cNvSpPr>
          <p:nvPr>
            <p:ph type="title"/>
          </p:nvPr>
        </p:nvSpPr>
        <p:spPr>
          <a:xfrm>
            <a:off x="2133775" y="3054750"/>
            <a:ext cx="6297000" cy="6618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de"/>
              <a:t>—JEMAND BERÜHMTES</a:t>
            </a:r>
            <a:endParaRPr/>
          </a:p>
        </p:txBody>
      </p:sp>
      <p:sp>
        <p:nvSpPr>
          <p:cNvPr id="539" name="Google Shape;539;p52"/>
          <p:cNvSpPr txBox="1">
            <a:spLocks noGrp="1"/>
          </p:cNvSpPr>
          <p:nvPr>
            <p:ph type="subTitle" idx="1"/>
          </p:nvPr>
        </p:nvSpPr>
        <p:spPr>
          <a:xfrm>
            <a:off x="2133600" y="1426950"/>
            <a:ext cx="6297000" cy="1627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de"/>
              <a:t>“Dies ist ein Zitat, Worte voller Weisheit, die jemand Wichtiges gesagt hat und die den Leser inspirieren können”</a:t>
            </a:r>
            <a:endParaRPr/>
          </a:p>
        </p:txBody>
      </p:sp>
      <p:grpSp>
        <p:nvGrpSpPr>
          <p:cNvPr id="540" name="Google Shape;540;p52"/>
          <p:cNvGrpSpPr/>
          <p:nvPr/>
        </p:nvGrpSpPr>
        <p:grpSpPr>
          <a:xfrm>
            <a:off x="-1839154" y="-57150"/>
            <a:ext cx="4468128" cy="5219700"/>
            <a:chOff x="-1839154" y="-57150"/>
            <a:chExt cx="4468128" cy="5219700"/>
          </a:xfrm>
        </p:grpSpPr>
        <p:pic>
          <p:nvPicPr>
            <p:cNvPr id="541" name="Google Shape;541;p52"/>
            <p:cNvPicPr preferRelativeResize="0"/>
            <p:nvPr/>
          </p:nvPicPr>
          <p:blipFill rotWithShape="1">
            <a:blip r:embed="rId3">
              <a:alphaModFix amt="63000"/>
            </a:blip>
            <a:srcRect l="6927" t="18643" r="3347" b="8188"/>
            <a:stretch/>
          </p:blipFill>
          <p:spPr>
            <a:xfrm rot="-5400000">
              <a:off x="-2076450" y="1828800"/>
              <a:ext cx="5219700" cy="1447800"/>
            </a:xfrm>
            <a:prstGeom prst="rect">
              <a:avLst/>
            </a:prstGeom>
            <a:noFill/>
            <a:ln>
              <a:noFill/>
            </a:ln>
          </p:spPr>
        </p:pic>
        <p:pic>
          <p:nvPicPr>
            <p:cNvPr id="542" name="Google Shape;542;p52"/>
            <p:cNvPicPr preferRelativeResize="0"/>
            <p:nvPr/>
          </p:nvPicPr>
          <p:blipFill rotWithShape="1">
            <a:blip r:embed="rId4">
              <a:alphaModFix/>
            </a:blip>
            <a:srcRect r="41596"/>
            <a:stretch/>
          </p:blipFill>
          <p:spPr>
            <a:xfrm rot="5400000">
              <a:off x="-220851" y="1052975"/>
              <a:ext cx="2428876" cy="780125"/>
            </a:xfrm>
            <a:prstGeom prst="rect">
              <a:avLst/>
            </a:prstGeom>
            <a:noFill/>
            <a:ln>
              <a:noFill/>
            </a:ln>
          </p:spPr>
        </p:pic>
        <p:pic>
          <p:nvPicPr>
            <p:cNvPr id="543" name="Google Shape;543;p52"/>
            <p:cNvPicPr preferRelativeResize="0"/>
            <p:nvPr/>
          </p:nvPicPr>
          <p:blipFill rotWithShape="1">
            <a:blip r:embed="rId5">
              <a:alphaModFix/>
            </a:blip>
            <a:srcRect b="5393"/>
            <a:stretch/>
          </p:blipFill>
          <p:spPr>
            <a:xfrm rot="5400000">
              <a:off x="-844313" y="1822787"/>
              <a:ext cx="3148475" cy="1497951"/>
            </a:xfrm>
            <a:prstGeom prst="rect">
              <a:avLst/>
            </a:prstGeom>
            <a:noFill/>
            <a:ln>
              <a:noFill/>
            </a:ln>
          </p:spPr>
        </p:pic>
        <p:pic>
          <p:nvPicPr>
            <p:cNvPr id="544" name="Google Shape;544;p52"/>
            <p:cNvPicPr preferRelativeResize="0"/>
            <p:nvPr/>
          </p:nvPicPr>
          <p:blipFill>
            <a:blip r:embed="rId6">
              <a:alphaModFix/>
            </a:blip>
            <a:stretch>
              <a:fillRect/>
            </a:stretch>
          </p:blipFill>
          <p:spPr>
            <a:xfrm rot="1799998">
              <a:off x="-1552473" y="2126215"/>
              <a:ext cx="3894766" cy="2190318"/>
            </a:xfrm>
            <a:prstGeom prst="rect">
              <a:avLst/>
            </a:prstGeom>
            <a:noFill/>
            <a:ln>
              <a:noFill/>
            </a:ln>
          </p:spPr>
        </p:pic>
      </p:grpSp>
      <p:pic>
        <p:nvPicPr>
          <p:cNvPr id="545" name="Google Shape;545;p52"/>
          <p:cNvPicPr preferRelativeResize="0"/>
          <p:nvPr/>
        </p:nvPicPr>
        <p:blipFill>
          <a:blip r:embed="rId7">
            <a:alphaModFix/>
          </a:blip>
          <a:stretch>
            <a:fillRect/>
          </a:stretch>
        </p:blipFill>
        <p:spPr>
          <a:xfrm>
            <a:off x="2076636" y="2829101"/>
            <a:ext cx="2823565" cy="887450"/>
          </a:xfrm>
          <a:prstGeom prst="rect">
            <a:avLst/>
          </a:prstGeom>
          <a:noFill/>
          <a:ln>
            <a:noFill/>
          </a:ln>
        </p:spPr>
      </p:pic>
      <p:pic>
        <p:nvPicPr>
          <p:cNvPr id="546" name="Google Shape;546;p52"/>
          <p:cNvPicPr preferRelativeResize="0"/>
          <p:nvPr/>
        </p:nvPicPr>
        <p:blipFill>
          <a:blip r:embed="rId8">
            <a:alphaModFix/>
          </a:blip>
          <a:stretch>
            <a:fillRect/>
          </a:stretch>
        </p:blipFill>
        <p:spPr>
          <a:xfrm rot="10800000">
            <a:off x="7973724" y="4603999"/>
            <a:ext cx="456876" cy="24295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50"/>
        <p:cNvGrpSpPr/>
        <p:nvPr/>
      </p:nvGrpSpPr>
      <p:grpSpPr>
        <a:xfrm>
          <a:off x="0" y="0"/>
          <a:ext cx="0" cy="0"/>
          <a:chOff x="0" y="0"/>
          <a:chExt cx="0" cy="0"/>
        </a:xfrm>
      </p:grpSpPr>
      <p:pic>
        <p:nvPicPr>
          <p:cNvPr id="551" name="Google Shape;551;p53"/>
          <p:cNvPicPr preferRelativeResize="0">
            <a:picLocks noGrp="1"/>
          </p:cNvPicPr>
          <p:nvPr>
            <p:ph type="pic" idx="2"/>
          </p:nvPr>
        </p:nvPicPr>
        <p:blipFill rotWithShape="1">
          <a:blip r:embed="rId3">
            <a:alphaModFix/>
          </a:blip>
          <a:srcRect t="7207" b="7198"/>
          <a:stretch/>
        </p:blipFill>
        <p:spPr>
          <a:xfrm>
            <a:off x="-25" y="-13725"/>
            <a:ext cx="9144001" cy="5157300"/>
          </a:xfrm>
          <a:prstGeom prst="rect">
            <a:avLst/>
          </a:prstGeom>
        </p:spPr>
      </p:pic>
      <p:sp>
        <p:nvSpPr>
          <p:cNvPr id="552" name="Google Shape;552;p53"/>
          <p:cNvSpPr txBox="1">
            <a:spLocks noGrp="1"/>
          </p:cNvSpPr>
          <p:nvPr>
            <p:ph type="title"/>
          </p:nvPr>
        </p:nvSpPr>
        <p:spPr>
          <a:xfrm>
            <a:off x="720000" y="539500"/>
            <a:ext cx="3159900" cy="794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EIN BILD SAGT MEHR ALS TAUSEND WORTE</a:t>
            </a:r>
            <a:endParaRPr/>
          </a:p>
        </p:txBody>
      </p:sp>
      <p:pic>
        <p:nvPicPr>
          <p:cNvPr id="553" name="Google Shape;553;p53"/>
          <p:cNvPicPr preferRelativeResize="0"/>
          <p:nvPr/>
        </p:nvPicPr>
        <p:blipFill>
          <a:blip r:embed="rId4">
            <a:alphaModFix/>
          </a:blip>
          <a:stretch>
            <a:fillRect/>
          </a:stretch>
        </p:blipFill>
        <p:spPr>
          <a:xfrm rot="10800000">
            <a:off x="1034314" y="1263746"/>
            <a:ext cx="2467774" cy="462933"/>
          </a:xfrm>
          <a:prstGeom prst="rect">
            <a:avLst/>
          </a:prstGeom>
          <a:noFill/>
          <a:ln>
            <a:noFill/>
          </a:ln>
        </p:spPr>
      </p:pic>
      <p:pic>
        <p:nvPicPr>
          <p:cNvPr id="554" name="Google Shape;554;p53"/>
          <p:cNvPicPr preferRelativeResize="0"/>
          <p:nvPr/>
        </p:nvPicPr>
        <p:blipFill>
          <a:blip r:embed="rId5">
            <a:alphaModFix/>
          </a:blip>
          <a:stretch>
            <a:fillRect/>
          </a:stretch>
        </p:blipFill>
        <p:spPr>
          <a:xfrm rot="7117467">
            <a:off x="6643609" y="-559701"/>
            <a:ext cx="3802926" cy="213867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58"/>
        <p:cNvGrpSpPr/>
        <p:nvPr/>
      </p:nvGrpSpPr>
      <p:grpSpPr>
        <a:xfrm>
          <a:off x="0" y="0"/>
          <a:ext cx="0" cy="0"/>
          <a:chOff x="0" y="0"/>
          <a:chExt cx="0" cy="0"/>
        </a:xfrm>
      </p:grpSpPr>
      <p:pic>
        <p:nvPicPr>
          <p:cNvPr id="559" name="Google Shape;559;p54"/>
          <p:cNvPicPr preferRelativeResize="0">
            <a:picLocks noGrp="1"/>
          </p:cNvPicPr>
          <p:nvPr>
            <p:ph type="pic" idx="2"/>
          </p:nvPr>
        </p:nvPicPr>
        <p:blipFill rotWithShape="1">
          <a:blip r:embed="rId3">
            <a:alphaModFix/>
          </a:blip>
          <a:srcRect l="9874" r="17578"/>
          <a:stretch/>
        </p:blipFill>
        <p:spPr>
          <a:xfrm>
            <a:off x="3943350" y="533875"/>
            <a:ext cx="4487700" cy="4075800"/>
          </a:xfrm>
          <a:prstGeom prst="snip1Rect">
            <a:avLst>
              <a:gd name="adj" fmla="val 10084"/>
            </a:avLst>
          </a:prstGeom>
        </p:spPr>
      </p:pic>
      <p:sp>
        <p:nvSpPr>
          <p:cNvPr id="560" name="Google Shape;560;p54"/>
          <p:cNvSpPr txBox="1">
            <a:spLocks noGrp="1"/>
          </p:cNvSpPr>
          <p:nvPr>
            <p:ph type="title"/>
          </p:nvPr>
        </p:nvSpPr>
        <p:spPr>
          <a:xfrm>
            <a:off x="720000" y="1252725"/>
            <a:ext cx="2928000" cy="1589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BILDER SIND LEICHTER ZU VERSTEHEN</a:t>
            </a:r>
            <a:endParaRPr/>
          </a:p>
        </p:txBody>
      </p:sp>
      <p:sp>
        <p:nvSpPr>
          <p:cNvPr id="561" name="Google Shape;561;p54"/>
          <p:cNvSpPr txBox="1">
            <a:spLocks noGrp="1"/>
          </p:cNvSpPr>
          <p:nvPr>
            <p:ph type="subTitle" idx="1"/>
          </p:nvPr>
        </p:nvSpPr>
        <p:spPr>
          <a:xfrm>
            <a:off x="720000" y="2841735"/>
            <a:ext cx="2928000" cy="91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Bilder zeigen große Datenmengen, also denke daran: verwende ein Bild statt eines langen Textes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565"/>
        <p:cNvGrpSpPr/>
        <p:nvPr/>
      </p:nvGrpSpPr>
      <p:grpSpPr>
        <a:xfrm>
          <a:off x="0" y="0"/>
          <a:ext cx="0" cy="0"/>
          <a:chOff x="0" y="0"/>
          <a:chExt cx="0" cy="0"/>
        </a:xfrm>
      </p:grpSpPr>
      <p:sp>
        <p:nvSpPr>
          <p:cNvPr id="566" name="Google Shape;566;p55"/>
          <p:cNvSpPr txBox="1">
            <a:spLocks noGrp="1"/>
          </p:cNvSpPr>
          <p:nvPr>
            <p:ph type="title"/>
          </p:nvPr>
        </p:nvSpPr>
        <p:spPr>
          <a:xfrm>
            <a:off x="1826675" y="1685025"/>
            <a:ext cx="5493000" cy="1477200"/>
          </a:xfrm>
          <a:prstGeom prst="rect">
            <a:avLst/>
          </a:prstGeom>
        </p:spPr>
        <p:txBody>
          <a:bodyPr spcFirstLastPara="1" wrap="square" lIns="91425" tIns="91425" rIns="91425" bIns="0" anchor="b" anchorCtr="0">
            <a:noAutofit/>
          </a:bodyPr>
          <a:lstStyle/>
          <a:p>
            <a:pPr marL="0" lvl="0" indent="0" algn="ctr" rtl="0">
              <a:spcBef>
                <a:spcPts val="0"/>
              </a:spcBef>
              <a:spcAft>
                <a:spcPts val="0"/>
              </a:spcAft>
              <a:buNone/>
            </a:pPr>
            <a:r>
              <a:rPr lang="de"/>
              <a:t>150 325</a:t>
            </a:r>
            <a:endParaRPr/>
          </a:p>
        </p:txBody>
      </p:sp>
      <p:sp>
        <p:nvSpPr>
          <p:cNvPr id="567" name="Google Shape;567;p55"/>
          <p:cNvSpPr txBox="1">
            <a:spLocks noGrp="1"/>
          </p:cNvSpPr>
          <p:nvPr>
            <p:ph type="subTitle" idx="1"/>
          </p:nvPr>
        </p:nvSpPr>
        <p:spPr>
          <a:xfrm>
            <a:off x="1826525" y="3238775"/>
            <a:ext cx="5493000" cy="497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
              <a:t>Hohe Zahlen erregen die </a:t>
            </a:r>
            <a:r>
              <a:rPr lang="de" sz="1500"/>
              <a:t>Aufmerksamkeit</a:t>
            </a:r>
            <a:r>
              <a:rPr lang="de"/>
              <a:t> deines Publikums</a:t>
            </a:r>
            <a:endParaRPr/>
          </a:p>
        </p:txBody>
      </p:sp>
      <p:grpSp>
        <p:nvGrpSpPr>
          <p:cNvPr id="568" name="Google Shape;568;p55"/>
          <p:cNvGrpSpPr/>
          <p:nvPr/>
        </p:nvGrpSpPr>
        <p:grpSpPr>
          <a:xfrm>
            <a:off x="-52375" y="0"/>
            <a:ext cx="9263000" cy="5219700"/>
            <a:chOff x="-52375" y="0"/>
            <a:chExt cx="9263000" cy="5219700"/>
          </a:xfrm>
        </p:grpSpPr>
        <p:pic>
          <p:nvPicPr>
            <p:cNvPr id="569" name="Google Shape;569;p55"/>
            <p:cNvPicPr preferRelativeResize="0"/>
            <p:nvPr/>
          </p:nvPicPr>
          <p:blipFill rotWithShape="1">
            <a:blip r:embed="rId3">
              <a:alphaModFix/>
            </a:blip>
            <a:srcRect l="22774" t="71899"/>
            <a:stretch/>
          </p:blipFill>
          <p:spPr>
            <a:xfrm rot="10800000">
              <a:off x="3459875" y="4829625"/>
              <a:ext cx="3859800" cy="390075"/>
            </a:xfrm>
            <a:prstGeom prst="rect">
              <a:avLst/>
            </a:prstGeom>
            <a:noFill/>
            <a:ln>
              <a:noFill/>
            </a:ln>
          </p:spPr>
        </p:pic>
        <p:pic>
          <p:nvPicPr>
            <p:cNvPr id="570" name="Google Shape;570;p55"/>
            <p:cNvPicPr preferRelativeResize="0"/>
            <p:nvPr/>
          </p:nvPicPr>
          <p:blipFill rotWithShape="1">
            <a:blip r:embed="rId4">
              <a:alphaModFix/>
            </a:blip>
            <a:srcRect l="2363" b="9877"/>
            <a:stretch/>
          </p:blipFill>
          <p:spPr>
            <a:xfrm>
              <a:off x="-52375" y="3762375"/>
              <a:ext cx="4073800" cy="1381126"/>
            </a:xfrm>
            <a:prstGeom prst="rect">
              <a:avLst/>
            </a:prstGeom>
            <a:noFill/>
            <a:ln>
              <a:noFill/>
            </a:ln>
          </p:spPr>
        </p:pic>
        <p:cxnSp>
          <p:nvCxnSpPr>
            <p:cNvPr id="571" name="Google Shape;571;p55"/>
            <p:cNvCxnSpPr/>
            <p:nvPr/>
          </p:nvCxnSpPr>
          <p:spPr>
            <a:xfrm>
              <a:off x="1321775" y="331598"/>
              <a:ext cx="5172000" cy="0"/>
            </a:xfrm>
            <a:prstGeom prst="straightConnector1">
              <a:avLst/>
            </a:prstGeom>
            <a:noFill/>
            <a:ln w="9525" cap="flat" cmpd="sng">
              <a:solidFill>
                <a:schemeClr val="lt2"/>
              </a:solidFill>
              <a:prstDash val="solid"/>
              <a:round/>
              <a:headEnd type="none" w="med" len="med"/>
              <a:tailEnd type="oval" w="med" len="med"/>
            </a:ln>
          </p:spPr>
        </p:cxnSp>
        <p:pic>
          <p:nvPicPr>
            <p:cNvPr id="572" name="Google Shape;572;p55"/>
            <p:cNvPicPr preferRelativeResize="0"/>
            <p:nvPr/>
          </p:nvPicPr>
          <p:blipFill>
            <a:blip r:embed="rId5">
              <a:alphaModFix/>
            </a:blip>
            <a:stretch>
              <a:fillRect/>
            </a:stretch>
          </p:blipFill>
          <p:spPr>
            <a:xfrm>
              <a:off x="2695279" y="22859"/>
              <a:ext cx="3848626" cy="1209667"/>
            </a:xfrm>
            <a:prstGeom prst="rect">
              <a:avLst/>
            </a:prstGeom>
            <a:noFill/>
            <a:ln>
              <a:noFill/>
            </a:ln>
          </p:spPr>
        </p:pic>
        <p:pic>
          <p:nvPicPr>
            <p:cNvPr id="573" name="Google Shape;573;p55"/>
            <p:cNvPicPr preferRelativeResize="0"/>
            <p:nvPr/>
          </p:nvPicPr>
          <p:blipFill rotWithShape="1">
            <a:blip r:embed="rId4">
              <a:alphaModFix/>
            </a:blip>
            <a:srcRect l="2363" b="9877"/>
            <a:stretch/>
          </p:blipFill>
          <p:spPr>
            <a:xfrm rot="5400000">
              <a:off x="-1391438" y="1391438"/>
              <a:ext cx="4200526" cy="1417650"/>
            </a:xfrm>
            <a:prstGeom prst="rect">
              <a:avLst/>
            </a:prstGeom>
            <a:noFill/>
            <a:ln>
              <a:noFill/>
            </a:ln>
          </p:spPr>
        </p:pic>
        <p:grpSp>
          <p:nvGrpSpPr>
            <p:cNvPr id="574" name="Google Shape;574;p55"/>
            <p:cNvGrpSpPr/>
            <p:nvPr/>
          </p:nvGrpSpPr>
          <p:grpSpPr>
            <a:xfrm>
              <a:off x="5136825" y="0"/>
              <a:ext cx="4073800" cy="5143501"/>
              <a:chOff x="5136825" y="0"/>
              <a:chExt cx="4073800" cy="5143501"/>
            </a:xfrm>
          </p:grpSpPr>
          <p:pic>
            <p:nvPicPr>
              <p:cNvPr id="575" name="Google Shape;575;p55"/>
              <p:cNvPicPr preferRelativeResize="0"/>
              <p:nvPr/>
            </p:nvPicPr>
            <p:blipFill rotWithShape="1">
              <a:blip r:embed="rId4">
                <a:alphaModFix/>
              </a:blip>
              <a:srcRect l="2363" b="9877"/>
              <a:stretch/>
            </p:blipFill>
            <p:spPr>
              <a:xfrm rot="10800000">
                <a:off x="5136825" y="0"/>
                <a:ext cx="4073800" cy="1381126"/>
              </a:xfrm>
              <a:prstGeom prst="rect">
                <a:avLst/>
              </a:prstGeom>
              <a:noFill/>
              <a:ln>
                <a:noFill/>
              </a:ln>
            </p:spPr>
          </p:pic>
          <p:pic>
            <p:nvPicPr>
              <p:cNvPr id="576" name="Google Shape;576;p55"/>
              <p:cNvPicPr preferRelativeResize="0"/>
              <p:nvPr/>
            </p:nvPicPr>
            <p:blipFill rotWithShape="1">
              <a:blip r:embed="rId4">
                <a:alphaModFix/>
              </a:blip>
              <a:srcRect l="2363" b="9877"/>
              <a:stretch/>
            </p:blipFill>
            <p:spPr>
              <a:xfrm rot="-5400000">
                <a:off x="6349162" y="2334413"/>
                <a:ext cx="4200526" cy="1417650"/>
              </a:xfrm>
              <a:prstGeom prst="rect">
                <a:avLst/>
              </a:prstGeom>
              <a:noFill/>
              <a:ln>
                <a:noFill/>
              </a:ln>
            </p:spPr>
          </p:pic>
        </p:grpSp>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580"/>
        <p:cNvGrpSpPr/>
        <p:nvPr/>
      </p:nvGrpSpPr>
      <p:grpSpPr>
        <a:xfrm>
          <a:off x="0" y="0"/>
          <a:ext cx="0" cy="0"/>
          <a:chOff x="0" y="0"/>
          <a:chExt cx="0" cy="0"/>
        </a:xfrm>
      </p:grpSpPr>
      <p:sp>
        <p:nvSpPr>
          <p:cNvPr id="581" name="Google Shape;581;p56"/>
          <p:cNvSpPr txBox="1">
            <a:spLocks noGrp="1"/>
          </p:cNvSpPr>
          <p:nvPr>
            <p:ph type="title"/>
          </p:nvPr>
        </p:nvSpPr>
        <p:spPr>
          <a:xfrm>
            <a:off x="804175" y="1316575"/>
            <a:ext cx="3291600" cy="696600"/>
          </a:xfrm>
          <a:prstGeom prst="rect">
            <a:avLst/>
          </a:prstGeom>
        </p:spPr>
        <p:txBody>
          <a:bodyPr spcFirstLastPara="1" wrap="square" lIns="91425" tIns="91425" rIns="91425" bIns="0" anchor="b" anchorCtr="0">
            <a:noAutofit/>
          </a:bodyPr>
          <a:lstStyle/>
          <a:p>
            <a:pPr marL="0" lvl="0" indent="0" algn="l" rtl="0">
              <a:spcBef>
                <a:spcPts val="0"/>
              </a:spcBef>
              <a:spcAft>
                <a:spcPts val="0"/>
              </a:spcAft>
              <a:buNone/>
            </a:pPr>
            <a:r>
              <a:rPr lang="de"/>
              <a:t>9H 55M 23S</a:t>
            </a:r>
            <a:endParaRPr/>
          </a:p>
        </p:txBody>
      </p:sp>
      <p:sp>
        <p:nvSpPr>
          <p:cNvPr id="582" name="Google Shape;582;p56"/>
          <p:cNvSpPr txBox="1">
            <a:spLocks noGrp="1"/>
          </p:cNvSpPr>
          <p:nvPr>
            <p:ph type="subTitle" idx="1"/>
          </p:nvPr>
        </p:nvSpPr>
        <p:spPr>
          <a:xfrm>
            <a:off x="713225" y="2013175"/>
            <a:ext cx="3382500" cy="40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Jupiters Rotationsdauer</a:t>
            </a:r>
            <a:endParaRPr/>
          </a:p>
        </p:txBody>
      </p:sp>
      <p:sp>
        <p:nvSpPr>
          <p:cNvPr id="583" name="Google Shape;583;p56"/>
          <p:cNvSpPr txBox="1">
            <a:spLocks noGrp="1"/>
          </p:cNvSpPr>
          <p:nvPr>
            <p:ph type="title" idx="2"/>
          </p:nvPr>
        </p:nvSpPr>
        <p:spPr>
          <a:xfrm>
            <a:off x="5139225" y="1316575"/>
            <a:ext cx="3291600" cy="696600"/>
          </a:xfrm>
          <a:prstGeom prst="rect">
            <a:avLst/>
          </a:prstGeom>
        </p:spPr>
        <p:txBody>
          <a:bodyPr spcFirstLastPara="1" wrap="square" lIns="91425" tIns="91425" rIns="91425" bIns="0" anchor="b" anchorCtr="0">
            <a:noAutofit/>
          </a:bodyPr>
          <a:lstStyle/>
          <a:p>
            <a:pPr marL="0" lvl="0" indent="0" algn="l" rtl="0">
              <a:spcBef>
                <a:spcPts val="0"/>
              </a:spcBef>
              <a:spcAft>
                <a:spcPts val="0"/>
              </a:spcAft>
              <a:buNone/>
            </a:pPr>
            <a:r>
              <a:rPr lang="de"/>
              <a:t>333 000,000</a:t>
            </a:r>
            <a:endParaRPr/>
          </a:p>
        </p:txBody>
      </p:sp>
      <p:sp>
        <p:nvSpPr>
          <p:cNvPr id="584" name="Google Shape;584;p56"/>
          <p:cNvSpPr txBox="1">
            <a:spLocks noGrp="1"/>
          </p:cNvSpPr>
          <p:nvPr>
            <p:ph type="subTitle" idx="3"/>
          </p:nvPr>
        </p:nvSpPr>
        <p:spPr>
          <a:xfrm>
            <a:off x="5048275" y="2013272"/>
            <a:ext cx="3382500" cy="40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Erden passen in die Sonne</a:t>
            </a:r>
            <a:endParaRPr/>
          </a:p>
        </p:txBody>
      </p:sp>
      <p:sp>
        <p:nvSpPr>
          <p:cNvPr id="585" name="Google Shape;585;p56"/>
          <p:cNvSpPr txBox="1">
            <a:spLocks noGrp="1"/>
          </p:cNvSpPr>
          <p:nvPr>
            <p:ph type="title" idx="4"/>
          </p:nvPr>
        </p:nvSpPr>
        <p:spPr>
          <a:xfrm>
            <a:off x="2971700" y="3093075"/>
            <a:ext cx="3291600" cy="696600"/>
          </a:xfrm>
          <a:prstGeom prst="rect">
            <a:avLst/>
          </a:prstGeom>
        </p:spPr>
        <p:txBody>
          <a:bodyPr spcFirstLastPara="1" wrap="square" lIns="91425" tIns="91425" rIns="91425" bIns="0" anchor="b" anchorCtr="0">
            <a:noAutofit/>
          </a:bodyPr>
          <a:lstStyle/>
          <a:p>
            <a:pPr marL="0" lvl="0" indent="0" algn="l" rtl="0">
              <a:spcBef>
                <a:spcPts val="0"/>
              </a:spcBef>
              <a:spcAft>
                <a:spcPts val="0"/>
              </a:spcAft>
              <a:buNone/>
            </a:pPr>
            <a:r>
              <a:rPr lang="de"/>
              <a:t>386 000 KM</a:t>
            </a:r>
            <a:endParaRPr/>
          </a:p>
        </p:txBody>
      </p:sp>
      <p:sp>
        <p:nvSpPr>
          <p:cNvPr id="586" name="Google Shape;586;p56"/>
          <p:cNvSpPr txBox="1">
            <a:spLocks noGrp="1"/>
          </p:cNvSpPr>
          <p:nvPr>
            <p:ph type="subTitle" idx="5"/>
          </p:nvPr>
        </p:nvSpPr>
        <p:spPr>
          <a:xfrm>
            <a:off x="2880750" y="3789575"/>
            <a:ext cx="3382500" cy="40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Entfernung zwischen Erde und Mond</a:t>
            </a:r>
            <a:endParaRPr/>
          </a:p>
        </p:txBody>
      </p:sp>
      <p:pic>
        <p:nvPicPr>
          <p:cNvPr id="587" name="Google Shape;587;p56"/>
          <p:cNvPicPr preferRelativeResize="0"/>
          <p:nvPr/>
        </p:nvPicPr>
        <p:blipFill rotWithShape="1">
          <a:blip r:embed="rId3">
            <a:alphaModFix/>
          </a:blip>
          <a:srcRect l="-6101" b="30055"/>
          <a:stretch/>
        </p:blipFill>
        <p:spPr>
          <a:xfrm>
            <a:off x="3121150" y="4656746"/>
            <a:ext cx="3212008" cy="491625"/>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591"/>
        <p:cNvGrpSpPr/>
        <p:nvPr/>
      </p:nvGrpSpPr>
      <p:grpSpPr>
        <a:xfrm>
          <a:off x="0" y="0"/>
          <a:ext cx="0" cy="0"/>
          <a:chOff x="0" y="0"/>
          <a:chExt cx="0" cy="0"/>
        </a:xfrm>
      </p:grpSpPr>
      <p:sp>
        <p:nvSpPr>
          <p:cNvPr id="592" name="Google Shape;592;p57"/>
          <p:cNvSpPr/>
          <p:nvPr/>
        </p:nvSpPr>
        <p:spPr>
          <a:xfrm>
            <a:off x="813059" y="1717550"/>
            <a:ext cx="819900" cy="819900"/>
          </a:xfrm>
          <a:prstGeom prst="ellipse">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593" name="Google Shape;593;p5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PROZENTSÄTZE</a:t>
            </a:r>
            <a:endParaRPr/>
          </a:p>
        </p:txBody>
      </p:sp>
      <p:sp>
        <p:nvSpPr>
          <p:cNvPr id="594" name="Google Shape;594;p57"/>
          <p:cNvSpPr txBox="1"/>
          <p:nvPr/>
        </p:nvSpPr>
        <p:spPr>
          <a:xfrm>
            <a:off x="714392" y="2858200"/>
            <a:ext cx="1143300" cy="4890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MERKUR</a:t>
            </a:r>
            <a:endParaRPr sz="1800" b="1">
              <a:solidFill>
                <a:schemeClr val="dk1"/>
              </a:solidFill>
              <a:latin typeface="IBM Plex Mono"/>
              <a:ea typeface="IBM Plex Mono"/>
              <a:cs typeface="IBM Plex Mono"/>
              <a:sym typeface="IBM Plex Mono"/>
            </a:endParaRPr>
          </a:p>
        </p:txBody>
      </p:sp>
      <p:sp>
        <p:nvSpPr>
          <p:cNvPr id="595" name="Google Shape;595;p57"/>
          <p:cNvSpPr txBox="1"/>
          <p:nvPr/>
        </p:nvSpPr>
        <p:spPr>
          <a:xfrm>
            <a:off x="714383" y="3270976"/>
            <a:ext cx="1979400" cy="1015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Merkur ist der sonnennächste </a:t>
            </a:r>
            <a:r>
              <a:rPr lang="de" b="1">
                <a:solidFill>
                  <a:schemeClr val="dk1"/>
                </a:solidFill>
                <a:latin typeface="Archivo"/>
                <a:ea typeface="Archivo"/>
                <a:cs typeface="Archivo"/>
                <a:sym typeface="Archivo"/>
              </a:rPr>
              <a:t>Planet und der kleinste von allen</a:t>
            </a:r>
            <a:endParaRPr b="1">
              <a:solidFill>
                <a:schemeClr val="dk1"/>
              </a:solidFill>
              <a:latin typeface="Archivo"/>
              <a:ea typeface="Archivo"/>
              <a:cs typeface="Archivo"/>
              <a:sym typeface="Archivo"/>
            </a:endParaRPr>
          </a:p>
        </p:txBody>
      </p:sp>
      <p:sp>
        <p:nvSpPr>
          <p:cNvPr id="596" name="Google Shape;596;p57"/>
          <p:cNvSpPr/>
          <p:nvPr/>
        </p:nvSpPr>
        <p:spPr>
          <a:xfrm>
            <a:off x="895709" y="1800200"/>
            <a:ext cx="654600" cy="654600"/>
          </a:xfrm>
          <a:prstGeom prst="pie">
            <a:avLst>
              <a:gd name="adj1" fmla="val 16210780"/>
              <a:gd name="adj2" fmla="val 2159521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597" name="Google Shape;597;p57"/>
          <p:cNvSpPr txBox="1">
            <a:spLocks noGrp="1"/>
          </p:cNvSpPr>
          <p:nvPr>
            <p:ph type="title" idx="4294967295"/>
          </p:nvPr>
        </p:nvSpPr>
        <p:spPr>
          <a:xfrm>
            <a:off x="1857725" y="1921700"/>
            <a:ext cx="7548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25%</a:t>
            </a:r>
            <a:endParaRPr sz="2000">
              <a:solidFill>
                <a:schemeClr val="accent3"/>
              </a:solidFill>
            </a:endParaRPr>
          </a:p>
        </p:txBody>
      </p:sp>
      <p:cxnSp>
        <p:nvCxnSpPr>
          <p:cNvPr id="598" name="Google Shape;598;p57"/>
          <p:cNvCxnSpPr>
            <a:stCxn id="592" idx="6"/>
            <a:endCxn id="597" idx="1"/>
          </p:cNvCxnSpPr>
          <p:nvPr/>
        </p:nvCxnSpPr>
        <p:spPr>
          <a:xfrm>
            <a:off x="1632959" y="2127500"/>
            <a:ext cx="224700" cy="600"/>
          </a:xfrm>
          <a:prstGeom prst="bentConnector3">
            <a:avLst>
              <a:gd name="adj1" fmla="val 50015"/>
            </a:avLst>
          </a:prstGeom>
          <a:noFill/>
          <a:ln w="9525" cap="flat" cmpd="sng">
            <a:solidFill>
              <a:schemeClr val="accent3"/>
            </a:solidFill>
            <a:prstDash val="solid"/>
            <a:round/>
            <a:headEnd type="none" w="med" len="med"/>
            <a:tailEnd type="none" w="med" len="med"/>
          </a:ln>
        </p:spPr>
      </p:cxnSp>
      <p:cxnSp>
        <p:nvCxnSpPr>
          <p:cNvPr id="599" name="Google Shape;599;p57"/>
          <p:cNvCxnSpPr>
            <a:stCxn id="597" idx="3"/>
            <a:endCxn id="594" idx="3"/>
          </p:cNvCxnSpPr>
          <p:nvPr/>
        </p:nvCxnSpPr>
        <p:spPr>
          <a:xfrm flipH="1">
            <a:off x="1857725" y="2127500"/>
            <a:ext cx="754800" cy="975300"/>
          </a:xfrm>
          <a:prstGeom prst="bentConnector3">
            <a:avLst>
              <a:gd name="adj1" fmla="val -31548"/>
            </a:avLst>
          </a:prstGeom>
          <a:noFill/>
          <a:ln w="9525" cap="flat" cmpd="sng">
            <a:solidFill>
              <a:schemeClr val="accent3"/>
            </a:solidFill>
            <a:prstDash val="solid"/>
            <a:round/>
            <a:headEnd type="none" w="med" len="med"/>
            <a:tailEnd type="oval" w="med" len="med"/>
          </a:ln>
        </p:spPr>
      </p:cxnSp>
      <p:sp>
        <p:nvSpPr>
          <p:cNvPr id="600" name="Google Shape;600;p57"/>
          <p:cNvSpPr/>
          <p:nvPr/>
        </p:nvSpPr>
        <p:spPr>
          <a:xfrm>
            <a:off x="3613775" y="1717550"/>
            <a:ext cx="819900" cy="819900"/>
          </a:xfrm>
          <a:prstGeom prst="ellipse">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01" name="Google Shape;601;p57"/>
          <p:cNvSpPr txBox="1"/>
          <p:nvPr/>
        </p:nvSpPr>
        <p:spPr>
          <a:xfrm>
            <a:off x="3515109" y="2858200"/>
            <a:ext cx="1143300" cy="4890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VENUS</a:t>
            </a:r>
            <a:endParaRPr sz="1800" b="1">
              <a:solidFill>
                <a:schemeClr val="dk1"/>
              </a:solidFill>
              <a:latin typeface="IBM Plex Mono"/>
              <a:ea typeface="IBM Plex Mono"/>
              <a:cs typeface="IBM Plex Mono"/>
              <a:sym typeface="IBM Plex Mono"/>
            </a:endParaRPr>
          </a:p>
        </p:txBody>
      </p:sp>
      <p:sp>
        <p:nvSpPr>
          <p:cNvPr id="602" name="Google Shape;602;p57"/>
          <p:cNvSpPr txBox="1"/>
          <p:nvPr/>
        </p:nvSpPr>
        <p:spPr>
          <a:xfrm>
            <a:off x="3515100" y="3270976"/>
            <a:ext cx="1979400" cy="1015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Die Venus ist der zweite Planet des Sonnensystems und der drittkleinste</a:t>
            </a:r>
            <a:endParaRPr>
              <a:solidFill>
                <a:schemeClr val="dk1"/>
              </a:solidFill>
              <a:latin typeface="Archivo"/>
              <a:ea typeface="Archivo"/>
              <a:cs typeface="Archivo"/>
              <a:sym typeface="Archivo"/>
            </a:endParaRPr>
          </a:p>
        </p:txBody>
      </p:sp>
      <p:sp>
        <p:nvSpPr>
          <p:cNvPr id="603" name="Google Shape;603;p57"/>
          <p:cNvSpPr/>
          <p:nvPr/>
        </p:nvSpPr>
        <p:spPr>
          <a:xfrm>
            <a:off x="3696425" y="1800200"/>
            <a:ext cx="654600" cy="654600"/>
          </a:xfrm>
          <a:prstGeom prst="pie">
            <a:avLst>
              <a:gd name="adj1" fmla="val 16210780"/>
              <a:gd name="adj2" fmla="val 5381514"/>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04" name="Google Shape;604;p57"/>
          <p:cNvSpPr txBox="1">
            <a:spLocks noGrp="1"/>
          </p:cNvSpPr>
          <p:nvPr>
            <p:ph type="title" idx="4294967295"/>
          </p:nvPr>
        </p:nvSpPr>
        <p:spPr>
          <a:xfrm>
            <a:off x="4658442" y="1921700"/>
            <a:ext cx="7548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50%</a:t>
            </a:r>
            <a:endParaRPr sz="2000">
              <a:solidFill>
                <a:schemeClr val="accent3"/>
              </a:solidFill>
            </a:endParaRPr>
          </a:p>
        </p:txBody>
      </p:sp>
      <p:cxnSp>
        <p:nvCxnSpPr>
          <p:cNvPr id="605" name="Google Shape;605;p57"/>
          <p:cNvCxnSpPr>
            <a:stCxn id="600" idx="6"/>
            <a:endCxn id="604" idx="1"/>
          </p:cNvCxnSpPr>
          <p:nvPr/>
        </p:nvCxnSpPr>
        <p:spPr>
          <a:xfrm>
            <a:off x="4433675" y="2127500"/>
            <a:ext cx="224700" cy="600"/>
          </a:xfrm>
          <a:prstGeom prst="bentConnector3">
            <a:avLst>
              <a:gd name="adj1" fmla="val 50015"/>
            </a:avLst>
          </a:prstGeom>
          <a:noFill/>
          <a:ln w="9525" cap="flat" cmpd="sng">
            <a:solidFill>
              <a:schemeClr val="accent3"/>
            </a:solidFill>
            <a:prstDash val="solid"/>
            <a:round/>
            <a:headEnd type="none" w="med" len="med"/>
            <a:tailEnd type="none" w="med" len="med"/>
          </a:ln>
        </p:spPr>
      </p:cxnSp>
      <p:cxnSp>
        <p:nvCxnSpPr>
          <p:cNvPr id="606" name="Google Shape;606;p57"/>
          <p:cNvCxnSpPr>
            <a:stCxn id="604" idx="3"/>
            <a:endCxn id="601" idx="3"/>
          </p:cNvCxnSpPr>
          <p:nvPr/>
        </p:nvCxnSpPr>
        <p:spPr>
          <a:xfrm flipH="1">
            <a:off x="4658442" y="2127500"/>
            <a:ext cx="754800" cy="975300"/>
          </a:xfrm>
          <a:prstGeom prst="bentConnector3">
            <a:avLst>
              <a:gd name="adj1" fmla="val -31548"/>
            </a:avLst>
          </a:prstGeom>
          <a:noFill/>
          <a:ln w="9525" cap="flat" cmpd="sng">
            <a:solidFill>
              <a:schemeClr val="accent3"/>
            </a:solidFill>
            <a:prstDash val="solid"/>
            <a:round/>
            <a:headEnd type="none" w="med" len="med"/>
            <a:tailEnd type="oval" w="med" len="med"/>
          </a:ln>
        </p:spPr>
      </p:cxnSp>
      <p:sp>
        <p:nvSpPr>
          <p:cNvPr id="607" name="Google Shape;607;p57"/>
          <p:cNvSpPr/>
          <p:nvPr/>
        </p:nvSpPr>
        <p:spPr>
          <a:xfrm>
            <a:off x="6403259" y="1717550"/>
            <a:ext cx="819900" cy="819900"/>
          </a:xfrm>
          <a:prstGeom prst="ellipse">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08" name="Google Shape;608;p57"/>
          <p:cNvSpPr txBox="1"/>
          <p:nvPr/>
        </p:nvSpPr>
        <p:spPr>
          <a:xfrm>
            <a:off x="6304592" y="2858200"/>
            <a:ext cx="1143300" cy="4890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JUPITER</a:t>
            </a:r>
            <a:endParaRPr sz="1800" b="1">
              <a:solidFill>
                <a:schemeClr val="dk1"/>
              </a:solidFill>
              <a:latin typeface="IBM Plex Mono"/>
              <a:ea typeface="IBM Plex Mono"/>
              <a:cs typeface="IBM Plex Mono"/>
              <a:sym typeface="IBM Plex Mono"/>
            </a:endParaRPr>
          </a:p>
        </p:txBody>
      </p:sp>
      <p:sp>
        <p:nvSpPr>
          <p:cNvPr id="609" name="Google Shape;609;p57"/>
          <p:cNvSpPr txBox="1"/>
          <p:nvPr/>
        </p:nvSpPr>
        <p:spPr>
          <a:xfrm>
            <a:off x="6304583" y="3270976"/>
            <a:ext cx="1979400" cy="1015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Jupiter ist ein Gasriese und </a:t>
            </a:r>
            <a:r>
              <a:rPr lang="de" b="1">
                <a:solidFill>
                  <a:schemeClr val="dk1"/>
                </a:solidFill>
                <a:latin typeface="Archivo"/>
                <a:ea typeface="Archivo"/>
                <a:cs typeface="Archivo"/>
                <a:sym typeface="Archivo"/>
              </a:rPr>
              <a:t>der größte Planet</a:t>
            </a:r>
            <a:r>
              <a:rPr lang="de">
                <a:solidFill>
                  <a:schemeClr val="dk1"/>
                </a:solidFill>
                <a:latin typeface="Archivo"/>
                <a:ea typeface="Archivo"/>
                <a:cs typeface="Archivo"/>
                <a:sym typeface="Archivo"/>
              </a:rPr>
              <a:t> in unserem Sonnensystem</a:t>
            </a:r>
            <a:endParaRPr>
              <a:solidFill>
                <a:schemeClr val="dk1"/>
              </a:solidFill>
              <a:latin typeface="Archivo"/>
              <a:ea typeface="Archivo"/>
              <a:cs typeface="Archivo"/>
              <a:sym typeface="Archivo"/>
            </a:endParaRPr>
          </a:p>
        </p:txBody>
      </p:sp>
      <p:sp>
        <p:nvSpPr>
          <p:cNvPr id="610" name="Google Shape;610;p57"/>
          <p:cNvSpPr/>
          <p:nvPr/>
        </p:nvSpPr>
        <p:spPr>
          <a:xfrm>
            <a:off x="6485909" y="1800200"/>
            <a:ext cx="654600" cy="654600"/>
          </a:xfrm>
          <a:prstGeom prst="pie">
            <a:avLst>
              <a:gd name="adj1" fmla="val 16210780"/>
              <a:gd name="adj2" fmla="val 10822497"/>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11" name="Google Shape;611;p57"/>
          <p:cNvSpPr txBox="1">
            <a:spLocks noGrp="1"/>
          </p:cNvSpPr>
          <p:nvPr>
            <p:ph type="title" idx="4294967295"/>
          </p:nvPr>
        </p:nvSpPr>
        <p:spPr>
          <a:xfrm>
            <a:off x="7447925" y="1921700"/>
            <a:ext cx="7548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75%</a:t>
            </a:r>
            <a:endParaRPr sz="2000">
              <a:solidFill>
                <a:schemeClr val="accent3"/>
              </a:solidFill>
            </a:endParaRPr>
          </a:p>
        </p:txBody>
      </p:sp>
      <p:cxnSp>
        <p:nvCxnSpPr>
          <p:cNvPr id="612" name="Google Shape;612;p57"/>
          <p:cNvCxnSpPr>
            <a:stCxn id="607" idx="6"/>
            <a:endCxn id="611" idx="1"/>
          </p:cNvCxnSpPr>
          <p:nvPr/>
        </p:nvCxnSpPr>
        <p:spPr>
          <a:xfrm>
            <a:off x="7223159" y="2127500"/>
            <a:ext cx="224700" cy="600"/>
          </a:xfrm>
          <a:prstGeom prst="bentConnector3">
            <a:avLst>
              <a:gd name="adj1" fmla="val 50015"/>
            </a:avLst>
          </a:prstGeom>
          <a:noFill/>
          <a:ln w="9525" cap="flat" cmpd="sng">
            <a:solidFill>
              <a:schemeClr val="accent3"/>
            </a:solidFill>
            <a:prstDash val="solid"/>
            <a:round/>
            <a:headEnd type="none" w="med" len="med"/>
            <a:tailEnd type="none" w="med" len="med"/>
          </a:ln>
        </p:spPr>
      </p:cxnSp>
      <p:cxnSp>
        <p:nvCxnSpPr>
          <p:cNvPr id="613" name="Google Shape;613;p57"/>
          <p:cNvCxnSpPr>
            <a:stCxn id="611" idx="3"/>
            <a:endCxn id="608" idx="3"/>
          </p:cNvCxnSpPr>
          <p:nvPr/>
        </p:nvCxnSpPr>
        <p:spPr>
          <a:xfrm flipH="1">
            <a:off x="7447925" y="2127500"/>
            <a:ext cx="754800" cy="975300"/>
          </a:xfrm>
          <a:prstGeom prst="bentConnector3">
            <a:avLst>
              <a:gd name="adj1" fmla="val -31548"/>
            </a:avLst>
          </a:prstGeom>
          <a:noFill/>
          <a:ln w="9525" cap="flat" cmpd="sng">
            <a:solidFill>
              <a:schemeClr val="accent3"/>
            </a:solidFill>
            <a:prstDash val="solid"/>
            <a:round/>
            <a:headEnd type="none" w="med" len="med"/>
            <a:tailEnd type="oval" w="med" len="med"/>
          </a:ln>
        </p:spPr>
      </p:cxn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grpSp>
        <p:nvGrpSpPr>
          <p:cNvPr id="618" name="Google Shape;618;p58"/>
          <p:cNvGrpSpPr/>
          <p:nvPr/>
        </p:nvGrpSpPr>
        <p:grpSpPr>
          <a:xfrm>
            <a:off x="4286070" y="1201907"/>
            <a:ext cx="4144136" cy="3004166"/>
            <a:chOff x="4184450" y="1409100"/>
            <a:chExt cx="3858600" cy="2797175"/>
          </a:xfrm>
        </p:grpSpPr>
        <p:sp>
          <p:nvSpPr>
            <p:cNvPr id="619" name="Google Shape;619;p58"/>
            <p:cNvSpPr/>
            <p:nvPr/>
          </p:nvSpPr>
          <p:spPr>
            <a:xfrm>
              <a:off x="5594975" y="3690175"/>
              <a:ext cx="1054500" cy="471600"/>
            </a:xfrm>
            <a:prstGeom prst="trapezoid">
              <a:avLst>
                <a:gd name="adj" fmla="val 3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20" name="Google Shape;620;p58"/>
            <p:cNvSpPr/>
            <p:nvPr/>
          </p:nvSpPr>
          <p:spPr>
            <a:xfrm>
              <a:off x="4184450" y="1409100"/>
              <a:ext cx="3858600" cy="2325300"/>
            </a:xfrm>
            <a:prstGeom prst="roundRect">
              <a:avLst>
                <a:gd name="adj" fmla="val 3381"/>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21" name="Google Shape;621;p58"/>
            <p:cNvSpPr/>
            <p:nvPr/>
          </p:nvSpPr>
          <p:spPr>
            <a:xfrm>
              <a:off x="5403275" y="4161875"/>
              <a:ext cx="1437900" cy="44400"/>
            </a:xfrm>
            <a:prstGeom prst="trapezoid">
              <a:avLst>
                <a:gd name="adj" fmla="val 0"/>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sp>
        <p:nvSpPr>
          <p:cNvPr id="622" name="Google Shape;622;p58"/>
          <p:cNvSpPr txBox="1">
            <a:spLocks noGrp="1"/>
          </p:cNvSpPr>
          <p:nvPr>
            <p:ph type="title"/>
          </p:nvPr>
        </p:nvSpPr>
        <p:spPr>
          <a:xfrm>
            <a:off x="713225" y="1528613"/>
            <a:ext cx="3015000" cy="1128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COMPUTER MOCKUP</a:t>
            </a:r>
            <a:endParaRPr/>
          </a:p>
        </p:txBody>
      </p:sp>
      <p:sp>
        <p:nvSpPr>
          <p:cNvPr id="623" name="Google Shape;623;p58"/>
          <p:cNvSpPr txBox="1">
            <a:spLocks noGrp="1"/>
          </p:cNvSpPr>
          <p:nvPr>
            <p:ph type="subTitle" idx="1"/>
          </p:nvPr>
        </p:nvSpPr>
        <p:spPr>
          <a:xfrm>
            <a:off x="713225" y="2580488"/>
            <a:ext cx="3015000" cy="1034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Du kannst das Bild auf dem Bildschirm durch dein eigenes Werk ersetzen. Rechtsklicke einfach darauf und wähle “Bild ersetzen”</a:t>
            </a:r>
            <a:endParaRPr/>
          </a:p>
        </p:txBody>
      </p:sp>
      <p:pic>
        <p:nvPicPr>
          <p:cNvPr id="624" name="Google Shape;624;p58"/>
          <p:cNvPicPr preferRelativeResize="0"/>
          <p:nvPr/>
        </p:nvPicPr>
        <p:blipFill>
          <a:blip r:embed="rId3">
            <a:alphaModFix/>
          </a:blip>
          <a:stretch>
            <a:fillRect/>
          </a:stretch>
        </p:blipFill>
        <p:spPr>
          <a:xfrm>
            <a:off x="4396687" y="1330351"/>
            <a:ext cx="3923501" cy="2206980"/>
          </a:xfrm>
          <a:prstGeom prst="rect">
            <a:avLst/>
          </a:prstGeom>
          <a:noFill/>
          <a:ln>
            <a:noFill/>
          </a:ln>
        </p:spPr>
      </p:pic>
      <p:sp>
        <p:nvSpPr>
          <p:cNvPr id="625" name="Google Shape;625;p58"/>
          <p:cNvSpPr/>
          <p:nvPr/>
        </p:nvSpPr>
        <p:spPr>
          <a:xfrm>
            <a:off x="4352950" y="3858675"/>
            <a:ext cx="3751950" cy="578525"/>
          </a:xfrm>
          <a:custGeom>
            <a:avLst/>
            <a:gdLst/>
            <a:ahLst/>
            <a:cxnLst/>
            <a:rect l="l" t="t" r="r" b="b"/>
            <a:pathLst>
              <a:path w="150078" h="23141" extrusionOk="0">
                <a:moveTo>
                  <a:pt x="0" y="23141"/>
                </a:moveTo>
                <a:lnTo>
                  <a:pt x="9211" y="13930"/>
                </a:lnTo>
                <a:lnTo>
                  <a:pt x="127611" y="13930"/>
                </a:lnTo>
                <a:lnTo>
                  <a:pt x="132611" y="5270"/>
                </a:lnTo>
                <a:lnTo>
                  <a:pt x="150078" y="5270"/>
                </a:lnTo>
                <a:lnTo>
                  <a:pt x="150078" y="0"/>
                </a:lnTo>
              </a:path>
            </a:pathLst>
          </a:custGeom>
          <a:noFill/>
          <a:ln w="9525" cap="flat" cmpd="sng">
            <a:solidFill>
              <a:schemeClr val="lt2"/>
            </a:solidFill>
            <a:prstDash val="solid"/>
            <a:round/>
            <a:headEnd type="none" w="med" len="med"/>
            <a:tailEnd type="oval" w="med" len="med"/>
          </a:ln>
        </p:spPr>
        <p:txBody>
          <a:bodyPr/>
          <a:lstStyle/>
          <a:p>
            <a:endParaRPr lang="en-GB"/>
          </a:p>
        </p:txBody>
      </p:sp>
      <p:grpSp>
        <p:nvGrpSpPr>
          <p:cNvPr id="626" name="Google Shape;626;p58"/>
          <p:cNvGrpSpPr/>
          <p:nvPr/>
        </p:nvGrpSpPr>
        <p:grpSpPr>
          <a:xfrm>
            <a:off x="7661200" y="3858675"/>
            <a:ext cx="2187725" cy="2316900"/>
            <a:chOff x="7739825" y="3914825"/>
            <a:chExt cx="2187725" cy="2316900"/>
          </a:xfrm>
        </p:grpSpPr>
        <p:cxnSp>
          <p:nvCxnSpPr>
            <p:cNvPr id="627" name="Google Shape;627;p58"/>
            <p:cNvCxnSpPr/>
            <p:nvPr/>
          </p:nvCxnSpPr>
          <p:spPr>
            <a:xfrm>
              <a:off x="7739825" y="3914825"/>
              <a:ext cx="1710300" cy="1710300"/>
            </a:xfrm>
            <a:prstGeom prst="straightConnector1">
              <a:avLst/>
            </a:prstGeom>
            <a:noFill/>
            <a:ln w="9525" cap="flat" cmpd="sng">
              <a:solidFill>
                <a:schemeClr val="accent1"/>
              </a:solidFill>
              <a:prstDash val="solid"/>
              <a:round/>
              <a:headEnd type="oval" w="med" len="med"/>
              <a:tailEnd type="none" w="med" len="med"/>
            </a:ln>
          </p:spPr>
        </p:cxnSp>
        <p:cxnSp>
          <p:nvCxnSpPr>
            <p:cNvPr id="628" name="Google Shape;628;p58"/>
            <p:cNvCxnSpPr/>
            <p:nvPr/>
          </p:nvCxnSpPr>
          <p:spPr>
            <a:xfrm>
              <a:off x="8104900" y="4083325"/>
              <a:ext cx="1710300" cy="1710300"/>
            </a:xfrm>
            <a:prstGeom prst="straightConnector1">
              <a:avLst/>
            </a:prstGeom>
            <a:noFill/>
            <a:ln w="9525" cap="flat" cmpd="sng">
              <a:solidFill>
                <a:schemeClr val="dk2"/>
              </a:solidFill>
              <a:prstDash val="solid"/>
              <a:round/>
              <a:headEnd type="oval" w="med" len="med"/>
              <a:tailEnd type="none" w="med" len="med"/>
            </a:ln>
          </p:spPr>
        </p:cxnSp>
        <p:cxnSp>
          <p:nvCxnSpPr>
            <p:cNvPr id="629" name="Google Shape;629;p58"/>
            <p:cNvCxnSpPr/>
            <p:nvPr/>
          </p:nvCxnSpPr>
          <p:spPr>
            <a:xfrm>
              <a:off x="8217250" y="4521425"/>
              <a:ext cx="1710300" cy="1710300"/>
            </a:xfrm>
            <a:prstGeom prst="straightConnector1">
              <a:avLst/>
            </a:prstGeom>
            <a:noFill/>
            <a:ln w="9525" cap="flat" cmpd="sng">
              <a:solidFill>
                <a:schemeClr val="dk2"/>
              </a:solidFill>
              <a:prstDash val="solid"/>
              <a:round/>
              <a:headEnd type="oval" w="med" len="med"/>
              <a:tailEnd type="none" w="med" len="med"/>
            </a:ln>
          </p:spPr>
        </p:cxn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33"/>
        <p:cNvGrpSpPr/>
        <p:nvPr/>
      </p:nvGrpSpPr>
      <p:grpSpPr>
        <a:xfrm>
          <a:off x="0" y="0"/>
          <a:ext cx="0" cy="0"/>
          <a:chOff x="0" y="0"/>
          <a:chExt cx="0" cy="0"/>
        </a:xfrm>
      </p:grpSpPr>
      <p:grpSp>
        <p:nvGrpSpPr>
          <p:cNvPr id="634" name="Google Shape;634;p59"/>
          <p:cNvGrpSpPr/>
          <p:nvPr/>
        </p:nvGrpSpPr>
        <p:grpSpPr>
          <a:xfrm>
            <a:off x="713225" y="1589375"/>
            <a:ext cx="4263300" cy="2497500"/>
            <a:chOff x="713225" y="1201900"/>
            <a:chExt cx="4263300" cy="2497500"/>
          </a:xfrm>
        </p:grpSpPr>
        <p:sp>
          <p:nvSpPr>
            <p:cNvPr id="635" name="Google Shape;635;p59"/>
            <p:cNvSpPr/>
            <p:nvPr/>
          </p:nvSpPr>
          <p:spPr>
            <a:xfrm>
              <a:off x="713225" y="1201900"/>
              <a:ext cx="4263300" cy="2497500"/>
            </a:xfrm>
            <a:prstGeom prst="roundRect">
              <a:avLst>
                <a:gd name="adj" fmla="val 3381"/>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36" name="Google Shape;636;p59"/>
            <p:cNvSpPr/>
            <p:nvPr/>
          </p:nvSpPr>
          <p:spPr>
            <a:xfrm>
              <a:off x="4796900" y="2318550"/>
              <a:ext cx="106500" cy="506400"/>
            </a:xfrm>
            <a:prstGeom prst="trapezoid">
              <a:avLst>
                <a:gd name="adj" fmla="val 0"/>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sp>
        <p:nvSpPr>
          <p:cNvPr id="637" name="Google Shape;637;p59"/>
          <p:cNvSpPr txBox="1">
            <a:spLocks noGrp="1"/>
          </p:cNvSpPr>
          <p:nvPr>
            <p:ph type="title"/>
          </p:nvPr>
        </p:nvSpPr>
        <p:spPr>
          <a:xfrm>
            <a:off x="5415775" y="1943370"/>
            <a:ext cx="3015000" cy="7134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de"/>
              <a:t>TABLET MOCKUP</a:t>
            </a:r>
            <a:endParaRPr/>
          </a:p>
        </p:txBody>
      </p:sp>
      <p:sp>
        <p:nvSpPr>
          <p:cNvPr id="638" name="Google Shape;638;p59"/>
          <p:cNvSpPr txBox="1">
            <a:spLocks noGrp="1"/>
          </p:cNvSpPr>
          <p:nvPr>
            <p:ph type="subTitle" idx="1"/>
          </p:nvPr>
        </p:nvSpPr>
        <p:spPr>
          <a:xfrm>
            <a:off x="5415775" y="2580488"/>
            <a:ext cx="3015000" cy="10344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de"/>
              <a:t>Du kannst das Bild auf dem Bildschirm durch dein eigenes Werk ersetzen. Rechtsklicke einfach darauf und wähle “Bild ersetzen”</a:t>
            </a:r>
            <a:endParaRPr/>
          </a:p>
        </p:txBody>
      </p:sp>
      <p:pic>
        <p:nvPicPr>
          <p:cNvPr id="639" name="Google Shape;639;p59"/>
          <p:cNvPicPr preferRelativeResize="0"/>
          <p:nvPr/>
        </p:nvPicPr>
        <p:blipFill rotWithShape="1">
          <a:blip r:embed="rId3">
            <a:alphaModFix/>
          </a:blip>
          <a:srcRect/>
          <a:stretch/>
        </p:blipFill>
        <p:spPr>
          <a:xfrm>
            <a:off x="801362" y="1717826"/>
            <a:ext cx="3923501" cy="2206980"/>
          </a:xfrm>
          <a:prstGeom prst="rect">
            <a:avLst/>
          </a:prstGeom>
          <a:noFill/>
          <a:ln>
            <a:noFill/>
          </a:ln>
        </p:spPr>
      </p:pic>
      <p:sp>
        <p:nvSpPr>
          <p:cNvPr id="640" name="Google Shape;640;p59"/>
          <p:cNvSpPr/>
          <p:nvPr/>
        </p:nvSpPr>
        <p:spPr>
          <a:xfrm>
            <a:off x="185350" y="3628575"/>
            <a:ext cx="5071900" cy="599975"/>
          </a:xfrm>
          <a:custGeom>
            <a:avLst/>
            <a:gdLst/>
            <a:ahLst/>
            <a:cxnLst/>
            <a:rect l="l" t="t" r="r" b="b"/>
            <a:pathLst>
              <a:path w="202876" h="23999" extrusionOk="0">
                <a:moveTo>
                  <a:pt x="0" y="0"/>
                </a:moveTo>
                <a:lnTo>
                  <a:pt x="18647" y="18648"/>
                </a:lnTo>
                <a:lnTo>
                  <a:pt x="57964" y="18648"/>
                </a:lnTo>
                <a:lnTo>
                  <a:pt x="67233" y="23999"/>
                </a:lnTo>
                <a:lnTo>
                  <a:pt x="97731" y="23999"/>
                </a:lnTo>
                <a:lnTo>
                  <a:pt x="107773" y="18201"/>
                </a:lnTo>
                <a:lnTo>
                  <a:pt x="202876" y="18201"/>
                </a:lnTo>
              </a:path>
            </a:pathLst>
          </a:custGeom>
          <a:noFill/>
          <a:ln w="9525" cap="flat" cmpd="sng">
            <a:solidFill>
              <a:schemeClr val="lt2"/>
            </a:solidFill>
            <a:prstDash val="solid"/>
            <a:round/>
            <a:headEnd type="none" w="med" len="med"/>
            <a:tailEnd type="oval" w="med" len="med"/>
          </a:ln>
        </p:spPr>
        <p:txBody>
          <a:bodyPr/>
          <a:lstStyle/>
          <a:p>
            <a:endParaRPr lang="en-GB"/>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44"/>
        <p:cNvGrpSpPr/>
        <p:nvPr/>
      </p:nvGrpSpPr>
      <p:grpSpPr>
        <a:xfrm>
          <a:off x="0" y="0"/>
          <a:ext cx="0" cy="0"/>
          <a:chOff x="0" y="0"/>
          <a:chExt cx="0" cy="0"/>
        </a:xfrm>
      </p:grpSpPr>
      <p:sp>
        <p:nvSpPr>
          <p:cNvPr id="645" name="Google Shape;645;p60"/>
          <p:cNvSpPr txBox="1">
            <a:spLocks noGrp="1"/>
          </p:cNvSpPr>
          <p:nvPr>
            <p:ph type="title"/>
          </p:nvPr>
        </p:nvSpPr>
        <p:spPr>
          <a:xfrm>
            <a:off x="713225" y="1528613"/>
            <a:ext cx="3015000" cy="1128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SMARTPHONE MOCKUP</a:t>
            </a:r>
            <a:endParaRPr/>
          </a:p>
        </p:txBody>
      </p:sp>
      <p:sp>
        <p:nvSpPr>
          <p:cNvPr id="646" name="Google Shape;646;p60"/>
          <p:cNvSpPr txBox="1">
            <a:spLocks noGrp="1"/>
          </p:cNvSpPr>
          <p:nvPr>
            <p:ph type="subTitle" idx="1"/>
          </p:nvPr>
        </p:nvSpPr>
        <p:spPr>
          <a:xfrm>
            <a:off x="713225" y="2580488"/>
            <a:ext cx="3015000" cy="1034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Du kannst das Bild auf dem Bildschirm durch dein eigenes Werk ersetzen. Rechtsklicke einfach darauf und wähle “Bild ersetzen”</a:t>
            </a:r>
            <a:endParaRPr/>
          </a:p>
        </p:txBody>
      </p:sp>
      <p:grpSp>
        <p:nvGrpSpPr>
          <p:cNvPr id="647" name="Google Shape;647;p60"/>
          <p:cNvGrpSpPr/>
          <p:nvPr/>
        </p:nvGrpSpPr>
        <p:grpSpPr>
          <a:xfrm>
            <a:off x="5185080" y="998760"/>
            <a:ext cx="1740000" cy="3033000"/>
            <a:chOff x="5185080" y="998760"/>
            <a:chExt cx="1740000" cy="3033000"/>
          </a:xfrm>
        </p:grpSpPr>
        <p:sp>
          <p:nvSpPr>
            <p:cNvPr id="648" name="Google Shape;648;p60"/>
            <p:cNvSpPr/>
            <p:nvPr/>
          </p:nvSpPr>
          <p:spPr>
            <a:xfrm>
              <a:off x="5185080" y="998760"/>
              <a:ext cx="1740000" cy="3033000"/>
            </a:xfrm>
            <a:prstGeom prst="roundRect">
              <a:avLst>
                <a:gd name="adj" fmla="val 3381"/>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49" name="Google Shape;649;p60"/>
            <p:cNvSpPr/>
            <p:nvPr/>
          </p:nvSpPr>
          <p:spPr>
            <a:xfrm>
              <a:off x="5961691" y="3750196"/>
              <a:ext cx="186900" cy="199500"/>
            </a:xfrm>
            <a:prstGeom prst="trapezoid">
              <a:avLst>
                <a:gd name="adj" fmla="val 0"/>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pic>
        <p:nvPicPr>
          <p:cNvPr id="650" name="Google Shape;650;p60"/>
          <p:cNvPicPr preferRelativeResize="0">
            <a:picLocks noGrp="1"/>
          </p:cNvPicPr>
          <p:nvPr>
            <p:ph type="pic" idx="2"/>
          </p:nvPr>
        </p:nvPicPr>
        <p:blipFill rotWithShape="1">
          <a:blip r:embed="rId3">
            <a:alphaModFix/>
          </a:blip>
          <a:srcRect l="39930" r="20394"/>
          <a:stretch/>
        </p:blipFill>
        <p:spPr>
          <a:xfrm>
            <a:off x="5283077" y="1102691"/>
            <a:ext cx="1544100" cy="2564400"/>
          </a:xfrm>
          <a:prstGeom prst="rect">
            <a:avLst/>
          </a:prstGeom>
          <a:noFill/>
          <a:ln>
            <a:noFill/>
          </a:ln>
        </p:spPr>
      </p:pic>
      <p:pic>
        <p:nvPicPr>
          <p:cNvPr id="651" name="Google Shape;651;p60"/>
          <p:cNvPicPr preferRelativeResize="0"/>
          <p:nvPr/>
        </p:nvPicPr>
        <p:blipFill>
          <a:blip r:embed="rId4">
            <a:alphaModFix/>
          </a:blip>
          <a:stretch>
            <a:fillRect/>
          </a:stretch>
        </p:blipFill>
        <p:spPr>
          <a:xfrm>
            <a:off x="3465525" y="3996638"/>
            <a:ext cx="2881150" cy="866485"/>
          </a:xfrm>
          <a:prstGeom prst="rect">
            <a:avLst/>
          </a:prstGeom>
          <a:noFill/>
          <a:ln>
            <a:noFill/>
          </a:ln>
        </p:spPr>
      </p:pic>
      <p:sp>
        <p:nvSpPr>
          <p:cNvPr id="652" name="Google Shape;652;p60"/>
          <p:cNvSpPr/>
          <p:nvPr/>
        </p:nvSpPr>
        <p:spPr>
          <a:xfrm>
            <a:off x="2915075" y="4032800"/>
            <a:ext cx="4692750" cy="233100"/>
          </a:xfrm>
          <a:custGeom>
            <a:avLst/>
            <a:gdLst/>
            <a:ahLst/>
            <a:cxnLst/>
            <a:rect l="l" t="t" r="r" b="b"/>
            <a:pathLst>
              <a:path w="187710" h="9324" extrusionOk="0">
                <a:moveTo>
                  <a:pt x="0" y="6515"/>
                </a:moveTo>
                <a:lnTo>
                  <a:pt x="75039" y="6515"/>
                </a:lnTo>
                <a:lnTo>
                  <a:pt x="80880" y="0"/>
                </a:lnTo>
                <a:lnTo>
                  <a:pt x="178386" y="0"/>
                </a:lnTo>
                <a:lnTo>
                  <a:pt x="187710" y="9324"/>
                </a:lnTo>
              </a:path>
            </a:pathLst>
          </a:custGeom>
          <a:noFill/>
          <a:ln w="9525" cap="flat" cmpd="sng">
            <a:solidFill>
              <a:schemeClr val="dk2"/>
            </a:solidFill>
            <a:prstDash val="solid"/>
            <a:round/>
            <a:headEnd type="none" w="med" len="med"/>
            <a:tailEnd type="oval" w="med" len="med"/>
          </a:ln>
        </p:spPr>
        <p:txBody>
          <a:bodyPr/>
          <a:lstStyle/>
          <a:p>
            <a:endParaRPr lang="en-GB"/>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56"/>
        <p:cNvGrpSpPr/>
        <p:nvPr/>
      </p:nvGrpSpPr>
      <p:grpSpPr>
        <a:xfrm>
          <a:off x="0" y="0"/>
          <a:ext cx="0" cy="0"/>
          <a:chOff x="0" y="0"/>
          <a:chExt cx="0" cy="0"/>
        </a:xfrm>
      </p:grpSpPr>
      <p:sp>
        <p:nvSpPr>
          <p:cNvPr id="657" name="Google Shape;657;p6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DIES IST EINE KARTE</a:t>
            </a:r>
            <a:endParaRPr/>
          </a:p>
        </p:txBody>
      </p:sp>
      <p:grpSp>
        <p:nvGrpSpPr>
          <p:cNvPr id="658" name="Google Shape;658;p61"/>
          <p:cNvGrpSpPr/>
          <p:nvPr/>
        </p:nvGrpSpPr>
        <p:grpSpPr>
          <a:xfrm>
            <a:off x="718851" y="1687418"/>
            <a:ext cx="4615692" cy="2458947"/>
            <a:chOff x="233350" y="949250"/>
            <a:chExt cx="7137300" cy="3802300"/>
          </a:xfrm>
        </p:grpSpPr>
        <p:sp>
          <p:nvSpPr>
            <p:cNvPr id="659" name="Google Shape;659;p61"/>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61"/>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61"/>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61"/>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61"/>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61"/>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61"/>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61"/>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 name="Google Shape;667;p61"/>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61"/>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 name="Google Shape;669;p61"/>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 name="Google Shape;670;p61"/>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 name="Google Shape;671;p61"/>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 name="Google Shape;672;p61"/>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61"/>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61"/>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 name="Google Shape;675;p61"/>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61"/>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61"/>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61"/>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61"/>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61"/>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61"/>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61"/>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61"/>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 name="Google Shape;684;p61"/>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61"/>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61"/>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61"/>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61"/>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61"/>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61"/>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61"/>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61"/>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61"/>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 name="Google Shape;694;p61"/>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61"/>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 name="Google Shape;696;p61"/>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61"/>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61"/>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61"/>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61"/>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61"/>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 name="Google Shape;702;p61"/>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61"/>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61"/>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61"/>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61"/>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61"/>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61"/>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61"/>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0" name="Google Shape;710;p61"/>
          <p:cNvSpPr txBox="1"/>
          <p:nvPr/>
        </p:nvSpPr>
        <p:spPr>
          <a:xfrm>
            <a:off x="6220717" y="2766900"/>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Jupiter ist der größte Planet im Sonnensystem</a:t>
            </a:r>
            <a:endParaRPr>
              <a:solidFill>
                <a:schemeClr val="dk1"/>
              </a:solidFill>
              <a:latin typeface="Archivo"/>
              <a:ea typeface="Archivo"/>
              <a:cs typeface="Archivo"/>
              <a:sym typeface="Archivo"/>
            </a:endParaRPr>
          </a:p>
        </p:txBody>
      </p:sp>
      <p:sp>
        <p:nvSpPr>
          <p:cNvPr id="711" name="Google Shape;711;p61"/>
          <p:cNvSpPr txBox="1"/>
          <p:nvPr/>
        </p:nvSpPr>
        <p:spPr>
          <a:xfrm>
            <a:off x="6220717" y="1565201"/>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Merkur ist der </a:t>
            </a:r>
            <a:r>
              <a:rPr lang="de" b="1">
                <a:solidFill>
                  <a:schemeClr val="dk1"/>
                </a:solidFill>
                <a:latin typeface="Archivo"/>
                <a:ea typeface="Archivo"/>
                <a:cs typeface="Archivo"/>
                <a:sym typeface="Archivo"/>
              </a:rPr>
              <a:t>sonnennächste</a:t>
            </a:r>
            <a:r>
              <a:rPr lang="de">
                <a:solidFill>
                  <a:schemeClr val="dk1"/>
                </a:solidFill>
                <a:latin typeface="Archivo"/>
                <a:ea typeface="Archivo"/>
                <a:cs typeface="Archivo"/>
                <a:sym typeface="Archivo"/>
              </a:rPr>
              <a:t> Planet</a:t>
            </a:r>
            <a:endParaRPr>
              <a:solidFill>
                <a:schemeClr val="dk1"/>
              </a:solidFill>
              <a:latin typeface="Archivo"/>
              <a:ea typeface="Archivo"/>
              <a:cs typeface="Archivo"/>
              <a:sym typeface="Archivo"/>
            </a:endParaRPr>
          </a:p>
        </p:txBody>
      </p:sp>
      <p:sp>
        <p:nvSpPr>
          <p:cNvPr id="712" name="Google Shape;712;p61"/>
          <p:cNvSpPr txBox="1"/>
          <p:nvPr/>
        </p:nvSpPr>
        <p:spPr>
          <a:xfrm>
            <a:off x="6220639" y="3968588"/>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Saturn besteht aus Wasserstoff und </a:t>
            </a:r>
            <a:r>
              <a:rPr lang="de" b="1">
                <a:solidFill>
                  <a:schemeClr val="dk1"/>
                </a:solidFill>
                <a:latin typeface="Archivo"/>
                <a:ea typeface="Archivo"/>
                <a:cs typeface="Archivo"/>
                <a:sym typeface="Archivo"/>
              </a:rPr>
              <a:t>Helium</a:t>
            </a:r>
            <a:endParaRPr b="1">
              <a:solidFill>
                <a:schemeClr val="dk1"/>
              </a:solidFill>
              <a:latin typeface="Archivo"/>
              <a:ea typeface="Archivo"/>
              <a:cs typeface="Archivo"/>
              <a:sym typeface="Archivo"/>
            </a:endParaRPr>
          </a:p>
        </p:txBody>
      </p:sp>
      <p:sp>
        <p:nvSpPr>
          <p:cNvPr id="713" name="Google Shape;713;p61"/>
          <p:cNvSpPr txBox="1"/>
          <p:nvPr/>
        </p:nvSpPr>
        <p:spPr>
          <a:xfrm>
            <a:off x="6221693" y="1229788"/>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MERKUR</a:t>
            </a:r>
            <a:endParaRPr sz="1800" b="1">
              <a:solidFill>
                <a:schemeClr val="dk1"/>
              </a:solidFill>
              <a:latin typeface="IBM Plex Mono"/>
              <a:ea typeface="IBM Plex Mono"/>
              <a:cs typeface="IBM Plex Mono"/>
              <a:sym typeface="IBM Plex Mono"/>
            </a:endParaRPr>
          </a:p>
        </p:txBody>
      </p:sp>
      <p:sp>
        <p:nvSpPr>
          <p:cNvPr id="714" name="Google Shape;714;p61"/>
          <p:cNvSpPr txBox="1"/>
          <p:nvPr/>
        </p:nvSpPr>
        <p:spPr>
          <a:xfrm>
            <a:off x="6221718" y="2431500"/>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JUPITER</a:t>
            </a:r>
            <a:endParaRPr sz="1800" b="1">
              <a:solidFill>
                <a:schemeClr val="dk1"/>
              </a:solidFill>
              <a:latin typeface="IBM Plex Mono"/>
              <a:ea typeface="IBM Plex Mono"/>
              <a:cs typeface="IBM Plex Mono"/>
              <a:sym typeface="IBM Plex Mono"/>
            </a:endParaRPr>
          </a:p>
        </p:txBody>
      </p:sp>
      <p:sp>
        <p:nvSpPr>
          <p:cNvPr id="715" name="Google Shape;715;p61"/>
          <p:cNvSpPr txBox="1"/>
          <p:nvPr/>
        </p:nvSpPr>
        <p:spPr>
          <a:xfrm>
            <a:off x="6221640" y="3633188"/>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SATURN</a:t>
            </a:r>
            <a:endParaRPr sz="1800" b="1">
              <a:solidFill>
                <a:schemeClr val="dk1"/>
              </a:solidFill>
              <a:latin typeface="IBM Plex Mono"/>
              <a:ea typeface="IBM Plex Mono"/>
              <a:cs typeface="IBM Plex Mono"/>
              <a:sym typeface="IBM Plex Mono"/>
            </a:endParaRPr>
          </a:p>
        </p:txBody>
      </p:sp>
      <p:sp>
        <p:nvSpPr>
          <p:cNvPr id="716" name="Google Shape;716;p61"/>
          <p:cNvSpPr/>
          <p:nvPr/>
        </p:nvSpPr>
        <p:spPr>
          <a:xfrm>
            <a:off x="1235650" y="2200600"/>
            <a:ext cx="179700" cy="179700"/>
          </a:xfrm>
          <a:prstGeom prst="rect">
            <a:avLst/>
          </a:prstGeom>
          <a:solidFill>
            <a:schemeClr val="l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17" name="Google Shape;717;p61"/>
          <p:cNvSpPr/>
          <p:nvPr/>
        </p:nvSpPr>
        <p:spPr>
          <a:xfrm>
            <a:off x="1948975" y="3284625"/>
            <a:ext cx="179700" cy="179700"/>
          </a:xfrm>
          <a:prstGeom prst="rect">
            <a:avLst/>
          </a:prstGeom>
          <a:solidFill>
            <a:schemeClr val="accen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18" name="Google Shape;718;p61"/>
          <p:cNvSpPr/>
          <p:nvPr/>
        </p:nvSpPr>
        <p:spPr>
          <a:xfrm>
            <a:off x="2819625" y="2132450"/>
            <a:ext cx="179700" cy="179700"/>
          </a:xfrm>
          <a:prstGeom prst="rect">
            <a:avLst/>
          </a:prstGeom>
          <a:solidFill>
            <a:schemeClr val="l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19" name="Google Shape;719;p61"/>
          <p:cNvSpPr/>
          <p:nvPr/>
        </p:nvSpPr>
        <p:spPr>
          <a:xfrm>
            <a:off x="4285525" y="2547450"/>
            <a:ext cx="179700" cy="179700"/>
          </a:xfrm>
          <a:prstGeom prst="rect">
            <a:avLst/>
          </a:pr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20" name="Google Shape;720;p61"/>
          <p:cNvSpPr/>
          <p:nvPr/>
        </p:nvSpPr>
        <p:spPr>
          <a:xfrm>
            <a:off x="4656225" y="3531725"/>
            <a:ext cx="179700" cy="179700"/>
          </a:xfrm>
          <a:prstGeom prst="rect">
            <a:avLst/>
          </a:pr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21" name="Google Shape;721;p61"/>
          <p:cNvSpPr/>
          <p:nvPr/>
        </p:nvSpPr>
        <p:spPr>
          <a:xfrm>
            <a:off x="5964750" y="1294925"/>
            <a:ext cx="179700" cy="179700"/>
          </a:xfrm>
          <a:prstGeom prst="rect">
            <a:avLst/>
          </a:prstGeom>
          <a:solidFill>
            <a:schemeClr val="l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22" name="Google Shape;722;p61"/>
          <p:cNvSpPr/>
          <p:nvPr/>
        </p:nvSpPr>
        <p:spPr>
          <a:xfrm>
            <a:off x="5964750" y="2496917"/>
            <a:ext cx="179700" cy="179700"/>
          </a:xfrm>
          <a:prstGeom prst="rect">
            <a:avLst/>
          </a:prstGeom>
          <a:solidFill>
            <a:schemeClr val="accen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23" name="Google Shape;723;p61"/>
          <p:cNvSpPr/>
          <p:nvPr/>
        </p:nvSpPr>
        <p:spPr>
          <a:xfrm>
            <a:off x="5964750" y="3698917"/>
            <a:ext cx="179700" cy="179700"/>
          </a:xfrm>
          <a:prstGeom prst="rect">
            <a:avLst/>
          </a:pr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24" name="Google Shape;724;p61"/>
          <p:cNvSpPr/>
          <p:nvPr/>
        </p:nvSpPr>
        <p:spPr>
          <a:xfrm>
            <a:off x="2999325" y="2910500"/>
            <a:ext cx="179700" cy="179700"/>
          </a:xfrm>
          <a:prstGeom prst="rect">
            <a:avLst/>
          </a:prstGeom>
          <a:solidFill>
            <a:schemeClr val="accen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728"/>
        <p:cNvGrpSpPr/>
        <p:nvPr/>
      </p:nvGrpSpPr>
      <p:grpSpPr>
        <a:xfrm>
          <a:off x="0" y="0"/>
          <a:ext cx="0" cy="0"/>
          <a:chOff x="0" y="0"/>
          <a:chExt cx="0" cy="0"/>
        </a:xfrm>
      </p:grpSpPr>
      <p:sp>
        <p:nvSpPr>
          <p:cNvPr id="729" name="Google Shape;729;p6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ZEITLEISTE</a:t>
            </a:r>
            <a:endParaRPr/>
          </a:p>
        </p:txBody>
      </p:sp>
      <p:sp>
        <p:nvSpPr>
          <p:cNvPr id="730" name="Google Shape;730;p62"/>
          <p:cNvSpPr txBox="1"/>
          <p:nvPr/>
        </p:nvSpPr>
        <p:spPr>
          <a:xfrm>
            <a:off x="720000" y="3529275"/>
            <a:ext cx="1599900" cy="788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de">
                <a:solidFill>
                  <a:schemeClr val="dk1"/>
                </a:solidFill>
                <a:latin typeface="Archivo"/>
                <a:ea typeface="Archivo"/>
                <a:cs typeface="Archivo"/>
                <a:sym typeface="Archivo"/>
              </a:rPr>
              <a:t>Ceres</a:t>
            </a:r>
            <a:r>
              <a:rPr lang="de" b="1">
                <a:solidFill>
                  <a:schemeClr val="dk1"/>
                </a:solidFill>
                <a:latin typeface="Archivo"/>
                <a:ea typeface="Archivo"/>
                <a:cs typeface="Archivo"/>
                <a:sym typeface="Archivo"/>
              </a:rPr>
              <a:t> befindet sich im</a:t>
            </a:r>
            <a:r>
              <a:rPr lang="de">
                <a:solidFill>
                  <a:schemeClr val="dk1"/>
                </a:solidFill>
                <a:latin typeface="Archivo"/>
                <a:ea typeface="Archivo"/>
                <a:cs typeface="Archivo"/>
                <a:sym typeface="Archivo"/>
              </a:rPr>
              <a:t> Asteroidengürtel</a:t>
            </a:r>
            <a:endParaRPr b="1">
              <a:solidFill>
                <a:schemeClr val="dk1"/>
              </a:solidFill>
              <a:latin typeface="Archivo"/>
              <a:ea typeface="Archivo"/>
              <a:cs typeface="Archivo"/>
              <a:sym typeface="Archivo"/>
            </a:endParaRPr>
          </a:p>
        </p:txBody>
      </p:sp>
      <p:sp>
        <p:nvSpPr>
          <p:cNvPr id="731" name="Google Shape;731;p62"/>
          <p:cNvSpPr txBox="1"/>
          <p:nvPr/>
        </p:nvSpPr>
        <p:spPr>
          <a:xfrm>
            <a:off x="4793915" y="3529248"/>
            <a:ext cx="1599900" cy="788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de">
                <a:solidFill>
                  <a:schemeClr val="dk1"/>
                </a:solidFill>
                <a:latin typeface="Archivo"/>
                <a:ea typeface="Archivo"/>
                <a:cs typeface="Archivo"/>
                <a:sym typeface="Archivo"/>
              </a:rPr>
              <a:t>Saturn besteht aus Wasserstoff und </a:t>
            </a:r>
            <a:r>
              <a:rPr lang="de" b="1">
                <a:solidFill>
                  <a:schemeClr val="dk1"/>
                </a:solidFill>
                <a:latin typeface="Archivo"/>
                <a:ea typeface="Archivo"/>
                <a:cs typeface="Archivo"/>
                <a:sym typeface="Archivo"/>
              </a:rPr>
              <a:t>Helium</a:t>
            </a:r>
            <a:endParaRPr b="1">
              <a:solidFill>
                <a:schemeClr val="dk1"/>
              </a:solidFill>
              <a:latin typeface="Archivo"/>
              <a:ea typeface="Archivo"/>
              <a:cs typeface="Archivo"/>
              <a:sym typeface="Archivo"/>
            </a:endParaRPr>
          </a:p>
        </p:txBody>
      </p:sp>
      <p:sp>
        <p:nvSpPr>
          <p:cNvPr id="732" name="Google Shape;732;p62"/>
          <p:cNvSpPr txBox="1"/>
          <p:nvPr/>
        </p:nvSpPr>
        <p:spPr>
          <a:xfrm>
            <a:off x="2756958" y="1566939"/>
            <a:ext cx="1599900" cy="7887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de">
                <a:solidFill>
                  <a:schemeClr val="dk1"/>
                </a:solidFill>
                <a:latin typeface="Archivo"/>
                <a:ea typeface="Archivo"/>
                <a:cs typeface="Archivo"/>
                <a:sym typeface="Archivo"/>
              </a:rPr>
              <a:t>Mars ist trotz seiner</a:t>
            </a:r>
            <a:r>
              <a:rPr lang="de" b="1">
                <a:solidFill>
                  <a:schemeClr val="dk1"/>
                </a:solidFill>
                <a:latin typeface="Archivo"/>
                <a:ea typeface="Archivo"/>
                <a:cs typeface="Archivo"/>
                <a:sym typeface="Archivo"/>
              </a:rPr>
              <a:t> roten Farbe</a:t>
            </a:r>
            <a:r>
              <a:rPr lang="de">
                <a:solidFill>
                  <a:schemeClr val="dk1"/>
                </a:solidFill>
                <a:latin typeface="Archivo"/>
                <a:ea typeface="Archivo"/>
                <a:cs typeface="Archivo"/>
                <a:sym typeface="Archivo"/>
              </a:rPr>
              <a:t> sehr kalt</a:t>
            </a:r>
            <a:endParaRPr>
              <a:solidFill>
                <a:schemeClr val="dk1"/>
              </a:solidFill>
              <a:latin typeface="Archivo"/>
              <a:ea typeface="Archivo"/>
              <a:cs typeface="Archivo"/>
              <a:sym typeface="Archivo"/>
            </a:endParaRPr>
          </a:p>
        </p:txBody>
      </p:sp>
      <p:sp>
        <p:nvSpPr>
          <p:cNvPr id="733" name="Google Shape;733;p62"/>
          <p:cNvSpPr txBox="1"/>
          <p:nvPr/>
        </p:nvSpPr>
        <p:spPr>
          <a:xfrm>
            <a:off x="1007850" y="2736638"/>
            <a:ext cx="1024200" cy="4116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CERES</a:t>
            </a:r>
            <a:endParaRPr sz="1800" b="1">
              <a:solidFill>
                <a:schemeClr val="dk1"/>
              </a:solidFill>
              <a:latin typeface="IBM Plex Mono"/>
              <a:ea typeface="IBM Plex Mono"/>
              <a:cs typeface="IBM Plex Mono"/>
              <a:sym typeface="IBM Plex Mono"/>
            </a:endParaRPr>
          </a:p>
        </p:txBody>
      </p:sp>
      <p:sp>
        <p:nvSpPr>
          <p:cNvPr id="734" name="Google Shape;734;p62"/>
          <p:cNvSpPr txBox="1"/>
          <p:nvPr/>
        </p:nvSpPr>
        <p:spPr>
          <a:xfrm>
            <a:off x="5081188" y="2736650"/>
            <a:ext cx="1025100" cy="4116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SATURN</a:t>
            </a:r>
            <a:endParaRPr sz="1800" b="1">
              <a:solidFill>
                <a:schemeClr val="dk1"/>
              </a:solidFill>
              <a:latin typeface="IBM Plex Mono"/>
              <a:ea typeface="IBM Plex Mono"/>
              <a:cs typeface="IBM Plex Mono"/>
              <a:sym typeface="IBM Plex Mono"/>
            </a:endParaRPr>
          </a:p>
        </p:txBody>
      </p:sp>
      <p:sp>
        <p:nvSpPr>
          <p:cNvPr id="735" name="Google Shape;735;p62"/>
          <p:cNvSpPr txBox="1"/>
          <p:nvPr/>
        </p:nvSpPr>
        <p:spPr>
          <a:xfrm>
            <a:off x="3044519" y="2736638"/>
            <a:ext cx="1024200" cy="4116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MARS</a:t>
            </a:r>
            <a:endParaRPr sz="1800" b="1">
              <a:solidFill>
                <a:schemeClr val="dk1"/>
              </a:solidFill>
              <a:latin typeface="IBM Plex Mono"/>
              <a:ea typeface="IBM Plex Mono"/>
              <a:cs typeface="IBM Plex Mono"/>
              <a:sym typeface="IBM Plex Mono"/>
            </a:endParaRPr>
          </a:p>
        </p:txBody>
      </p:sp>
      <p:sp>
        <p:nvSpPr>
          <p:cNvPr id="736" name="Google Shape;736;p62"/>
          <p:cNvSpPr txBox="1"/>
          <p:nvPr/>
        </p:nvSpPr>
        <p:spPr>
          <a:xfrm>
            <a:off x="6830908" y="1566939"/>
            <a:ext cx="1599900" cy="7887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de">
                <a:solidFill>
                  <a:schemeClr val="dk1"/>
                </a:solidFill>
                <a:latin typeface="Archivo"/>
                <a:ea typeface="Archivo"/>
                <a:cs typeface="Archivo"/>
                <a:sym typeface="Archivo"/>
              </a:rPr>
              <a:t>Neptun ist am weitesten von der Sonne entfernt</a:t>
            </a:r>
            <a:endParaRPr>
              <a:solidFill>
                <a:schemeClr val="dk1"/>
              </a:solidFill>
              <a:latin typeface="Archivo"/>
              <a:ea typeface="Archivo"/>
              <a:cs typeface="Archivo"/>
              <a:sym typeface="Archivo"/>
            </a:endParaRPr>
          </a:p>
        </p:txBody>
      </p:sp>
      <p:sp>
        <p:nvSpPr>
          <p:cNvPr id="737" name="Google Shape;737;p62"/>
          <p:cNvSpPr txBox="1"/>
          <p:nvPr/>
        </p:nvSpPr>
        <p:spPr>
          <a:xfrm>
            <a:off x="7118758" y="2736638"/>
            <a:ext cx="1024200" cy="4116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NEPTUN</a:t>
            </a:r>
            <a:endParaRPr sz="1800" b="1">
              <a:solidFill>
                <a:schemeClr val="dk1"/>
              </a:solidFill>
              <a:latin typeface="IBM Plex Mono"/>
              <a:ea typeface="IBM Plex Mono"/>
              <a:cs typeface="IBM Plex Mono"/>
              <a:sym typeface="IBM Plex Mono"/>
            </a:endParaRPr>
          </a:p>
        </p:txBody>
      </p:sp>
      <p:cxnSp>
        <p:nvCxnSpPr>
          <p:cNvPr id="738" name="Google Shape;738;p62"/>
          <p:cNvCxnSpPr>
            <a:stCxn id="733" idx="3"/>
            <a:endCxn id="735" idx="1"/>
          </p:cNvCxnSpPr>
          <p:nvPr/>
        </p:nvCxnSpPr>
        <p:spPr>
          <a:xfrm>
            <a:off x="2032050" y="2942438"/>
            <a:ext cx="1012500" cy="600"/>
          </a:xfrm>
          <a:prstGeom prst="bentConnector3">
            <a:avLst>
              <a:gd name="adj1" fmla="val 49998"/>
            </a:avLst>
          </a:prstGeom>
          <a:noFill/>
          <a:ln w="9525" cap="flat" cmpd="sng">
            <a:solidFill>
              <a:schemeClr val="accent3"/>
            </a:solidFill>
            <a:prstDash val="solid"/>
            <a:round/>
            <a:headEnd type="none" w="med" len="med"/>
            <a:tailEnd type="none" w="med" len="med"/>
          </a:ln>
        </p:spPr>
      </p:cxnSp>
      <p:cxnSp>
        <p:nvCxnSpPr>
          <p:cNvPr id="739" name="Google Shape;739;p62"/>
          <p:cNvCxnSpPr>
            <a:stCxn id="735" idx="3"/>
            <a:endCxn id="734" idx="1"/>
          </p:cNvCxnSpPr>
          <p:nvPr/>
        </p:nvCxnSpPr>
        <p:spPr>
          <a:xfrm>
            <a:off x="4068719" y="2942438"/>
            <a:ext cx="1012500" cy="600"/>
          </a:xfrm>
          <a:prstGeom prst="bentConnector3">
            <a:avLst>
              <a:gd name="adj1" fmla="val 49998"/>
            </a:avLst>
          </a:prstGeom>
          <a:noFill/>
          <a:ln w="9525" cap="flat" cmpd="sng">
            <a:solidFill>
              <a:schemeClr val="accent3"/>
            </a:solidFill>
            <a:prstDash val="solid"/>
            <a:round/>
            <a:headEnd type="none" w="med" len="med"/>
            <a:tailEnd type="none" w="med" len="med"/>
          </a:ln>
        </p:spPr>
      </p:cxnSp>
      <p:cxnSp>
        <p:nvCxnSpPr>
          <p:cNvPr id="740" name="Google Shape;740;p62"/>
          <p:cNvCxnSpPr>
            <a:stCxn id="734" idx="3"/>
            <a:endCxn id="737" idx="1"/>
          </p:cNvCxnSpPr>
          <p:nvPr/>
        </p:nvCxnSpPr>
        <p:spPr>
          <a:xfrm>
            <a:off x="6106288" y="2942450"/>
            <a:ext cx="1012500" cy="600"/>
          </a:xfrm>
          <a:prstGeom prst="bentConnector3">
            <a:avLst>
              <a:gd name="adj1" fmla="val 49998"/>
            </a:avLst>
          </a:prstGeom>
          <a:noFill/>
          <a:ln w="9525" cap="flat" cmpd="sng">
            <a:solidFill>
              <a:schemeClr val="accent3"/>
            </a:solidFill>
            <a:prstDash val="solid"/>
            <a:round/>
            <a:headEnd type="none" w="med" len="med"/>
            <a:tailEnd type="none" w="med" len="med"/>
          </a:ln>
        </p:spPr>
      </p:cxnSp>
      <p:cxnSp>
        <p:nvCxnSpPr>
          <p:cNvPr id="741" name="Google Shape;741;p62"/>
          <p:cNvCxnSpPr>
            <a:endCxn id="730" idx="0"/>
          </p:cNvCxnSpPr>
          <p:nvPr/>
        </p:nvCxnSpPr>
        <p:spPr>
          <a:xfrm rot="-5400000" flipH="1">
            <a:off x="1329150" y="3338475"/>
            <a:ext cx="3810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742" name="Google Shape;742;p62"/>
          <p:cNvCxnSpPr>
            <a:stCxn id="735" idx="0"/>
            <a:endCxn id="732" idx="2"/>
          </p:cNvCxnSpPr>
          <p:nvPr/>
        </p:nvCxnSpPr>
        <p:spPr>
          <a:xfrm rot="-5400000">
            <a:off x="3366419" y="2545838"/>
            <a:ext cx="3810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743" name="Google Shape;743;p62"/>
          <p:cNvCxnSpPr>
            <a:stCxn id="734" idx="2"/>
            <a:endCxn id="731" idx="0"/>
          </p:cNvCxnSpPr>
          <p:nvPr/>
        </p:nvCxnSpPr>
        <p:spPr>
          <a:xfrm rot="-5400000" flipH="1">
            <a:off x="5403538" y="3338450"/>
            <a:ext cx="3810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744" name="Google Shape;744;p62"/>
          <p:cNvCxnSpPr>
            <a:stCxn id="737" idx="0"/>
            <a:endCxn id="736" idx="2"/>
          </p:cNvCxnSpPr>
          <p:nvPr/>
        </p:nvCxnSpPr>
        <p:spPr>
          <a:xfrm rot="-5400000">
            <a:off x="7440658" y="2545838"/>
            <a:ext cx="381000" cy="600"/>
          </a:xfrm>
          <a:prstGeom prst="bentConnector3">
            <a:avLst>
              <a:gd name="adj1" fmla="val 50000"/>
            </a:avLst>
          </a:prstGeom>
          <a:noFill/>
          <a:ln w="9525" cap="flat" cmpd="sng">
            <a:solidFill>
              <a:schemeClr val="accent3"/>
            </a:solidFill>
            <a:prstDash val="solid"/>
            <a:round/>
            <a:headEnd type="none" w="med" len="med"/>
            <a:tailEnd type="oval" w="med" len="med"/>
          </a:ln>
        </p:spPr>
      </p:cxn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48"/>
        <p:cNvGrpSpPr/>
        <p:nvPr/>
      </p:nvGrpSpPr>
      <p:grpSpPr>
        <a:xfrm>
          <a:off x="0" y="0"/>
          <a:ext cx="0" cy="0"/>
          <a:chOff x="0" y="0"/>
          <a:chExt cx="0" cy="0"/>
        </a:xfrm>
      </p:grpSpPr>
      <p:sp>
        <p:nvSpPr>
          <p:cNvPr id="749" name="Google Shape;749;p6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DIES IST EINE INFOGRAFIK</a:t>
            </a:r>
            <a:endParaRPr/>
          </a:p>
        </p:txBody>
      </p:sp>
      <p:sp>
        <p:nvSpPr>
          <p:cNvPr id="750" name="Google Shape;750;p63"/>
          <p:cNvSpPr/>
          <p:nvPr/>
        </p:nvSpPr>
        <p:spPr>
          <a:xfrm>
            <a:off x="807673" y="2780850"/>
            <a:ext cx="2723043" cy="161731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130994">
              <a:alpha val="868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63"/>
          <p:cNvSpPr/>
          <p:nvPr/>
        </p:nvSpPr>
        <p:spPr>
          <a:xfrm>
            <a:off x="807673" y="2340525"/>
            <a:ext cx="2723043" cy="161731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6F79E3">
              <a:alpha val="863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63"/>
          <p:cNvSpPr/>
          <p:nvPr/>
        </p:nvSpPr>
        <p:spPr>
          <a:xfrm>
            <a:off x="807673" y="1900200"/>
            <a:ext cx="2723043" cy="161731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C1C1C1">
              <a:alpha val="854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63"/>
          <p:cNvSpPr/>
          <p:nvPr/>
        </p:nvSpPr>
        <p:spPr>
          <a:xfrm>
            <a:off x="807673" y="1459875"/>
            <a:ext cx="2723043" cy="161731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8E8E8">
              <a:alpha val="868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63"/>
          <p:cNvSpPr txBox="1"/>
          <p:nvPr/>
        </p:nvSpPr>
        <p:spPr>
          <a:xfrm>
            <a:off x="6358279" y="1254038"/>
            <a:ext cx="1978200" cy="66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Jupiter ist der </a:t>
            </a:r>
            <a:r>
              <a:rPr lang="de" b="1">
                <a:solidFill>
                  <a:schemeClr val="dk1"/>
                </a:solidFill>
                <a:latin typeface="Archivo"/>
                <a:ea typeface="Archivo"/>
                <a:cs typeface="Archivo"/>
                <a:sym typeface="Archivo"/>
              </a:rPr>
              <a:t>größte Planet</a:t>
            </a:r>
            <a:r>
              <a:rPr lang="de">
                <a:solidFill>
                  <a:schemeClr val="dk1"/>
                </a:solidFill>
                <a:latin typeface="Archivo"/>
                <a:ea typeface="Archivo"/>
                <a:cs typeface="Archivo"/>
                <a:sym typeface="Archivo"/>
              </a:rPr>
              <a:t> von allen</a:t>
            </a:r>
            <a:endParaRPr>
              <a:solidFill>
                <a:schemeClr val="dk1"/>
              </a:solidFill>
              <a:latin typeface="Archivo"/>
              <a:ea typeface="Archivo"/>
              <a:cs typeface="Archivo"/>
              <a:sym typeface="Archivo"/>
            </a:endParaRPr>
          </a:p>
        </p:txBody>
      </p:sp>
      <p:sp>
        <p:nvSpPr>
          <p:cNvPr id="755" name="Google Shape;755;p63"/>
          <p:cNvSpPr txBox="1"/>
          <p:nvPr/>
        </p:nvSpPr>
        <p:spPr>
          <a:xfrm>
            <a:off x="5188873" y="1380950"/>
            <a:ext cx="11694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JUPITER</a:t>
            </a:r>
            <a:endParaRPr sz="1800" b="1">
              <a:solidFill>
                <a:schemeClr val="dk1"/>
              </a:solidFill>
              <a:latin typeface="IBM Plex Mono"/>
              <a:ea typeface="IBM Plex Mono"/>
              <a:cs typeface="IBM Plex Mono"/>
              <a:sym typeface="IBM Plex Mono"/>
            </a:endParaRPr>
          </a:p>
        </p:txBody>
      </p:sp>
      <p:sp>
        <p:nvSpPr>
          <p:cNvPr id="756" name="Google Shape;756;p63"/>
          <p:cNvSpPr txBox="1"/>
          <p:nvPr/>
        </p:nvSpPr>
        <p:spPr>
          <a:xfrm>
            <a:off x="6358279" y="2080038"/>
            <a:ext cx="1978200" cy="66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Die Venus ist fast so groß wie die Erde</a:t>
            </a:r>
            <a:endParaRPr>
              <a:solidFill>
                <a:schemeClr val="dk1"/>
              </a:solidFill>
              <a:latin typeface="Archivo"/>
              <a:ea typeface="Archivo"/>
              <a:cs typeface="Archivo"/>
              <a:sym typeface="Archivo"/>
            </a:endParaRPr>
          </a:p>
        </p:txBody>
      </p:sp>
      <p:sp>
        <p:nvSpPr>
          <p:cNvPr id="757" name="Google Shape;757;p63"/>
          <p:cNvSpPr txBox="1"/>
          <p:nvPr/>
        </p:nvSpPr>
        <p:spPr>
          <a:xfrm>
            <a:off x="5188873" y="2206950"/>
            <a:ext cx="11694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VENUS</a:t>
            </a:r>
            <a:endParaRPr sz="1800" b="1">
              <a:solidFill>
                <a:schemeClr val="dk1"/>
              </a:solidFill>
              <a:latin typeface="IBM Plex Mono"/>
              <a:ea typeface="IBM Plex Mono"/>
              <a:cs typeface="IBM Plex Mono"/>
              <a:sym typeface="IBM Plex Mono"/>
            </a:endParaRPr>
          </a:p>
        </p:txBody>
      </p:sp>
      <p:sp>
        <p:nvSpPr>
          <p:cNvPr id="758" name="Google Shape;758;p63"/>
          <p:cNvSpPr txBox="1"/>
          <p:nvPr/>
        </p:nvSpPr>
        <p:spPr>
          <a:xfrm>
            <a:off x="6358279" y="3032938"/>
            <a:ext cx="1978200" cy="66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Obwohl er rot ist, ist der Mars</a:t>
            </a:r>
            <a:r>
              <a:rPr lang="de" b="1">
                <a:solidFill>
                  <a:schemeClr val="dk1"/>
                </a:solidFill>
                <a:latin typeface="Archivo"/>
                <a:ea typeface="Archivo"/>
                <a:cs typeface="Archivo"/>
                <a:sym typeface="Archivo"/>
              </a:rPr>
              <a:t> sehr kalt</a:t>
            </a:r>
            <a:endParaRPr>
              <a:solidFill>
                <a:schemeClr val="dk1"/>
              </a:solidFill>
              <a:latin typeface="Archivo"/>
              <a:ea typeface="Archivo"/>
              <a:cs typeface="Archivo"/>
              <a:sym typeface="Archivo"/>
            </a:endParaRPr>
          </a:p>
        </p:txBody>
      </p:sp>
      <p:sp>
        <p:nvSpPr>
          <p:cNvPr id="759" name="Google Shape;759;p63"/>
          <p:cNvSpPr txBox="1"/>
          <p:nvPr/>
        </p:nvSpPr>
        <p:spPr>
          <a:xfrm>
            <a:off x="5188873" y="3159850"/>
            <a:ext cx="11694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MARS</a:t>
            </a:r>
            <a:endParaRPr sz="1800" b="1">
              <a:solidFill>
                <a:schemeClr val="dk1"/>
              </a:solidFill>
              <a:latin typeface="IBM Plex Mono"/>
              <a:ea typeface="IBM Plex Mono"/>
              <a:cs typeface="IBM Plex Mono"/>
              <a:sym typeface="IBM Plex Mono"/>
            </a:endParaRPr>
          </a:p>
        </p:txBody>
      </p:sp>
      <p:sp>
        <p:nvSpPr>
          <p:cNvPr id="760" name="Google Shape;760;p63"/>
          <p:cNvSpPr txBox="1"/>
          <p:nvPr/>
        </p:nvSpPr>
        <p:spPr>
          <a:xfrm>
            <a:off x="6358279" y="3938588"/>
            <a:ext cx="1978200" cy="66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Saturn ist der Planet mit mehreren Ringen</a:t>
            </a:r>
            <a:endParaRPr>
              <a:solidFill>
                <a:schemeClr val="dk1"/>
              </a:solidFill>
              <a:latin typeface="Archivo"/>
              <a:ea typeface="Archivo"/>
              <a:cs typeface="Archivo"/>
              <a:sym typeface="Archivo"/>
            </a:endParaRPr>
          </a:p>
        </p:txBody>
      </p:sp>
      <p:sp>
        <p:nvSpPr>
          <p:cNvPr id="761" name="Google Shape;761;p63"/>
          <p:cNvSpPr txBox="1"/>
          <p:nvPr/>
        </p:nvSpPr>
        <p:spPr>
          <a:xfrm>
            <a:off x="5188873" y="4065500"/>
            <a:ext cx="11694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SATURN</a:t>
            </a:r>
            <a:endParaRPr sz="1800" b="1">
              <a:solidFill>
                <a:schemeClr val="dk1"/>
              </a:solidFill>
              <a:latin typeface="IBM Plex Mono"/>
              <a:ea typeface="IBM Plex Mono"/>
              <a:cs typeface="IBM Plex Mono"/>
              <a:sym typeface="IBM Plex Mono"/>
            </a:endParaRPr>
          </a:p>
        </p:txBody>
      </p:sp>
      <p:sp>
        <p:nvSpPr>
          <p:cNvPr id="762" name="Google Shape;762;p63"/>
          <p:cNvSpPr/>
          <p:nvPr/>
        </p:nvSpPr>
        <p:spPr>
          <a:xfrm>
            <a:off x="3606923" y="2160813"/>
            <a:ext cx="179700" cy="179700"/>
          </a:xfrm>
          <a:prstGeom prst="rect">
            <a:avLst/>
          </a:prstGeom>
          <a:solidFill>
            <a:srgbClr val="E8E8E8">
              <a:alpha val="8682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3" name="Google Shape;763;p63"/>
          <p:cNvSpPr/>
          <p:nvPr/>
        </p:nvSpPr>
        <p:spPr>
          <a:xfrm>
            <a:off x="3606923" y="2601138"/>
            <a:ext cx="179700" cy="179700"/>
          </a:xfrm>
          <a:prstGeom prst="rect">
            <a:avLst/>
          </a:prstGeom>
          <a:solidFill>
            <a:srgbClr val="C1C1C1">
              <a:alpha val="8545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4" name="Google Shape;764;p63"/>
          <p:cNvSpPr/>
          <p:nvPr/>
        </p:nvSpPr>
        <p:spPr>
          <a:xfrm>
            <a:off x="3606923" y="3041463"/>
            <a:ext cx="179700" cy="179700"/>
          </a:xfrm>
          <a:prstGeom prst="rect">
            <a:avLst/>
          </a:prstGeom>
          <a:solidFill>
            <a:srgbClr val="6F79E3">
              <a:alpha val="8636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5" name="Google Shape;765;p63"/>
          <p:cNvSpPr/>
          <p:nvPr/>
        </p:nvSpPr>
        <p:spPr>
          <a:xfrm>
            <a:off x="3606923" y="3481788"/>
            <a:ext cx="179700" cy="179700"/>
          </a:xfrm>
          <a:prstGeom prst="rect">
            <a:avLst/>
          </a:prstGeom>
          <a:solidFill>
            <a:srgbClr val="130994">
              <a:alpha val="8682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cxnSp>
        <p:nvCxnSpPr>
          <p:cNvPr id="766" name="Google Shape;766;p63"/>
          <p:cNvCxnSpPr>
            <a:stCxn id="755" idx="1"/>
            <a:endCxn id="762" idx="3"/>
          </p:cNvCxnSpPr>
          <p:nvPr/>
        </p:nvCxnSpPr>
        <p:spPr>
          <a:xfrm flipH="1">
            <a:off x="3786673" y="1586750"/>
            <a:ext cx="1402200" cy="663900"/>
          </a:xfrm>
          <a:prstGeom prst="bentConnector3">
            <a:avLst>
              <a:gd name="adj1" fmla="val 50002"/>
            </a:avLst>
          </a:prstGeom>
          <a:noFill/>
          <a:ln w="9525" cap="flat" cmpd="sng">
            <a:solidFill>
              <a:schemeClr val="accent3"/>
            </a:solidFill>
            <a:prstDash val="solid"/>
            <a:round/>
            <a:headEnd type="oval" w="med" len="med"/>
            <a:tailEnd type="none" w="med" len="med"/>
          </a:ln>
        </p:spPr>
      </p:cxnSp>
      <p:cxnSp>
        <p:nvCxnSpPr>
          <p:cNvPr id="767" name="Google Shape;767;p63"/>
          <p:cNvCxnSpPr>
            <a:stCxn id="757" idx="1"/>
            <a:endCxn id="763" idx="3"/>
          </p:cNvCxnSpPr>
          <p:nvPr/>
        </p:nvCxnSpPr>
        <p:spPr>
          <a:xfrm flipH="1">
            <a:off x="3786673" y="2412750"/>
            <a:ext cx="1402200" cy="278100"/>
          </a:xfrm>
          <a:prstGeom prst="bentConnector3">
            <a:avLst>
              <a:gd name="adj1" fmla="val 50002"/>
            </a:avLst>
          </a:prstGeom>
          <a:noFill/>
          <a:ln w="9525" cap="flat" cmpd="sng">
            <a:solidFill>
              <a:schemeClr val="accent3"/>
            </a:solidFill>
            <a:prstDash val="solid"/>
            <a:round/>
            <a:headEnd type="oval" w="med" len="med"/>
            <a:tailEnd type="none" w="med" len="med"/>
          </a:ln>
        </p:spPr>
      </p:cxnSp>
      <p:cxnSp>
        <p:nvCxnSpPr>
          <p:cNvPr id="768" name="Google Shape;768;p63"/>
          <p:cNvCxnSpPr>
            <a:endCxn id="764" idx="3"/>
          </p:cNvCxnSpPr>
          <p:nvPr/>
        </p:nvCxnSpPr>
        <p:spPr>
          <a:xfrm rot="10800000">
            <a:off x="3786623" y="3131313"/>
            <a:ext cx="1478400" cy="234300"/>
          </a:xfrm>
          <a:prstGeom prst="bentConnector3">
            <a:avLst>
              <a:gd name="adj1" fmla="val 50000"/>
            </a:avLst>
          </a:prstGeom>
          <a:noFill/>
          <a:ln w="9525" cap="flat" cmpd="sng">
            <a:solidFill>
              <a:schemeClr val="accent3"/>
            </a:solidFill>
            <a:prstDash val="solid"/>
            <a:round/>
            <a:headEnd type="oval" w="med" len="med"/>
            <a:tailEnd type="none" w="med" len="med"/>
          </a:ln>
        </p:spPr>
      </p:cxnSp>
      <p:cxnSp>
        <p:nvCxnSpPr>
          <p:cNvPr id="769" name="Google Shape;769;p63"/>
          <p:cNvCxnSpPr>
            <a:stCxn id="761" idx="1"/>
            <a:endCxn id="765" idx="3"/>
          </p:cNvCxnSpPr>
          <p:nvPr/>
        </p:nvCxnSpPr>
        <p:spPr>
          <a:xfrm rot="10800000">
            <a:off x="3786673" y="3571700"/>
            <a:ext cx="1402200" cy="699600"/>
          </a:xfrm>
          <a:prstGeom prst="bentConnector3">
            <a:avLst>
              <a:gd name="adj1" fmla="val 50002"/>
            </a:avLst>
          </a:prstGeom>
          <a:noFill/>
          <a:ln w="9525" cap="flat" cmpd="sng">
            <a:solidFill>
              <a:schemeClr val="accent3"/>
            </a:solidFill>
            <a:prstDash val="solid"/>
            <a:round/>
            <a:headEnd type="oval" w="med" len="med"/>
            <a:tailEnd type="none" w="med" len="med"/>
          </a:ln>
        </p:spPr>
      </p:cxn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73"/>
        <p:cNvGrpSpPr/>
        <p:nvPr/>
      </p:nvGrpSpPr>
      <p:grpSpPr>
        <a:xfrm>
          <a:off x="0" y="0"/>
          <a:ext cx="0" cy="0"/>
          <a:chOff x="0" y="0"/>
          <a:chExt cx="0" cy="0"/>
        </a:xfrm>
      </p:grpSpPr>
      <p:sp>
        <p:nvSpPr>
          <p:cNvPr id="774" name="Google Shape;774;p6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TABELLE</a:t>
            </a:r>
            <a:endParaRPr/>
          </a:p>
        </p:txBody>
      </p:sp>
      <p:graphicFrame>
        <p:nvGraphicFramePr>
          <p:cNvPr id="775" name="Google Shape;775;p64"/>
          <p:cNvGraphicFramePr/>
          <p:nvPr/>
        </p:nvGraphicFramePr>
        <p:xfrm>
          <a:off x="719988" y="1528211"/>
          <a:ext cx="3000000" cy="3000000"/>
        </p:xfrm>
        <a:graphic>
          <a:graphicData uri="http://schemas.openxmlformats.org/drawingml/2006/table">
            <a:tbl>
              <a:tblPr>
                <a:noFill/>
                <a:tableStyleId>{B08355A5-54BC-4747-950D-78D2389A24D2}</a:tableStyleId>
              </a:tblPr>
              <a:tblGrid>
                <a:gridCol w="1233875">
                  <a:extLst>
                    <a:ext uri="{9D8B030D-6E8A-4147-A177-3AD203B41FA5}">
                      <a16:colId xmlns:a16="http://schemas.microsoft.com/office/drawing/2014/main" val="20000"/>
                    </a:ext>
                  </a:extLst>
                </a:gridCol>
                <a:gridCol w="1617525">
                  <a:extLst>
                    <a:ext uri="{9D8B030D-6E8A-4147-A177-3AD203B41FA5}">
                      <a16:colId xmlns:a16="http://schemas.microsoft.com/office/drawing/2014/main" val="20001"/>
                    </a:ext>
                  </a:extLst>
                </a:gridCol>
                <a:gridCol w="1617525">
                  <a:extLst>
                    <a:ext uri="{9D8B030D-6E8A-4147-A177-3AD203B41FA5}">
                      <a16:colId xmlns:a16="http://schemas.microsoft.com/office/drawing/2014/main" val="20002"/>
                    </a:ext>
                  </a:extLst>
                </a:gridCol>
                <a:gridCol w="1617525">
                  <a:extLst>
                    <a:ext uri="{9D8B030D-6E8A-4147-A177-3AD203B41FA5}">
                      <a16:colId xmlns:a16="http://schemas.microsoft.com/office/drawing/2014/main" val="20003"/>
                    </a:ext>
                  </a:extLst>
                </a:gridCol>
                <a:gridCol w="1617525">
                  <a:extLst>
                    <a:ext uri="{9D8B030D-6E8A-4147-A177-3AD203B41FA5}">
                      <a16:colId xmlns:a16="http://schemas.microsoft.com/office/drawing/2014/main" val="20004"/>
                    </a:ext>
                  </a:extLst>
                </a:gridCol>
              </a:tblGrid>
              <a:tr h="658525">
                <a:tc>
                  <a:txBody>
                    <a:bodyPr/>
                    <a:lstStyle/>
                    <a:p>
                      <a:pPr marL="0" lvl="0" indent="0" algn="l" rtl="0">
                        <a:spcBef>
                          <a:spcPts val="0"/>
                        </a:spcBef>
                        <a:spcAft>
                          <a:spcPts val="0"/>
                        </a:spcAft>
                        <a:buNone/>
                      </a:pPr>
                      <a:endParaRPr>
                        <a:solidFill>
                          <a:schemeClr val="dk1"/>
                        </a:solidFill>
                        <a:latin typeface="Archivo"/>
                        <a:ea typeface="Archivo"/>
                        <a:cs typeface="Archivo"/>
                        <a:sym typeface="Archivo"/>
                      </a:endParaRPr>
                    </a:p>
                  </a:txBody>
                  <a:tcPr marL="91425" marR="91425" marT="68575" marB="68575" anchor="ctr">
                    <a:lnL w="9525" cap="flat" cmpd="sng">
                      <a:solidFill>
                        <a:schemeClr val="accent3">
                          <a:alpha val="0"/>
                        </a:schemeClr>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alpha val="0"/>
                        </a:schemeClr>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SCHRITT 1</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SCHRITT 2</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SCHRITT 3</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SCHRITT 4</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0"/>
                  </a:ext>
                </a:extLst>
              </a:tr>
              <a:tr h="684300">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MERCURY</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0.06</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0.53</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0.38</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0.38</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1"/>
                  </a:ext>
                </a:extLst>
              </a:tr>
              <a:tr h="684300">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MARS</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0.11</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9.4</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0.53</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0.78</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2"/>
                  </a:ext>
                </a:extLst>
              </a:tr>
              <a:tr h="684300">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SATURN</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95.2</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1.16</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9.4</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1.16</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779"/>
        <p:cNvGrpSpPr/>
        <p:nvPr/>
      </p:nvGrpSpPr>
      <p:grpSpPr>
        <a:xfrm>
          <a:off x="0" y="0"/>
          <a:ext cx="0" cy="0"/>
          <a:chOff x="0" y="0"/>
          <a:chExt cx="0" cy="0"/>
        </a:xfrm>
      </p:grpSpPr>
      <p:sp>
        <p:nvSpPr>
          <p:cNvPr id="780" name="Google Shape;780;p6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DIAGRAMM</a:t>
            </a:r>
            <a:endParaRPr/>
          </a:p>
        </p:txBody>
      </p:sp>
      <p:sp>
        <p:nvSpPr>
          <p:cNvPr id="781" name="Google Shape;781;p65"/>
          <p:cNvSpPr txBox="1"/>
          <p:nvPr/>
        </p:nvSpPr>
        <p:spPr>
          <a:xfrm>
            <a:off x="720000" y="4215800"/>
            <a:ext cx="3858900" cy="38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sz="1000">
                <a:solidFill>
                  <a:schemeClr val="dk1"/>
                </a:solidFill>
                <a:latin typeface="Archivo"/>
                <a:ea typeface="Archivo"/>
                <a:cs typeface="Archivo"/>
                <a:sym typeface="Archivo"/>
              </a:rPr>
              <a:t>Folge dem Link im Diagramm, um die Daten zu ändern und füge dann das neue hier ein. Für mehr Infos </a:t>
            </a:r>
            <a:r>
              <a:rPr lang="de" sz="1000" b="1" u="sng">
                <a:solidFill>
                  <a:schemeClr val="dk1"/>
                </a:solidFill>
                <a:latin typeface="Archivo"/>
                <a:ea typeface="Archivo"/>
                <a:cs typeface="Archivo"/>
                <a:sym typeface="Archivo"/>
                <a:hlinkClick r:id="rId3">
                  <a:extLst>
                    <a:ext uri="{A12FA001-AC4F-418D-AE19-62706E023703}">
                      <ahyp:hlinkClr xmlns:ahyp="http://schemas.microsoft.com/office/drawing/2018/hyperlinkcolor" val="tx"/>
                    </a:ext>
                  </a:extLst>
                </a:hlinkClick>
              </a:rPr>
              <a:t>klicke hier</a:t>
            </a:r>
            <a:endParaRPr sz="1000">
              <a:solidFill>
                <a:schemeClr val="dk1"/>
              </a:solidFill>
              <a:latin typeface="Archivo"/>
              <a:ea typeface="Archivo"/>
              <a:cs typeface="Archivo"/>
              <a:sym typeface="Archivo"/>
            </a:endParaRPr>
          </a:p>
        </p:txBody>
      </p:sp>
      <p:pic>
        <p:nvPicPr>
          <p:cNvPr id="782" name="Google Shape;782;p65" title="Gráfico">
            <a:hlinkClick r:id="rId4"/>
          </p:cNvPr>
          <p:cNvPicPr preferRelativeResize="0"/>
          <p:nvPr/>
        </p:nvPicPr>
        <p:blipFill>
          <a:blip r:embed="rId5">
            <a:alphaModFix/>
          </a:blip>
          <a:stretch>
            <a:fillRect/>
          </a:stretch>
        </p:blipFill>
        <p:spPr>
          <a:xfrm>
            <a:off x="713225" y="1294913"/>
            <a:ext cx="4033591" cy="2838025"/>
          </a:xfrm>
          <a:prstGeom prst="rect">
            <a:avLst/>
          </a:prstGeom>
          <a:noFill/>
          <a:ln>
            <a:noFill/>
          </a:ln>
        </p:spPr>
      </p:pic>
      <p:sp>
        <p:nvSpPr>
          <p:cNvPr id="783" name="Google Shape;783;p65"/>
          <p:cNvSpPr txBox="1"/>
          <p:nvPr/>
        </p:nvSpPr>
        <p:spPr>
          <a:xfrm>
            <a:off x="6098817" y="2766900"/>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Merkur ist der </a:t>
            </a:r>
            <a:r>
              <a:rPr lang="de" b="1">
                <a:solidFill>
                  <a:schemeClr val="dk1"/>
                </a:solidFill>
                <a:latin typeface="Archivo"/>
                <a:ea typeface="Archivo"/>
                <a:cs typeface="Archivo"/>
                <a:sym typeface="Archivo"/>
              </a:rPr>
              <a:t>sonnennächste</a:t>
            </a:r>
            <a:r>
              <a:rPr lang="de">
                <a:solidFill>
                  <a:schemeClr val="dk1"/>
                </a:solidFill>
                <a:latin typeface="Archivo"/>
                <a:ea typeface="Archivo"/>
                <a:cs typeface="Archivo"/>
                <a:sym typeface="Archivo"/>
              </a:rPr>
              <a:t> Planet</a:t>
            </a:r>
            <a:endParaRPr>
              <a:solidFill>
                <a:schemeClr val="dk1"/>
              </a:solidFill>
              <a:latin typeface="Archivo"/>
              <a:ea typeface="Archivo"/>
              <a:cs typeface="Archivo"/>
              <a:sym typeface="Archivo"/>
            </a:endParaRPr>
          </a:p>
        </p:txBody>
      </p:sp>
      <p:sp>
        <p:nvSpPr>
          <p:cNvPr id="784" name="Google Shape;784;p65"/>
          <p:cNvSpPr txBox="1"/>
          <p:nvPr/>
        </p:nvSpPr>
        <p:spPr>
          <a:xfrm>
            <a:off x="6098817" y="1565201"/>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Saturn besteht aus Wasserstoff und </a:t>
            </a:r>
            <a:r>
              <a:rPr lang="de" b="1">
                <a:solidFill>
                  <a:schemeClr val="dk1"/>
                </a:solidFill>
                <a:latin typeface="Archivo"/>
                <a:ea typeface="Archivo"/>
                <a:cs typeface="Archivo"/>
                <a:sym typeface="Archivo"/>
              </a:rPr>
              <a:t>Helium</a:t>
            </a:r>
            <a:endParaRPr>
              <a:solidFill>
                <a:schemeClr val="dk1"/>
              </a:solidFill>
              <a:latin typeface="Archivo"/>
              <a:ea typeface="Archivo"/>
              <a:cs typeface="Archivo"/>
              <a:sym typeface="Archivo"/>
            </a:endParaRPr>
          </a:p>
        </p:txBody>
      </p:sp>
      <p:sp>
        <p:nvSpPr>
          <p:cNvPr id="785" name="Google Shape;785;p65"/>
          <p:cNvSpPr txBox="1"/>
          <p:nvPr/>
        </p:nvSpPr>
        <p:spPr>
          <a:xfrm>
            <a:off x="6098739" y="3968588"/>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Jupiter ist der größte Planet im Sonnensystem</a:t>
            </a:r>
            <a:endParaRPr b="1">
              <a:solidFill>
                <a:schemeClr val="dk1"/>
              </a:solidFill>
              <a:latin typeface="Archivo"/>
              <a:ea typeface="Archivo"/>
              <a:cs typeface="Archivo"/>
              <a:sym typeface="Archivo"/>
            </a:endParaRPr>
          </a:p>
        </p:txBody>
      </p:sp>
      <p:sp>
        <p:nvSpPr>
          <p:cNvPr id="786" name="Google Shape;786;p65"/>
          <p:cNvSpPr txBox="1"/>
          <p:nvPr/>
        </p:nvSpPr>
        <p:spPr>
          <a:xfrm>
            <a:off x="6099793" y="1229788"/>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SATURN</a:t>
            </a:r>
            <a:endParaRPr sz="1800" b="1">
              <a:solidFill>
                <a:schemeClr val="dk1"/>
              </a:solidFill>
              <a:latin typeface="IBM Plex Mono"/>
              <a:ea typeface="IBM Plex Mono"/>
              <a:cs typeface="IBM Plex Mono"/>
              <a:sym typeface="IBM Plex Mono"/>
            </a:endParaRPr>
          </a:p>
        </p:txBody>
      </p:sp>
      <p:sp>
        <p:nvSpPr>
          <p:cNvPr id="787" name="Google Shape;787;p65"/>
          <p:cNvSpPr txBox="1"/>
          <p:nvPr/>
        </p:nvSpPr>
        <p:spPr>
          <a:xfrm>
            <a:off x="6099818" y="2431500"/>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MERKUR</a:t>
            </a:r>
            <a:endParaRPr sz="1800" b="1">
              <a:solidFill>
                <a:schemeClr val="dk1"/>
              </a:solidFill>
              <a:latin typeface="IBM Plex Mono"/>
              <a:ea typeface="IBM Plex Mono"/>
              <a:cs typeface="IBM Plex Mono"/>
              <a:sym typeface="IBM Plex Mono"/>
            </a:endParaRPr>
          </a:p>
        </p:txBody>
      </p:sp>
      <p:sp>
        <p:nvSpPr>
          <p:cNvPr id="788" name="Google Shape;788;p65"/>
          <p:cNvSpPr txBox="1"/>
          <p:nvPr/>
        </p:nvSpPr>
        <p:spPr>
          <a:xfrm>
            <a:off x="6099740" y="3633188"/>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JUPITER</a:t>
            </a:r>
            <a:endParaRPr sz="1800" b="1">
              <a:solidFill>
                <a:schemeClr val="dk1"/>
              </a:solidFill>
              <a:latin typeface="IBM Plex Mono"/>
              <a:ea typeface="IBM Plex Mono"/>
              <a:cs typeface="IBM Plex Mono"/>
              <a:sym typeface="IBM Plex Mono"/>
            </a:endParaRPr>
          </a:p>
        </p:txBody>
      </p:sp>
      <p:sp>
        <p:nvSpPr>
          <p:cNvPr id="789" name="Google Shape;789;p65"/>
          <p:cNvSpPr/>
          <p:nvPr/>
        </p:nvSpPr>
        <p:spPr>
          <a:xfrm>
            <a:off x="5842850" y="1294925"/>
            <a:ext cx="179700" cy="179700"/>
          </a:xfrm>
          <a:prstGeom prst="rect">
            <a:avLst/>
          </a:prstGeom>
          <a:solidFill>
            <a:schemeClr val="accen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90" name="Google Shape;790;p65"/>
          <p:cNvSpPr/>
          <p:nvPr/>
        </p:nvSpPr>
        <p:spPr>
          <a:xfrm>
            <a:off x="5842850" y="2496917"/>
            <a:ext cx="179700" cy="179700"/>
          </a:xfrm>
          <a:prstGeom prst="rect">
            <a:avLst/>
          </a:prstGeom>
          <a:solidFill>
            <a:schemeClr val="l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91" name="Google Shape;791;p65"/>
          <p:cNvSpPr/>
          <p:nvPr/>
        </p:nvSpPr>
        <p:spPr>
          <a:xfrm>
            <a:off x="5842850" y="3698917"/>
            <a:ext cx="179700" cy="179700"/>
          </a:xfrm>
          <a:prstGeom prst="rect">
            <a:avLst/>
          </a:prstGeom>
          <a:solidFill>
            <a:schemeClr val="accen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795"/>
        <p:cNvGrpSpPr/>
        <p:nvPr/>
      </p:nvGrpSpPr>
      <p:grpSpPr>
        <a:xfrm>
          <a:off x="0" y="0"/>
          <a:ext cx="0" cy="0"/>
          <a:chOff x="0" y="0"/>
          <a:chExt cx="0" cy="0"/>
        </a:xfrm>
      </p:grpSpPr>
      <p:sp>
        <p:nvSpPr>
          <p:cNvPr id="796" name="Google Shape;796;p6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UNSER TEAM</a:t>
            </a:r>
            <a:endParaRPr/>
          </a:p>
        </p:txBody>
      </p:sp>
      <p:sp>
        <p:nvSpPr>
          <p:cNvPr id="797" name="Google Shape;797;p66"/>
          <p:cNvSpPr txBox="1">
            <a:spLocks noGrp="1"/>
          </p:cNvSpPr>
          <p:nvPr>
            <p:ph type="subTitle" idx="1"/>
          </p:nvPr>
        </p:nvSpPr>
        <p:spPr>
          <a:xfrm>
            <a:off x="715087" y="3559688"/>
            <a:ext cx="2104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über diese Person sprechen</a:t>
            </a:r>
            <a:endParaRPr/>
          </a:p>
        </p:txBody>
      </p:sp>
      <p:sp>
        <p:nvSpPr>
          <p:cNvPr id="798" name="Google Shape;798;p66"/>
          <p:cNvSpPr txBox="1">
            <a:spLocks noGrp="1"/>
          </p:cNvSpPr>
          <p:nvPr>
            <p:ph type="subTitle" idx="2"/>
          </p:nvPr>
        </p:nvSpPr>
        <p:spPr>
          <a:xfrm>
            <a:off x="3514687" y="2028188"/>
            <a:ext cx="2104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über diese Person sprechen</a:t>
            </a:r>
            <a:endParaRPr/>
          </a:p>
        </p:txBody>
      </p:sp>
      <p:sp>
        <p:nvSpPr>
          <p:cNvPr id="799" name="Google Shape;799;p66"/>
          <p:cNvSpPr txBox="1">
            <a:spLocks noGrp="1"/>
          </p:cNvSpPr>
          <p:nvPr>
            <p:ph type="subTitle" idx="3"/>
          </p:nvPr>
        </p:nvSpPr>
        <p:spPr>
          <a:xfrm>
            <a:off x="6321062" y="3559688"/>
            <a:ext cx="2104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über diese Person sprechen</a:t>
            </a:r>
            <a:endParaRPr/>
          </a:p>
        </p:txBody>
      </p:sp>
      <p:sp>
        <p:nvSpPr>
          <p:cNvPr id="800" name="Google Shape;800;p66"/>
          <p:cNvSpPr txBox="1">
            <a:spLocks noGrp="1"/>
          </p:cNvSpPr>
          <p:nvPr>
            <p:ph type="subTitle" idx="4"/>
          </p:nvPr>
        </p:nvSpPr>
        <p:spPr>
          <a:xfrm>
            <a:off x="715087" y="3224288"/>
            <a:ext cx="2104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SUE SMITH</a:t>
            </a:r>
            <a:endParaRPr/>
          </a:p>
        </p:txBody>
      </p:sp>
      <p:sp>
        <p:nvSpPr>
          <p:cNvPr id="801" name="Google Shape;801;p66"/>
          <p:cNvSpPr txBox="1">
            <a:spLocks noGrp="1"/>
          </p:cNvSpPr>
          <p:nvPr>
            <p:ph type="subTitle" idx="5"/>
          </p:nvPr>
        </p:nvSpPr>
        <p:spPr>
          <a:xfrm>
            <a:off x="3514692" y="1692788"/>
            <a:ext cx="2104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YAN PHILIP</a:t>
            </a:r>
            <a:endParaRPr/>
          </a:p>
        </p:txBody>
      </p:sp>
      <p:sp>
        <p:nvSpPr>
          <p:cNvPr id="802" name="Google Shape;802;p66"/>
          <p:cNvSpPr txBox="1">
            <a:spLocks noGrp="1"/>
          </p:cNvSpPr>
          <p:nvPr>
            <p:ph type="subTitle" idx="6"/>
          </p:nvPr>
        </p:nvSpPr>
        <p:spPr>
          <a:xfrm>
            <a:off x="6321065" y="3224288"/>
            <a:ext cx="2104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SUSAN BONES</a:t>
            </a:r>
            <a:endParaRPr/>
          </a:p>
        </p:txBody>
      </p:sp>
      <p:pic>
        <p:nvPicPr>
          <p:cNvPr id="803" name="Google Shape;803;p66"/>
          <p:cNvPicPr preferRelativeResize="0">
            <a:picLocks noGrp="1"/>
          </p:cNvPicPr>
          <p:nvPr>
            <p:ph type="pic" idx="2"/>
          </p:nvPr>
        </p:nvPicPr>
        <p:blipFill rotWithShape="1">
          <a:blip r:embed="rId3">
            <a:alphaModFix/>
          </a:blip>
          <a:srcRect l="34747" b="40080"/>
          <a:stretch/>
        </p:blipFill>
        <p:spPr>
          <a:xfrm>
            <a:off x="715087" y="1616588"/>
            <a:ext cx="1686300" cy="1531500"/>
          </a:xfrm>
          <a:prstGeom prst="snip1Rect">
            <a:avLst>
              <a:gd name="adj" fmla="val 10084"/>
            </a:avLst>
          </a:prstGeom>
          <a:noFill/>
          <a:ln w="9525" cap="flat" cmpd="sng">
            <a:solidFill>
              <a:schemeClr val="accent3"/>
            </a:solidFill>
            <a:prstDash val="solid"/>
            <a:round/>
            <a:headEnd type="none" w="sm" len="sm"/>
            <a:tailEnd type="none" w="sm" len="sm"/>
          </a:ln>
        </p:spPr>
      </p:pic>
      <p:pic>
        <p:nvPicPr>
          <p:cNvPr id="804" name="Google Shape;804;p66"/>
          <p:cNvPicPr preferRelativeResize="0">
            <a:picLocks noGrp="1"/>
          </p:cNvPicPr>
          <p:nvPr>
            <p:ph type="pic" idx="3"/>
          </p:nvPr>
        </p:nvPicPr>
        <p:blipFill rotWithShape="1">
          <a:blip r:embed="rId4">
            <a:alphaModFix/>
          </a:blip>
          <a:srcRect l="17524" t="3471" r="17524" b="39068"/>
          <a:stretch/>
        </p:blipFill>
        <p:spPr>
          <a:xfrm>
            <a:off x="3518075" y="2677088"/>
            <a:ext cx="1686300" cy="1531500"/>
          </a:xfrm>
          <a:prstGeom prst="snip1Rect">
            <a:avLst>
              <a:gd name="adj" fmla="val 10084"/>
            </a:avLst>
          </a:prstGeom>
          <a:noFill/>
          <a:ln w="9525" cap="flat" cmpd="sng">
            <a:solidFill>
              <a:schemeClr val="accent3"/>
            </a:solidFill>
            <a:prstDash val="solid"/>
            <a:round/>
            <a:headEnd type="none" w="sm" len="sm"/>
            <a:tailEnd type="none" w="sm" len="sm"/>
          </a:ln>
        </p:spPr>
      </p:pic>
      <p:pic>
        <p:nvPicPr>
          <p:cNvPr id="805" name="Google Shape;805;p66"/>
          <p:cNvPicPr preferRelativeResize="0">
            <a:picLocks noGrp="1"/>
          </p:cNvPicPr>
          <p:nvPr>
            <p:ph type="pic" idx="4"/>
          </p:nvPr>
        </p:nvPicPr>
        <p:blipFill rotWithShape="1">
          <a:blip r:embed="rId5">
            <a:alphaModFix/>
          </a:blip>
          <a:srcRect l="8734" t="3729" b="12462"/>
          <a:stretch/>
        </p:blipFill>
        <p:spPr>
          <a:xfrm>
            <a:off x="6321062" y="1616588"/>
            <a:ext cx="1686300" cy="1531500"/>
          </a:xfrm>
          <a:prstGeom prst="snip1Rect">
            <a:avLst>
              <a:gd name="adj" fmla="val 10084"/>
            </a:avLst>
          </a:prstGeom>
          <a:noFill/>
          <a:ln w="9525" cap="flat" cmpd="sng">
            <a:solidFill>
              <a:schemeClr val="accent3"/>
            </a:solidFill>
            <a:prstDash val="solid"/>
            <a:round/>
            <a:headEnd type="none" w="sm" len="sm"/>
            <a:tailEnd type="none" w="sm" len="sm"/>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809"/>
        <p:cNvGrpSpPr/>
        <p:nvPr/>
      </p:nvGrpSpPr>
      <p:grpSpPr>
        <a:xfrm>
          <a:off x="0" y="0"/>
          <a:ext cx="0" cy="0"/>
          <a:chOff x="0" y="0"/>
          <a:chExt cx="0" cy="0"/>
        </a:xfrm>
      </p:grpSpPr>
      <p:sp>
        <p:nvSpPr>
          <p:cNvPr id="810" name="Google Shape;810;p67"/>
          <p:cNvSpPr txBox="1">
            <a:spLocks noGrp="1"/>
          </p:cNvSpPr>
          <p:nvPr>
            <p:ph type="title"/>
          </p:nvPr>
        </p:nvSpPr>
        <p:spPr>
          <a:xfrm>
            <a:off x="2960400" y="1482025"/>
            <a:ext cx="4256400" cy="152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ROBOTICS REVOLUTION</a:t>
            </a:r>
            <a:endParaRPr/>
          </a:p>
        </p:txBody>
      </p:sp>
      <p:sp>
        <p:nvSpPr>
          <p:cNvPr id="811" name="Google Shape;811;p67"/>
          <p:cNvSpPr txBox="1">
            <a:spLocks noGrp="1"/>
          </p:cNvSpPr>
          <p:nvPr>
            <p:ph type="subTitle" idx="1"/>
          </p:nvPr>
        </p:nvSpPr>
        <p:spPr>
          <a:xfrm>
            <a:off x="5234950" y="3619525"/>
            <a:ext cx="2697600" cy="602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de"/>
              <a:t>Hier kannst du wenn nötig einen Untertitel eingeben</a:t>
            </a:r>
            <a:endParaRPr/>
          </a:p>
        </p:txBody>
      </p:sp>
      <p:sp>
        <p:nvSpPr>
          <p:cNvPr id="812" name="Google Shape;812;p67"/>
          <p:cNvSpPr txBox="1">
            <a:spLocks noGrp="1"/>
          </p:cNvSpPr>
          <p:nvPr>
            <p:ph type="title" idx="2"/>
          </p:nvPr>
        </p:nvSpPr>
        <p:spPr>
          <a:xfrm>
            <a:off x="827527" y="1787125"/>
            <a:ext cx="1995000" cy="915900"/>
          </a:xfrm>
          <a:prstGeom prst="rect">
            <a:avLst/>
          </a:prstGeom>
        </p:spPr>
        <p:txBody>
          <a:bodyPr spcFirstLastPara="1" wrap="square" lIns="91425" tIns="91425" rIns="91425" bIns="0" anchor="ctr" anchorCtr="0">
            <a:noAutofit/>
          </a:bodyPr>
          <a:lstStyle/>
          <a:p>
            <a:pPr marL="0" lvl="0" indent="0" algn="ctr" rtl="0">
              <a:spcBef>
                <a:spcPts val="0"/>
              </a:spcBef>
              <a:spcAft>
                <a:spcPts val="0"/>
              </a:spcAft>
              <a:buNone/>
            </a:pPr>
            <a:r>
              <a:rPr lang="de"/>
              <a:t>02</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816"/>
        <p:cNvGrpSpPr/>
        <p:nvPr/>
      </p:nvGrpSpPr>
      <p:grpSpPr>
        <a:xfrm>
          <a:off x="0" y="0"/>
          <a:ext cx="0" cy="0"/>
          <a:chOff x="0" y="0"/>
          <a:chExt cx="0" cy="0"/>
        </a:xfrm>
      </p:grpSpPr>
      <p:sp>
        <p:nvSpPr>
          <p:cNvPr id="817" name="Google Shape;817;p6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EXPLORING THE WORLD OF BOTS</a:t>
            </a:r>
            <a:endParaRPr/>
          </a:p>
        </p:txBody>
      </p:sp>
      <p:sp>
        <p:nvSpPr>
          <p:cNvPr id="818" name="Google Shape;818;p68"/>
          <p:cNvSpPr txBox="1">
            <a:spLocks noGrp="1"/>
          </p:cNvSpPr>
          <p:nvPr>
            <p:ph type="subTitle" idx="6"/>
          </p:nvPr>
        </p:nvSpPr>
        <p:spPr>
          <a:xfrm>
            <a:off x="6283888" y="1760150"/>
            <a:ext cx="21477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NEPTUN</a:t>
            </a:r>
            <a:endParaRPr/>
          </a:p>
        </p:txBody>
      </p:sp>
      <p:sp>
        <p:nvSpPr>
          <p:cNvPr id="819" name="Google Shape;819;p68"/>
          <p:cNvSpPr txBox="1">
            <a:spLocks noGrp="1"/>
          </p:cNvSpPr>
          <p:nvPr>
            <p:ph type="subTitle" idx="1"/>
          </p:nvPr>
        </p:nvSpPr>
        <p:spPr>
          <a:xfrm>
            <a:off x="727625" y="2095550"/>
            <a:ext cx="21477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Mars ist trotz seiner</a:t>
            </a:r>
            <a:r>
              <a:rPr lang="de" b="1"/>
              <a:t> roten Farbe</a:t>
            </a:r>
            <a:r>
              <a:rPr lang="de"/>
              <a:t> sehr kalt</a:t>
            </a:r>
            <a:endParaRPr/>
          </a:p>
        </p:txBody>
      </p:sp>
      <p:sp>
        <p:nvSpPr>
          <p:cNvPr id="820" name="Google Shape;820;p68"/>
          <p:cNvSpPr txBox="1">
            <a:spLocks noGrp="1"/>
          </p:cNvSpPr>
          <p:nvPr>
            <p:ph type="subTitle" idx="2"/>
          </p:nvPr>
        </p:nvSpPr>
        <p:spPr>
          <a:xfrm>
            <a:off x="3511913" y="2095550"/>
            <a:ext cx="21477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Ist der größte Planet im Sonnensystem</a:t>
            </a:r>
            <a:endParaRPr/>
          </a:p>
        </p:txBody>
      </p:sp>
      <p:sp>
        <p:nvSpPr>
          <p:cNvPr id="821" name="Google Shape;821;p68"/>
          <p:cNvSpPr txBox="1">
            <a:spLocks noGrp="1"/>
          </p:cNvSpPr>
          <p:nvPr>
            <p:ph type="subTitle" idx="3"/>
          </p:nvPr>
        </p:nvSpPr>
        <p:spPr>
          <a:xfrm>
            <a:off x="6283879" y="2095550"/>
            <a:ext cx="21477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Neptun ist am weitesten von der Sonne entfernt</a:t>
            </a:r>
            <a:endParaRPr/>
          </a:p>
        </p:txBody>
      </p:sp>
      <p:sp>
        <p:nvSpPr>
          <p:cNvPr id="822" name="Google Shape;822;p68"/>
          <p:cNvSpPr txBox="1">
            <a:spLocks noGrp="1"/>
          </p:cNvSpPr>
          <p:nvPr>
            <p:ph type="subTitle" idx="4"/>
          </p:nvPr>
        </p:nvSpPr>
        <p:spPr>
          <a:xfrm>
            <a:off x="727620" y="1760150"/>
            <a:ext cx="21477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MARS</a:t>
            </a:r>
            <a:endParaRPr/>
          </a:p>
        </p:txBody>
      </p:sp>
      <p:sp>
        <p:nvSpPr>
          <p:cNvPr id="823" name="Google Shape;823;p68"/>
          <p:cNvSpPr txBox="1">
            <a:spLocks noGrp="1"/>
          </p:cNvSpPr>
          <p:nvPr>
            <p:ph type="subTitle" idx="5"/>
          </p:nvPr>
        </p:nvSpPr>
        <p:spPr>
          <a:xfrm>
            <a:off x="3511917" y="1760150"/>
            <a:ext cx="21477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JUPITER</a:t>
            </a:r>
            <a:endParaRPr/>
          </a:p>
        </p:txBody>
      </p:sp>
      <p:sp>
        <p:nvSpPr>
          <p:cNvPr id="824" name="Google Shape;824;p68"/>
          <p:cNvSpPr txBox="1">
            <a:spLocks noGrp="1"/>
          </p:cNvSpPr>
          <p:nvPr>
            <p:ph type="subTitle" idx="7"/>
          </p:nvPr>
        </p:nvSpPr>
        <p:spPr>
          <a:xfrm>
            <a:off x="2069380" y="3719125"/>
            <a:ext cx="21489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Saturn besteht aus Wasserstoff und </a:t>
            </a:r>
            <a:r>
              <a:rPr lang="de" b="1"/>
              <a:t>Helium</a:t>
            </a:r>
            <a:endParaRPr/>
          </a:p>
        </p:txBody>
      </p:sp>
      <p:sp>
        <p:nvSpPr>
          <p:cNvPr id="825" name="Google Shape;825;p68"/>
          <p:cNvSpPr txBox="1">
            <a:spLocks noGrp="1"/>
          </p:cNvSpPr>
          <p:nvPr>
            <p:ph type="subTitle" idx="8"/>
          </p:nvPr>
        </p:nvSpPr>
        <p:spPr>
          <a:xfrm>
            <a:off x="4938030" y="3719125"/>
            <a:ext cx="21489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Merkur ist der </a:t>
            </a:r>
            <a:r>
              <a:rPr lang="de" b="1"/>
              <a:t>sonnennächste</a:t>
            </a:r>
            <a:r>
              <a:rPr lang="de"/>
              <a:t> Planet</a:t>
            </a:r>
            <a:endParaRPr/>
          </a:p>
        </p:txBody>
      </p:sp>
      <p:sp>
        <p:nvSpPr>
          <p:cNvPr id="826" name="Google Shape;826;p68"/>
          <p:cNvSpPr txBox="1">
            <a:spLocks noGrp="1"/>
          </p:cNvSpPr>
          <p:nvPr>
            <p:ph type="subTitle" idx="9"/>
          </p:nvPr>
        </p:nvSpPr>
        <p:spPr>
          <a:xfrm>
            <a:off x="2069380" y="3383725"/>
            <a:ext cx="21489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SATURN</a:t>
            </a:r>
            <a:endParaRPr/>
          </a:p>
        </p:txBody>
      </p:sp>
      <p:sp>
        <p:nvSpPr>
          <p:cNvPr id="827" name="Google Shape;827;p68"/>
          <p:cNvSpPr txBox="1">
            <a:spLocks noGrp="1"/>
          </p:cNvSpPr>
          <p:nvPr>
            <p:ph type="subTitle" idx="13"/>
          </p:nvPr>
        </p:nvSpPr>
        <p:spPr>
          <a:xfrm>
            <a:off x="4938032" y="3383725"/>
            <a:ext cx="21489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MERKUR</a:t>
            </a:r>
            <a:endParaRPr/>
          </a:p>
        </p:txBody>
      </p:sp>
      <p:sp>
        <p:nvSpPr>
          <p:cNvPr id="828" name="Google Shape;828;p68"/>
          <p:cNvSpPr/>
          <p:nvPr/>
        </p:nvSpPr>
        <p:spPr>
          <a:xfrm>
            <a:off x="2176049" y="2949355"/>
            <a:ext cx="281667" cy="281972"/>
          </a:xfrm>
          <a:custGeom>
            <a:avLst/>
            <a:gdLst/>
            <a:ahLst/>
            <a:cxnLst/>
            <a:rect l="l" t="t" r="r" b="b"/>
            <a:pathLst>
              <a:path w="915" h="916" extrusionOk="0">
                <a:moveTo>
                  <a:pt x="845" y="212"/>
                </a:moveTo>
                <a:lnTo>
                  <a:pt x="900" y="186"/>
                </a:lnTo>
                <a:cubicBezTo>
                  <a:pt x="914" y="179"/>
                  <a:pt x="919" y="163"/>
                  <a:pt x="912" y="150"/>
                </a:cubicBezTo>
                <a:cubicBezTo>
                  <a:pt x="906" y="136"/>
                  <a:pt x="890" y="131"/>
                  <a:pt x="876" y="137"/>
                </a:cubicBezTo>
                <a:lnTo>
                  <a:pt x="821" y="164"/>
                </a:lnTo>
                <a:cubicBezTo>
                  <a:pt x="808" y="171"/>
                  <a:pt x="802" y="187"/>
                  <a:pt x="809" y="200"/>
                </a:cubicBezTo>
                <a:cubicBezTo>
                  <a:pt x="816" y="213"/>
                  <a:pt x="832" y="219"/>
                  <a:pt x="845" y="212"/>
                </a:cubicBezTo>
                <a:moveTo>
                  <a:pt x="55" y="322"/>
                </a:moveTo>
                <a:cubicBezTo>
                  <a:pt x="69" y="322"/>
                  <a:pt x="81" y="311"/>
                  <a:pt x="82" y="297"/>
                </a:cubicBezTo>
                <a:cubicBezTo>
                  <a:pt x="84" y="281"/>
                  <a:pt x="71" y="268"/>
                  <a:pt x="56" y="268"/>
                </a:cubicBezTo>
                <a:lnTo>
                  <a:pt x="28" y="268"/>
                </a:lnTo>
                <a:cubicBezTo>
                  <a:pt x="14" y="268"/>
                  <a:pt x="1" y="279"/>
                  <a:pt x="0" y="293"/>
                </a:cubicBezTo>
                <a:cubicBezTo>
                  <a:pt x="-1" y="309"/>
                  <a:pt x="11" y="322"/>
                  <a:pt x="27" y="322"/>
                </a:cubicBezTo>
                <a:lnTo>
                  <a:pt x="55" y="322"/>
                </a:lnTo>
                <a:moveTo>
                  <a:pt x="70" y="379"/>
                </a:moveTo>
                <a:lnTo>
                  <a:pt x="15" y="406"/>
                </a:lnTo>
                <a:cubicBezTo>
                  <a:pt x="2" y="412"/>
                  <a:pt x="-4" y="428"/>
                  <a:pt x="3" y="442"/>
                </a:cubicBezTo>
                <a:cubicBezTo>
                  <a:pt x="9" y="455"/>
                  <a:pt x="26" y="460"/>
                  <a:pt x="39" y="454"/>
                </a:cubicBezTo>
                <a:lnTo>
                  <a:pt x="94" y="427"/>
                </a:lnTo>
                <a:cubicBezTo>
                  <a:pt x="108" y="420"/>
                  <a:pt x="113" y="404"/>
                  <a:pt x="106" y="391"/>
                </a:cubicBezTo>
                <a:cubicBezTo>
                  <a:pt x="100" y="378"/>
                  <a:pt x="84" y="372"/>
                  <a:pt x="70" y="379"/>
                </a:cubicBezTo>
                <a:moveTo>
                  <a:pt x="861" y="268"/>
                </a:moveTo>
                <a:cubicBezTo>
                  <a:pt x="847" y="268"/>
                  <a:pt x="834" y="279"/>
                  <a:pt x="833" y="293"/>
                </a:cubicBezTo>
                <a:cubicBezTo>
                  <a:pt x="832" y="309"/>
                  <a:pt x="844" y="322"/>
                  <a:pt x="860" y="322"/>
                </a:cubicBezTo>
                <a:lnTo>
                  <a:pt x="887" y="322"/>
                </a:lnTo>
                <a:cubicBezTo>
                  <a:pt x="901" y="322"/>
                  <a:pt x="914" y="311"/>
                  <a:pt x="915" y="297"/>
                </a:cubicBezTo>
                <a:cubicBezTo>
                  <a:pt x="916" y="281"/>
                  <a:pt x="904" y="268"/>
                  <a:pt x="888" y="268"/>
                </a:cubicBezTo>
                <a:lnTo>
                  <a:pt x="861" y="268"/>
                </a:lnTo>
                <a:moveTo>
                  <a:pt x="270" y="728"/>
                </a:moveTo>
                <a:cubicBezTo>
                  <a:pt x="270" y="763"/>
                  <a:pt x="293" y="792"/>
                  <a:pt x="324" y="803"/>
                </a:cubicBezTo>
                <a:lnTo>
                  <a:pt x="324" y="836"/>
                </a:lnTo>
                <a:cubicBezTo>
                  <a:pt x="324" y="880"/>
                  <a:pt x="360" y="916"/>
                  <a:pt x="404" y="916"/>
                </a:cubicBezTo>
                <a:lnTo>
                  <a:pt x="512" y="916"/>
                </a:lnTo>
                <a:cubicBezTo>
                  <a:pt x="556" y="916"/>
                  <a:pt x="592" y="880"/>
                  <a:pt x="592" y="836"/>
                </a:cubicBezTo>
                <a:lnTo>
                  <a:pt x="592" y="803"/>
                </a:lnTo>
                <a:cubicBezTo>
                  <a:pt x="623" y="792"/>
                  <a:pt x="646" y="763"/>
                  <a:pt x="646" y="728"/>
                </a:cubicBezTo>
                <a:lnTo>
                  <a:pt x="646" y="697"/>
                </a:lnTo>
                <a:lnTo>
                  <a:pt x="270" y="697"/>
                </a:lnTo>
                <a:lnTo>
                  <a:pt x="270" y="728"/>
                </a:lnTo>
                <a:moveTo>
                  <a:pt x="775" y="209"/>
                </a:moveTo>
                <a:cubicBezTo>
                  <a:pt x="707" y="129"/>
                  <a:pt x="587" y="155"/>
                  <a:pt x="592" y="247"/>
                </a:cubicBezTo>
                <a:cubicBezTo>
                  <a:pt x="593" y="252"/>
                  <a:pt x="591" y="256"/>
                  <a:pt x="587" y="259"/>
                </a:cubicBezTo>
                <a:cubicBezTo>
                  <a:pt x="565" y="279"/>
                  <a:pt x="538" y="263"/>
                  <a:pt x="538" y="241"/>
                </a:cubicBezTo>
                <a:cubicBezTo>
                  <a:pt x="538" y="194"/>
                  <a:pt x="563" y="150"/>
                  <a:pt x="604" y="126"/>
                </a:cubicBezTo>
                <a:cubicBezTo>
                  <a:pt x="631" y="110"/>
                  <a:pt x="661" y="106"/>
                  <a:pt x="691" y="110"/>
                </a:cubicBezTo>
                <a:cubicBezTo>
                  <a:pt x="676" y="61"/>
                  <a:pt x="635" y="22"/>
                  <a:pt x="586" y="7"/>
                </a:cubicBezTo>
                <a:cubicBezTo>
                  <a:pt x="552" y="-3"/>
                  <a:pt x="517" y="-2"/>
                  <a:pt x="485" y="10"/>
                </a:cubicBezTo>
                <a:lnTo>
                  <a:pt x="485" y="644"/>
                </a:lnTo>
                <a:lnTo>
                  <a:pt x="646" y="644"/>
                </a:lnTo>
                <a:lnTo>
                  <a:pt x="646" y="629"/>
                </a:lnTo>
                <a:cubicBezTo>
                  <a:pt x="678" y="610"/>
                  <a:pt x="699" y="575"/>
                  <a:pt x="699" y="536"/>
                </a:cubicBezTo>
                <a:cubicBezTo>
                  <a:pt x="699" y="532"/>
                  <a:pt x="699" y="527"/>
                  <a:pt x="698" y="522"/>
                </a:cubicBezTo>
                <a:cubicBezTo>
                  <a:pt x="780" y="476"/>
                  <a:pt x="772" y="341"/>
                  <a:pt x="659" y="384"/>
                </a:cubicBezTo>
                <a:cubicBezTo>
                  <a:pt x="645" y="389"/>
                  <a:pt x="639" y="405"/>
                  <a:pt x="644" y="419"/>
                </a:cubicBezTo>
                <a:cubicBezTo>
                  <a:pt x="653" y="445"/>
                  <a:pt x="623" y="469"/>
                  <a:pt x="598" y="447"/>
                </a:cubicBezTo>
                <a:cubicBezTo>
                  <a:pt x="594" y="445"/>
                  <a:pt x="593" y="441"/>
                  <a:pt x="592" y="437"/>
                </a:cubicBezTo>
                <a:cubicBezTo>
                  <a:pt x="588" y="374"/>
                  <a:pt x="637" y="322"/>
                  <a:pt x="699" y="322"/>
                </a:cubicBezTo>
                <a:cubicBezTo>
                  <a:pt x="735" y="322"/>
                  <a:pt x="766" y="339"/>
                  <a:pt x="785" y="365"/>
                </a:cubicBezTo>
                <a:cubicBezTo>
                  <a:pt x="798" y="344"/>
                  <a:pt x="806" y="320"/>
                  <a:pt x="806" y="295"/>
                </a:cubicBezTo>
                <a:cubicBezTo>
                  <a:pt x="807" y="262"/>
                  <a:pt x="795" y="232"/>
                  <a:pt x="775" y="209"/>
                </a:cubicBezTo>
                <a:moveTo>
                  <a:pt x="900" y="406"/>
                </a:moveTo>
                <a:lnTo>
                  <a:pt x="845" y="379"/>
                </a:lnTo>
                <a:cubicBezTo>
                  <a:pt x="832" y="372"/>
                  <a:pt x="816" y="378"/>
                  <a:pt x="809" y="391"/>
                </a:cubicBezTo>
                <a:cubicBezTo>
                  <a:pt x="802" y="404"/>
                  <a:pt x="808" y="420"/>
                  <a:pt x="821" y="427"/>
                </a:cubicBezTo>
                <a:lnTo>
                  <a:pt x="876" y="454"/>
                </a:lnTo>
                <a:cubicBezTo>
                  <a:pt x="890" y="460"/>
                  <a:pt x="906" y="455"/>
                  <a:pt x="912" y="442"/>
                </a:cubicBezTo>
                <a:cubicBezTo>
                  <a:pt x="919" y="428"/>
                  <a:pt x="914" y="412"/>
                  <a:pt x="900" y="406"/>
                </a:cubicBezTo>
                <a:moveTo>
                  <a:pt x="270" y="644"/>
                </a:moveTo>
                <a:lnTo>
                  <a:pt x="431" y="644"/>
                </a:lnTo>
                <a:lnTo>
                  <a:pt x="431" y="10"/>
                </a:lnTo>
                <a:cubicBezTo>
                  <a:pt x="399" y="-2"/>
                  <a:pt x="364" y="-3"/>
                  <a:pt x="330" y="7"/>
                </a:cubicBezTo>
                <a:cubicBezTo>
                  <a:pt x="281" y="22"/>
                  <a:pt x="241" y="61"/>
                  <a:pt x="225" y="110"/>
                </a:cubicBezTo>
                <a:cubicBezTo>
                  <a:pt x="255" y="106"/>
                  <a:pt x="285" y="110"/>
                  <a:pt x="312" y="126"/>
                </a:cubicBezTo>
                <a:cubicBezTo>
                  <a:pt x="352" y="150"/>
                  <a:pt x="377" y="194"/>
                  <a:pt x="378" y="240"/>
                </a:cubicBezTo>
                <a:cubicBezTo>
                  <a:pt x="378" y="253"/>
                  <a:pt x="367" y="266"/>
                  <a:pt x="355" y="268"/>
                </a:cubicBezTo>
                <a:cubicBezTo>
                  <a:pt x="338" y="270"/>
                  <a:pt x="324" y="258"/>
                  <a:pt x="324" y="241"/>
                </a:cubicBezTo>
                <a:cubicBezTo>
                  <a:pt x="324" y="154"/>
                  <a:pt x="207" y="131"/>
                  <a:pt x="141" y="209"/>
                </a:cubicBezTo>
                <a:cubicBezTo>
                  <a:pt x="121" y="232"/>
                  <a:pt x="109" y="262"/>
                  <a:pt x="109" y="295"/>
                </a:cubicBezTo>
                <a:cubicBezTo>
                  <a:pt x="109" y="321"/>
                  <a:pt x="118" y="345"/>
                  <a:pt x="131" y="366"/>
                </a:cubicBezTo>
                <a:cubicBezTo>
                  <a:pt x="150" y="339"/>
                  <a:pt x="181" y="322"/>
                  <a:pt x="217" y="322"/>
                </a:cubicBezTo>
                <a:cubicBezTo>
                  <a:pt x="275" y="322"/>
                  <a:pt x="323" y="370"/>
                  <a:pt x="324" y="428"/>
                </a:cubicBezTo>
                <a:cubicBezTo>
                  <a:pt x="324" y="442"/>
                  <a:pt x="313" y="455"/>
                  <a:pt x="299" y="456"/>
                </a:cubicBezTo>
                <a:cubicBezTo>
                  <a:pt x="283" y="457"/>
                  <a:pt x="270" y="445"/>
                  <a:pt x="270" y="429"/>
                </a:cubicBezTo>
                <a:cubicBezTo>
                  <a:pt x="270" y="402"/>
                  <a:pt x="251" y="378"/>
                  <a:pt x="225" y="376"/>
                </a:cubicBezTo>
                <a:cubicBezTo>
                  <a:pt x="144" y="368"/>
                  <a:pt x="144" y="481"/>
                  <a:pt x="218" y="522"/>
                </a:cubicBezTo>
                <a:cubicBezTo>
                  <a:pt x="217" y="527"/>
                  <a:pt x="217" y="531"/>
                  <a:pt x="217" y="536"/>
                </a:cubicBezTo>
                <a:cubicBezTo>
                  <a:pt x="217" y="575"/>
                  <a:pt x="238" y="610"/>
                  <a:pt x="270" y="629"/>
                </a:cubicBezTo>
                <a:lnTo>
                  <a:pt x="270" y="644"/>
                </a:lnTo>
                <a:moveTo>
                  <a:pt x="94" y="164"/>
                </a:moveTo>
                <a:lnTo>
                  <a:pt x="39" y="138"/>
                </a:lnTo>
                <a:cubicBezTo>
                  <a:pt x="26" y="131"/>
                  <a:pt x="10" y="136"/>
                  <a:pt x="3" y="150"/>
                </a:cubicBezTo>
                <a:cubicBezTo>
                  <a:pt x="-4" y="163"/>
                  <a:pt x="2" y="179"/>
                  <a:pt x="15" y="186"/>
                </a:cubicBezTo>
                <a:lnTo>
                  <a:pt x="70" y="212"/>
                </a:lnTo>
                <a:cubicBezTo>
                  <a:pt x="84" y="219"/>
                  <a:pt x="100" y="214"/>
                  <a:pt x="106" y="200"/>
                </a:cubicBezTo>
                <a:cubicBezTo>
                  <a:pt x="113" y="187"/>
                  <a:pt x="107" y="171"/>
                  <a:pt x="94" y="16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29" name="Google Shape;829;p68"/>
          <p:cNvSpPr/>
          <p:nvPr/>
        </p:nvSpPr>
        <p:spPr>
          <a:xfrm>
            <a:off x="5044715" y="2949350"/>
            <a:ext cx="214559" cy="281972"/>
          </a:xfrm>
          <a:custGeom>
            <a:avLst/>
            <a:gdLst/>
            <a:ahLst/>
            <a:cxnLst/>
            <a:rect l="l" t="t" r="r" b="b"/>
            <a:pathLst>
              <a:path w="697" h="916" extrusionOk="0">
                <a:moveTo>
                  <a:pt x="455" y="755"/>
                </a:moveTo>
                <a:lnTo>
                  <a:pt x="509" y="755"/>
                </a:lnTo>
                <a:cubicBezTo>
                  <a:pt x="518" y="755"/>
                  <a:pt x="527" y="756"/>
                  <a:pt x="536" y="758"/>
                </a:cubicBezTo>
                <a:lnTo>
                  <a:pt x="536" y="592"/>
                </a:lnTo>
                <a:lnTo>
                  <a:pt x="429" y="592"/>
                </a:lnTo>
                <a:lnTo>
                  <a:pt x="429" y="758"/>
                </a:lnTo>
                <a:cubicBezTo>
                  <a:pt x="437" y="756"/>
                  <a:pt x="446" y="755"/>
                  <a:pt x="455" y="755"/>
                </a:cubicBezTo>
                <a:moveTo>
                  <a:pt x="482" y="134"/>
                </a:moveTo>
                <a:cubicBezTo>
                  <a:pt x="482" y="60"/>
                  <a:pt x="422" y="0"/>
                  <a:pt x="348" y="0"/>
                </a:cubicBezTo>
                <a:cubicBezTo>
                  <a:pt x="274" y="0"/>
                  <a:pt x="214" y="60"/>
                  <a:pt x="214" y="134"/>
                </a:cubicBezTo>
                <a:lnTo>
                  <a:pt x="214" y="161"/>
                </a:lnTo>
                <a:lnTo>
                  <a:pt x="482" y="161"/>
                </a:lnTo>
                <a:lnTo>
                  <a:pt x="482" y="134"/>
                </a:lnTo>
                <a:moveTo>
                  <a:pt x="348" y="107"/>
                </a:moveTo>
                <a:cubicBezTo>
                  <a:pt x="333" y="107"/>
                  <a:pt x="321" y="95"/>
                  <a:pt x="321" y="81"/>
                </a:cubicBezTo>
                <a:cubicBezTo>
                  <a:pt x="321" y="66"/>
                  <a:pt x="333" y="54"/>
                  <a:pt x="348" y="54"/>
                </a:cubicBezTo>
                <a:cubicBezTo>
                  <a:pt x="363" y="54"/>
                  <a:pt x="375" y="66"/>
                  <a:pt x="375" y="81"/>
                </a:cubicBezTo>
                <a:cubicBezTo>
                  <a:pt x="375" y="95"/>
                  <a:pt x="363" y="107"/>
                  <a:pt x="348" y="107"/>
                </a:cubicBezTo>
                <a:moveTo>
                  <a:pt x="536" y="241"/>
                </a:moveTo>
                <a:cubicBezTo>
                  <a:pt x="536" y="227"/>
                  <a:pt x="524" y="215"/>
                  <a:pt x="509" y="215"/>
                </a:cubicBezTo>
                <a:lnTo>
                  <a:pt x="187" y="215"/>
                </a:lnTo>
                <a:cubicBezTo>
                  <a:pt x="173" y="215"/>
                  <a:pt x="161" y="227"/>
                  <a:pt x="161" y="241"/>
                </a:cubicBezTo>
                <a:lnTo>
                  <a:pt x="161" y="539"/>
                </a:lnTo>
                <a:lnTo>
                  <a:pt x="536" y="539"/>
                </a:lnTo>
                <a:lnTo>
                  <a:pt x="536" y="241"/>
                </a:lnTo>
                <a:moveTo>
                  <a:pt x="402" y="376"/>
                </a:moveTo>
                <a:lnTo>
                  <a:pt x="295" y="376"/>
                </a:lnTo>
                <a:cubicBezTo>
                  <a:pt x="280" y="376"/>
                  <a:pt x="268" y="364"/>
                  <a:pt x="268" y="349"/>
                </a:cubicBezTo>
                <a:cubicBezTo>
                  <a:pt x="268" y="334"/>
                  <a:pt x="280" y="322"/>
                  <a:pt x="295" y="322"/>
                </a:cubicBezTo>
                <a:lnTo>
                  <a:pt x="402" y="322"/>
                </a:lnTo>
                <a:cubicBezTo>
                  <a:pt x="417" y="322"/>
                  <a:pt x="429" y="334"/>
                  <a:pt x="429" y="349"/>
                </a:cubicBezTo>
                <a:cubicBezTo>
                  <a:pt x="429" y="364"/>
                  <a:pt x="417" y="376"/>
                  <a:pt x="402" y="376"/>
                </a:cubicBezTo>
                <a:moveTo>
                  <a:pt x="509" y="809"/>
                </a:moveTo>
                <a:lnTo>
                  <a:pt x="455" y="809"/>
                </a:lnTo>
                <a:cubicBezTo>
                  <a:pt x="411" y="809"/>
                  <a:pt x="375" y="845"/>
                  <a:pt x="375" y="890"/>
                </a:cubicBezTo>
                <a:cubicBezTo>
                  <a:pt x="375" y="904"/>
                  <a:pt x="387" y="916"/>
                  <a:pt x="402" y="916"/>
                </a:cubicBezTo>
                <a:lnTo>
                  <a:pt x="563" y="916"/>
                </a:lnTo>
                <a:cubicBezTo>
                  <a:pt x="577" y="916"/>
                  <a:pt x="589" y="904"/>
                  <a:pt x="589" y="890"/>
                </a:cubicBezTo>
                <a:cubicBezTo>
                  <a:pt x="590" y="845"/>
                  <a:pt x="554" y="809"/>
                  <a:pt x="509" y="809"/>
                </a:cubicBezTo>
                <a:moveTo>
                  <a:pt x="616" y="215"/>
                </a:moveTo>
                <a:lnTo>
                  <a:pt x="589" y="215"/>
                </a:lnTo>
                <a:lnTo>
                  <a:pt x="589" y="643"/>
                </a:lnTo>
                <a:cubicBezTo>
                  <a:pt x="651" y="630"/>
                  <a:pt x="697" y="576"/>
                  <a:pt x="697" y="511"/>
                </a:cubicBezTo>
                <a:lnTo>
                  <a:pt x="697" y="295"/>
                </a:lnTo>
                <a:cubicBezTo>
                  <a:pt x="697" y="251"/>
                  <a:pt x="661" y="215"/>
                  <a:pt x="616" y="215"/>
                </a:cubicBezTo>
                <a:moveTo>
                  <a:pt x="0" y="295"/>
                </a:moveTo>
                <a:lnTo>
                  <a:pt x="0" y="511"/>
                </a:lnTo>
                <a:cubicBezTo>
                  <a:pt x="0" y="576"/>
                  <a:pt x="46" y="630"/>
                  <a:pt x="107" y="643"/>
                </a:cubicBezTo>
                <a:lnTo>
                  <a:pt x="107" y="215"/>
                </a:lnTo>
                <a:lnTo>
                  <a:pt x="80" y="215"/>
                </a:lnTo>
                <a:cubicBezTo>
                  <a:pt x="36" y="215"/>
                  <a:pt x="0" y="251"/>
                  <a:pt x="0" y="295"/>
                </a:cubicBezTo>
                <a:moveTo>
                  <a:pt x="241" y="755"/>
                </a:moveTo>
                <a:cubicBezTo>
                  <a:pt x="250" y="755"/>
                  <a:pt x="259" y="756"/>
                  <a:pt x="268" y="758"/>
                </a:cubicBezTo>
                <a:lnTo>
                  <a:pt x="268" y="592"/>
                </a:lnTo>
                <a:lnTo>
                  <a:pt x="160" y="592"/>
                </a:lnTo>
                <a:lnTo>
                  <a:pt x="160" y="758"/>
                </a:lnTo>
                <a:cubicBezTo>
                  <a:pt x="169" y="756"/>
                  <a:pt x="178" y="755"/>
                  <a:pt x="187" y="755"/>
                </a:cubicBezTo>
                <a:lnTo>
                  <a:pt x="241" y="755"/>
                </a:lnTo>
                <a:moveTo>
                  <a:pt x="241" y="809"/>
                </a:moveTo>
                <a:lnTo>
                  <a:pt x="187" y="809"/>
                </a:lnTo>
                <a:cubicBezTo>
                  <a:pt x="143" y="809"/>
                  <a:pt x="107" y="845"/>
                  <a:pt x="107" y="890"/>
                </a:cubicBezTo>
                <a:cubicBezTo>
                  <a:pt x="107" y="904"/>
                  <a:pt x="119" y="916"/>
                  <a:pt x="134" y="916"/>
                </a:cubicBezTo>
                <a:lnTo>
                  <a:pt x="295" y="916"/>
                </a:lnTo>
                <a:cubicBezTo>
                  <a:pt x="309" y="916"/>
                  <a:pt x="321" y="904"/>
                  <a:pt x="321" y="890"/>
                </a:cubicBezTo>
                <a:cubicBezTo>
                  <a:pt x="322" y="845"/>
                  <a:pt x="286" y="809"/>
                  <a:pt x="241" y="80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30" name="Google Shape;830;p68"/>
          <p:cNvSpPr/>
          <p:nvPr/>
        </p:nvSpPr>
        <p:spPr>
          <a:xfrm>
            <a:off x="3709981" y="1325925"/>
            <a:ext cx="281667" cy="281664"/>
          </a:xfrm>
          <a:custGeom>
            <a:avLst/>
            <a:gdLst/>
            <a:ahLst/>
            <a:cxnLst/>
            <a:rect l="l" t="t" r="r" b="b"/>
            <a:pathLst>
              <a:path w="915" h="915" extrusionOk="0">
                <a:moveTo>
                  <a:pt x="7" y="718"/>
                </a:moveTo>
                <a:cubicBezTo>
                  <a:pt x="-3" y="729"/>
                  <a:pt x="-3" y="746"/>
                  <a:pt x="7" y="756"/>
                </a:cubicBezTo>
                <a:lnTo>
                  <a:pt x="159" y="908"/>
                </a:lnTo>
                <a:cubicBezTo>
                  <a:pt x="169" y="918"/>
                  <a:pt x="186" y="918"/>
                  <a:pt x="197" y="908"/>
                </a:cubicBezTo>
                <a:lnTo>
                  <a:pt x="216" y="889"/>
                </a:lnTo>
                <a:lnTo>
                  <a:pt x="26" y="699"/>
                </a:lnTo>
                <a:lnTo>
                  <a:pt x="7" y="718"/>
                </a:lnTo>
                <a:moveTo>
                  <a:pt x="386" y="642"/>
                </a:moveTo>
                <a:lnTo>
                  <a:pt x="424" y="605"/>
                </a:lnTo>
                <a:lnTo>
                  <a:pt x="310" y="491"/>
                </a:lnTo>
                <a:lnTo>
                  <a:pt x="272" y="529"/>
                </a:lnTo>
                <a:lnTo>
                  <a:pt x="386" y="642"/>
                </a:lnTo>
                <a:moveTo>
                  <a:pt x="576" y="453"/>
                </a:moveTo>
                <a:lnTo>
                  <a:pt x="462" y="339"/>
                </a:lnTo>
                <a:lnTo>
                  <a:pt x="424" y="377"/>
                </a:lnTo>
                <a:lnTo>
                  <a:pt x="538" y="491"/>
                </a:lnTo>
                <a:lnTo>
                  <a:pt x="576" y="453"/>
                </a:lnTo>
                <a:moveTo>
                  <a:pt x="500" y="529"/>
                </a:moveTo>
                <a:lnTo>
                  <a:pt x="386" y="415"/>
                </a:lnTo>
                <a:lnTo>
                  <a:pt x="348" y="453"/>
                </a:lnTo>
                <a:lnTo>
                  <a:pt x="462" y="567"/>
                </a:lnTo>
                <a:lnTo>
                  <a:pt x="500" y="529"/>
                </a:lnTo>
                <a:moveTo>
                  <a:pt x="907" y="160"/>
                </a:moveTo>
                <a:lnTo>
                  <a:pt x="755" y="8"/>
                </a:lnTo>
                <a:cubicBezTo>
                  <a:pt x="744" y="-2"/>
                  <a:pt x="727" y="-2"/>
                  <a:pt x="717" y="8"/>
                </a:cubicBezTo>
                <a:lnTo>
                  <a:pt x="698" y="27"/>
                </a:lnTo>
                <a:lnTo>
                  <a:pt x="888" y="217"/>
                </a:lnTo>
                <a:lnTo>
                  <a:pt x="907" y="198"/>
                </a:lnTo>
                <a:cubicBezTo>
                  <a:pt x="917" y="187"/>
                  <a:pt x="917" y="171"/>
                  <a:pt x="907" y="160"/>
                </a:cubicBezTo>
                <a:moveTo>
                  <a:pt x="641" y="46"/>
                </a:moveTo>
                <a:cubicBezTo>
                  <a:pt x="610" y="15"/>
                  <a:pt x="559" y="15"/>
                  <a:pt x="527" y="46"/>
                </a:cubicBezTo>
                <a:lnTo>
                  <a:pt x="462" y="112"/>
                </a:lnTo>
                <a:lnTo>
                  <a:pt x="803" y="453"/>
                </a:lnTo>
                <a:lnTo>
                  <a:pt x="869" y="388"/>
                </a:lnTo>
                <a:cubicBezTo>
                  <a:pt x="900" y="356"/>
                  <a:pt x="900" y="305"/>
                  <a:pt x="869" y="274"/>
                </a:cubicBezTo>
                <a:lnTo>
                  <a:pt x="641" y="46"/>
                </a:lnTo>
                <a:moveTo>
                  <a:pt x="45" y="529"/>
                </a:moveTo>
                <a:cubicBezTo>
                  <a:pt x="14" y="560"/>
                  <a:pt x="14" y="611"/>
                  <a:pt x="45" y="642"/>
                </a:cubicBezTo>
                <a:lnTo>
                  <a:pt x="272" y="870"/>
                </a:lnTo>
                <a:cubicBezTo>
                  <a:pt x="304" y="901"/>
                  <a:pt x="355" y="901"/>
                  <a:pt x="386" y="870"/>
                </a:cubicBezTo>
                <a:lnTo>
                  <a:pt x="765" y="491"/>
                </a:lnTo>
                <a:lnTo>
                  <a:pt x="424" y="149"/>
                </a:lnTo>
                <a:lnTo>
                  <a:pt x="45" y="529"/>
                </a:lnTo>
                <a:moveTo>
                  <a:pt x="481" y="282"/>
                </a:moveTo>
                <a:lnTo>
                  <a:pt x="633" y="434"/>
                </a:lnTo>
                <a:cubicBezTo>
                  <a:pt x="643" y="444"/>
                  <a:pt x="643" y="461"/>
                  <a:pt x="633" y="472"/>
                </a:cubicBezTo>
                <a:lnTo>
                  <a:pt x="405" y="699"/>
                </a:lnTo>
                <a:cubicBezTo>
                  <a:pt x="395" y="710"/>
                  <a:pt x="378" y="710"/>
                  <a:pt x="367" y="699"/>
                </a:cubicBezTo>
                <a:lnTo>
                  <a:pt x="216" y="548"/>
                </a:lnTo>
                <a:cubicBezTo>
                  <a:pt x="205" y="537"/>
                  <a:pt x="205" y="520"/>
                  <a:pt x="216" y="510"/>
                </a:cubicBezTo>
                <a:cubicBezTo>
                  <a:pt x="386" y="339"/>
                  <a:pt x="271" y="454"/>
                  <a:pt x="443" y="282"/>
                </a:cubicBezTo>
                <a:cubicBezTo>
                  <a:pt x="454" y="272"/>
                  <a:pt x="471" y="272"/>
                  <a:pt x="481" y="282"/>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31" name="Google Shape;831;p68"/>
          <p:cNvSpPr/>
          <p:nvPr/>
        </p:nvSpPr>
        <p:spPr>
          <a:xfrm>
            <a:off x="6390585" y="1325775"/>
            <a:ext cx="251499" cy="281972"/>
          </a:xfrm>
          <a:custGeom>
            <a:avLst/>
            <a:gdLst/>
            <a:ahLst/>
            <a:cxnLst/>
            <a:rect l="l" t="t" r="r" b="b"/>
            <a:pathLst>
              <a:path w="817" h="916" extrusionOk="0">
                <a:moveTo>
                  <a:pt x="806" y="522"/>
                </a:moveTo>
                <a:lnTo>
                  <a:pt x="697" y="341"/>
                </a:lnTo>
                <a:lnTo>
                  <a:pt x="697" y="646"/>
                </a:lnTo>
                <a:lnTo>
                  <a:pt x="737" y="646"/>
                </a:lnTo>
                <a:cubicBezTo>
                  <a:pt x="766" y="646"/>
                  <a:pt x="792" y="630"/>
                  <a:pt x="807" y="605"/>
                </a:cubicBezTo>
                <a:cubicBezTo>
                  <a:pt x="821" y="579"/>
                  <a:pt x="821" y="547"/>
                  <a:pt x="806" y="522"/>
                </a:cubicBezTo>
                <a:moveTo>
                  <a:pt x="322" y="296"/>
                </a:moveTo>
                <a:cubicBezTo>
                  <a:pt x="307" y="296"/>
                  <a:pt x="295" y="307"/>
                  <a:pt x="295" y="322"/>
                </a:cubicBezTo>
                <a:cubicBezTo>
                  <a:pt x="295" y="336"/>
                  <a:pt x="307" y="349"/>
                  <a:pt x="322" y="349"/>
                </a:cubicBezTo>
                <a:cubicBezTo>
                  <a:pt x="337" y="349"/>
                  <a:pt x="349" y="336"/>
                  <a:pt x="349" y="322"/>
                </a:cubicBezTo>
                <a:cubicBezTo>
                  <a:pt x="349" y="307"/>
                  <a:pt x="337" y="296"/>
                  <a:pt x="322" y="296"/>
                </a:cubicBezTo>
                <a:moveTo>
                  <a:pt x="215" y="707"/>
                </a:moveTo>
                <a:lnTo>
                  <a:pt x="215" y="684"/>
                </a:lnTo>
                <a:cubicBezTo>
                  <a:pt x="176" y="673"/>
                  <a:pt x="140" y="655"/>
                  <a:pt x="108" y="633"/>
                </a:cubicBezTo>
                <a:lnTo>
                  <a:pt x="108" y="889"/>
                </a:lnTo>
                <a:cubicBezTo>
                  <a:pt x="108" y="904"/>
                  <a:pt x="120" y="916"/>
                  <a:pt x="134" y="916"/>
                </a:cubicBezTo>
                <a:lnTo>
                  <a:pt x="510" y="916"/>
                </a:lnTo>
                <a:cubicBezTo>
                  <a:pt x="524" y="916"/>
                  <a:pt x="536" y="904"/>
                  <a:pt x="536" y="889"/>
                </a:cubicBezTo>
                <a:lnTo>
                  <a:pt x="536" y="846"/>
                </a:lnTo>
                <a:lnTo>
                  <a:pt x="307" y="813"/>
                </a:lnTo>
                <a:cubicBezTo>
                  <a:pt x="254" y="805"/>
                  <a:pt x="215" y="760"/>
                  <a:pt x="215" y="707"/>
                </a:cubicBezTo>
                <a:moveTo>
                  <a:pt x="467" y="269"/>
                </a:moveTo>
                <a:lnTo>
                  <a:pt x="498" y="251"/>
                </a:lnTo>
                <a:lnTo>
                  <a:pt x="471" y="205"/>
                </a:lnTo>
                <a:lnTo>
                  <a:pt x="439" y="223"/>
                </a:lnTo>
                <a:cubicBezTo>
                  <a:pt x="430" y="229"/>
                  <a:pt x="417" y="228"/>
                  <a:pt x="409" y="220"/>
                </a:cubicBezTo>
                <a:cubicBezTo>
                  <a:pt x="396" y="210"/>
                  <a:pt x="382" y="201"/>
                  <a:pt x="367" y="196"/>
                </a:cubicBezTo>
                <a:cubicBezTo>
                  <a:pt x="356" y="192"/>
                  <a:pt x="349" y="182"/>
                  <a:pt x="349" y="171"/>
                </a:cubicBezTo>
                <a:lnTo>
                  <a:pt x="349" y="134"/>
                </a:lnTo>
                <a:lnTo>
                  <a:pt x="295" y="134"/>
                </a:lnTo>
                <a:lnTo>
                  <a:pt x="295" y="171"/>
                </a:lnTo>
                <a:cubicBezTo>
                  <a:pt x="295" y="182"/>
                  <a:pt x="288" y="192"/>
                  <a:pt x="277" y="196"/>
                </a:cubicBezTo>
                <a:cubicBezTo>
                  <a:pt x="262" y="201"/>
                  <a:pt x="248" y="210"/>
                  <a:pt x="236" y="220"/>
                </a:cubicBezTo>
                <a:cubicBezTo>
                  <a:pt x="227" y="228"/>
                  <a:pt x="215" y="229"/>
                  <a:pt x="205" y="223"/>
                </a:cubicBezTo>
                <a:lnTo>
                  <a:pt x="173" y="205"/>
                </a:lnTo>
                <a:lnTo>
                  <a:pt x="146" y="251"/>
                </a:lnTo>
                <a:lnTo>
                  <a:pt x="178" y="269"/>
                </a:lnTo>
                <a:cubicBezTo>
                  <a:pt x="187" y="275"/>
                  <a:pt x="193" y="286"/>
                  <a:pt x="191" y="297"/>
                </a:cubicBezTo>
                <a:cubicBezTo>
                  <a:pt x="189" y="305"/>
                  <a:pt x="188" y="313"/>
                  <a:pt x="188" y="322"/>
                </a:cubicBezTo>
                <a:cubicBezTo>
                  <a:pt x="188" y="330"/>
                  <a:pt x="189" y="338"/>
                  <a:pt x="191" y="346"/>
                </a:cubicBezTo>
                <a:cubicBezTo>
                  <a:pt x="193" y="357"/>
                  <a:pt x="187" y="369"/>
                  <a:pt x="178" y="374"/>
                </a:cubicBezTo>
                <a:lnTo>
                  <a:pt x="146" y="392"/>
                </a:lnTo>
                <a:lnTo>
                  <a:pt x="173" y="439"/>
                </a:lnTo>
                <a:lnTo>
                  <a:pt x="205" y="420"/>
                </a:lnTo>
                <a:cubicBezTo>
                  <a:pt x="215" y="415"/>
                  <a:pt x="227" y="416"/>
                  <a:pt x="236" y="423"/>
                </a:cubicBezTo>
                <a:cubicBezTo>
                  <a:pt x="248" y="434"/>
                  <a:pt x="262" y="442"/>
                  <a:pt x="277" y="447"/>
                </a:cubicBezTo>
                <a:cubicBezTo>
                  <a:pt x="288" y="451"/>
                  <a:pt x="295" y="461"/>
                  <a:pt x="295" y="473"/>
                </a:cubicBezTo>
                <a:lnTo>
                  <a:pt x="295" y="509"/>
                </a:lnTo>
                <a:lnTo>
                  <a:pt x="349" y="509"/>
                </a:lnTo>
                <a:lnTo>
                  <a:pt x="349" y="473"/>
                </a:lnTo>
                <a:cubicBezTo>
                  <a:pt x="349" y="461"/>
                  <a:pt x="356" y="451"/>
                  <a:pt x="367" y="447"/>
                </a:cubicBezTo>
                <a:cubicBezTo>
                  <a:pt x="382" y="442"/>
                  <a:pt x="396" y="434"/>
                  <a:pt x="408" y="423"/>
                </a:cubicBezTo>
                <a:cubicBezTo>
                  <a:pt x="417" y="416"/>
                  <a:pt x="429" y="415"/>
                  <a:pt x="439" y="420"/>
                </a:cubicBezTo>
                <a:lnTo>
                  <a:pt x="471" y="439"/>
                </a:lnTo>
                <a:lnTo>
                  <a:pt x="498" y="392"/>
                </a:lnTo>
                <a:lnTo>
                  <a:pt x="466" y="374"/>
                </a:lnTo>
                <a:cubicBezTo>
                  <a:pt x="457" y="368"/>
                  <a:pt x="451" y="357"/>
                  <a:pt x="453" y="346"/>
                </a:cubicBezTo>
                <a:cubicBezTo>
                  <a:pt x="455" y="338"/>
                  <a:pt x="456" y="330"/>
                  <a:pt x="456" y="322"/>
                </a:cubicBezTo>
                <a:cubicBezTo>
                  <a:pt x="456" y="313"/>
                  <a:pt x="455" y="305"/>
                  <a:pt x="453" y="297"/>
                </a:cubicBezTo>
                <a:cubicBezTo>
                  <a:pt x="451" y="286"/>
                  <a:pt x="457" y="275"/>
                  <a:pt x="467" y="269"/>
                </a:cubicBezTo>
                <a:moveTo>
                  <a:pt x="322" y="403"/>
                </a:moveTo>
                <a:cubicBezTo>
                  <a:pt x="278" y="403"/>
                  <a:pt x="242" y="367"/>
                  <a:pt x="242" y="322"/>
                </a:cubicBezTo>
                <a:cubicBezTo>
                  <a:pt x="242" y="278"/>
                  <a:pt x="278" y="242"/>
                  <a:pt x="322" y="242"/>
                </a:cubicBezTo>
                <a:cubicBezTo>
                  <a:pt x="366" y="242"/>
                  <a:pt x="402" y="277"/>
                  <a:pt x="402" y="322"/>
                </a:cubicBezTo>
                <a:cubicBezTo>
                  <a:pt x="402" y="366"/>
                  <a:pt x="366" y="403"/>
                  <a:pt x="322" y="403"/>
                </a:cubicBezTo>
                <a:moveTo>
                  <a:pt x="322" y="0"/>
                </a:moveTo>
                <a:cubicBezTo>
                  <a:pt x="145" y="0"/>
                  <a:pt x="0" y="145"/>
                  <a:pt x="0" y="322"/>
                </a:cubicBezTo>
                <a:cubicBezTo>
                  <a:pt x="0" y="472"/>
                  <a:pt x="102" y="603"/>
                  <a:pt x="248" y="637"/>
                </a:cubicBezTo>
                <a:lnTo>
                  <a:pt x="268" y="642"/>
                </a:lnTo>
                <a:lnTo>
                  <a:pt x="268" y="707"/>
                </a:lnTo>
                <a:cubicBezTo>
                  <a:pt x="268" y="733"/>
                  <a:pt x="288" y="756"/>
                  <a:pt x="314" y="760"/>
                </a:cubicBezTo>
                <a:lnTo>
                  <a:pt x="582" y="798"/>
                </a:lnTo>
                <a:cubicBezTo>
                  <a:pt x="617" y="802"/>
                  <a:pt x="644" y="776"/>
                  <a:pt x="644" y="745"/>
                </a:cubicBezTo>
                <a:lnTo>
                  <a:pt x="644" y="322"/>
                </a:lnTo>
                <a:cubicBezTo>
                  <a:pt x="644" y="145"/>
                  <a:pt x="499" y="0"/>
                  <a:pt x="322" y="0"/>
                </a:cubicBezTo>
                <a:moveTo>
                  <a:pt x="548" y="284"/>
                </a:moveTo>
                <a:lnTo>
                  <a:pt x="509" y="307"/>
                </a:lnTo>
                <a:cubicBezTo>
                  <a:pt x="510" y="311"/>
                  <a:pt x="510" y="316"/>
                  <a:pt x="510" y="322"/>
                </a:cubicBezTo>
                <a:cubicBezTo>
                  <a:pt x="510" y="327"/>
                  <a:pt x="509" y="332"/>
                  <a:pt x="509" y="337"/>
                </a:cubicBezTo>
                <a:lnTo>
                  <a:pt x="548" y="359"/>
                </a:lnTo>
                <a:cubicBezTo>
                  <a:pt x="561" y="367"/>
                  <a:pt x="565" y="383"/>
                  <a:pt x="558" y="396"/>
                </a:cubicBezTo>
                <a:lnTo>
                  <a:pt x="504" y="489"/>
                </a:lnTo>
                <a:cubicBezTo>
                  <a:pt x="497" y="502"/>
                  <a:pt x="480" y="506"/>
                  <a:pt x="468" y="499"/>
                </a:cubicBezTo>
                <a:lnTo>
                  <a:pt x="428" y="476"/>
                </a:lnTo>
                <a:cubicBezTo>
                  <a:pt x="420" y="481"/>
                  <a:pt x="411" y="486"/>
                  <a:pt x="402" y="490"/>
                </a:cubicBezTo>
                <a:lnTo>
                  <a:pt x="402" y="536"/>
                </a:lnTo>
                <a:cubicBezTo>
                  <a:pt x="402" y="551"/>
                  <a:pt x="390" y="563"/>
                  <a:pt x="376" y="563"/>
                </a:cubicBezTo>
                <a:lnTo>
                  <a:pt x="268" y="563"/>
                </a:lnTo>
                <a:cubicBezTo>
                  <a:pt x="254" y="563"/>
                  <a:pt x="242" y="551"/>
                  <a:pt x="242" y="536"/>
                </a:cubicBezTo>
                <a:lnTo>
                  <a:pt x="242" y="490"/>
                </a:lnTo>
                <a:cubicBezTo>
                  <a:pt x="233" y="486"/>
                  <a:pt x="224" y="481"/>
                  <a:pt x="216" y="476"/>
                </a:cubicBezTo>
                <a:lnTo>
                  <a:pt x="177" y="498"/>
                </a:lnTo>
                <a:cubicBezTo>
                  <a:pt x="170" y="502"/>
                  <a:pt x="163" y="503"/>
                  <a:pt x="156" y="501"/>
                </a:cubicBezTo>
                <a:cubicBezTo>
                  <a:pt x="149" y="499"/>
                  <a:pt x="143" y="495"/>
                  <a:pt x="140" y="489"/>
                </a:cubicBezTo>
                <a:lnTo>
                  <a:pt x="86" y="396"/>
                </a:lnTo>
                <a:cubicBezTo>
                  <a:pt x="79" y="383"/>
                  <a:pt x="83" y="366"/>
                  <a:pt x="96" y="359"/>
                </a:cubicBezTo>
                <a:lnTo>
                  <a:pt x="135" y="337"/>
                </a:lnTo>
                <a:cubicBezTo>
                  <a:pt x="135" y="332"/>
                  <a:pt x="134" y="326"/>
                  <a:pt x="134" y="321"/>
                </a:cubicBezTo>
                <a:cubicBezTo>
                  <a:pt x="134" y="315"/>
                  <a:pt x="135" y="311"/>
                  <a:pt x="135" y="306"/>
                </a:cubicBezTo>
                <a:lnTo>
                  <a:pt x="96" y="284"/>
                </a:lnTo>
                <a:cubicBezTo>
                  <a:pt x="83" y="277"/>
                  <a:pt x="79" y="260"/>
                  <a:pt x="86" y="247"/>
                </a:cubicBezTo>
                <a:lnTo>
                  <a:pt x="140" y="154"/>
                </a:lnTo>
                <a:cubicBezTo>
                  <a:pt x="143" y="148"/>
                  <a:pt x="149" y="144"/>
                  <a:pt x="156" y="142"/>
                </a:cubicBezTo>
                <a:cubicBezTo>
                  <a:pt x="163" y="140"/>
                  <a:pt x="170" y="141"/>
                  <a:pt x="177" y="145"/>
                </a:cubicBezTo>
                <a:lnTo>
                  <a:pt x="216" y="167"/>
                </a:lnTo>
                <a:cubicBezTo>
                  <a:pt x="224" y="162"/>
                  <a:pt x="233" y="157"/>
                  <a:pt x="242" y="153"/>
                </a:cubicBezTo>
                <a:lnTo>
                  <a:pt x="242" y="107"/>
                </a:lnTo>
                <a:cubicBezTo>
                  <a:pt x="242" y="92"/>
                  <a:pt x="254" y="80"/>
                  <a:pt x="268" y="80"/>
                </a:cubicBezTo>
                <a:lnTo>
                  <a:pt x="376" y="80"/>
                </a:lnTo>
                <a:cubicBezTo>
                  <a:pt x="390" y="80"/>
                  <a:pt x="402" y="92"/>
                  <a:pt x="402" y="107"/>
                </a:cubicBezTo>
                <a:lnTo>
                  <a:pt x="402" y="153"/>
                </a:lnTo>
                <a:cubicBezTo>
                  <a:pt x="411" y="157"/>
                  <a:pt x="420" y="162"/>
                  <a:pt x="428" y="167"/>
                </a:cubicBezTo>
                <a:lnTo>
                  <a:pt x="468" y="145"/>
                </a:lnTo>
                <a:cubicBezTo>
                  <a:pt x="474" y="141"/>
                  <a:pt x="481" y="140"/>
                  <a:pt x="488" y="142"/>
                </a:cubicBezTo>
                <a:cubicBezTo>
                  <a:pt x="495" y="144"/>
                  <a:pt x="501" y="148"/>
                  <a:pt x="504" y="154"/>
                </a:cubicBezTo>
                <a:lnTo>
                  <a:pt x="558" y="247"/>
                </a:lnTo>
                <a:cubicBezTo>
                  <a:pt x="565" y="260"/>
                  <a:pt x="561" y="277"/>
                  <a:pt x="548" y="28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32" name="Google Shape;832;p68"/>
          <p:cNvSpPr/>
          <p:nvPr/>
        </p:nvSpPr>
        <p:spPr>
          <a:xfrm>
            <a:off x="826670" y="1325783"/>
            <a:ext cx="247497" cy="281972"/>
          </a:xfrm>
          <a:custGeom>
            <a:avLst/>
            <a:gdLst/>
            <a:ahLst/>
            <a:cxnLst/>
            <a:rect l="l" t="t" r="r" b="b"/>
            <a:pathLst>
              <a:path w="804" h="916" extrusionOk="0">
                <a:moveTo>
                  <a:pt x="777" y="107"/>
                </a:moveTo>
                <a:lnTo>
                  <a:pt x="670" y="107"/>
                </a:lnTo>
                <a:cubicBezTo>
                  <a:pt x="655" y="107"/>
                  <a:pt x="643" y="119"/>
                  <a:pt x="643" y="134"/>
                </a:cubicBezTo>
                <a:lnTo>
                  <a:pt x="643" y="241"/>
                </a:lnTo>
                <a:cubicBezTo>
                  <a:pt x="643" y="256"/>
                  <a:pt x="655" y="268"/>
                  <a:pt x="670" y="268"/>
                </a:cubicBezTo>
                <a:lnTo>
                  <a:pt x="777" y="268"/>
                </a:lnTo>
                <a:cubicBezTo>
                  <a:pt x="792" y="268"/>
                  <a:pt x="804" y="256"/>
                  <a:pt x="804" y="241"/>
                </a:cubicBezTo>
                <a:lnTo>
                  <a:pt x="804" y="134"/>
                </a:lnTo>
                <a:cubicBezTo>
                  <a:pt x="804" y="119"/>
                  <a:pt x="792" y="107"/>
                  <a:pt x="777" y="107"/>
                </a:cubicBezTo>
                <a:moveTo>
                  <a:pt x="348" y="429"/>
                </a:moveTo>
                <a:lnTo>
                  <a:pt x="509" y="429"/>
                </a:lnTo>
                <a:cubicBezTo>
                  <a:pt x="524" y="429"/>
                  <a:pt x="536" y="417"/>
                  <a:pt x="536" y="402"/>
                </a:cubicBezTo>
                <a:lnTo>
                  <a:pt x="536" y="241"/>
                </a:lnTo>
                <a:cubicBezTo>
                  <a:pt x="536" y="226"/>
                  <a:pt x="524" y="215"/>
                  <a:pt x="509" y="215"/>
                </a:cubicBezTo>
                <a:lnTo>
                  <a:pt x="348" y="215"/>
                </a:lnTo>
                <a:cubicBezTo>
                  <a:pt x="333" y="215"/>
                  <a:pt x="322" y="227"/>
                  <a:pt x="322" y="241"/>
                </a:cubicBezTo>
                <a:lnTo>
                  <a:pt x="322" y="402"/>
                </a:lnTo>
                <a:cubicBezTo>
                  <a:pt x="322" y="417"/>
                  <a:pt x="334" y="429"/>
                  <a:pt x="348" y="429"/>
                </a:cubicBezTo>
                <a:moveTo>
                  <a:pt x="348" y="161"/>
                </a:moveTo>
                <a:lnTo>
                  <a:pt x="563" y="161"/>
                </a:lnTo>
                <a:cubicBezTo>
                  <a:pt x="578" y="161"/>
                  <a:pt x="590" y="149"/>
                  <a:pt x="590" y="134"/>
                </a:cubicBezTo>
                <a:lnTo>
                  <a:pt x="590" y="27"/>
                </a:lnTo>
                <a:cubicBezTo>
                  <a:pt x="590" y="12"/>
                  <a:pt x="578" y="0"/>
                  <a:pt x="563" y="0"/>
                </a:cubicBezTo>
                <a:lnTo>
                  <a:pt x="348" y="0"/>
                </a:lnTo>
                <a:cubicBezTo>
                  <a:pt x="333" y="0"/>
                  <a:pt x="322" y="12"/>
                  <a:pt x="322" y="27"/>
                </a:cubicBezTo>
                <a:lnTo>
                  <a:pt x="322" y="134"/>
                </a:lnTo>
                <a:cubicBezTo>
                  <a:pt x="322" y="149"/>
                  <a:pt x="334" y="161"/>
                  <a:pt x="348" y="161"/>
                </a:cubicBezTo>
                <a:moveTo>
                  <a:pt x="241" y="268"/>
                </a:moveTo>
                <a:lnTo>
                  <a:pt x="134" y="268"/>
                </a:lnTo>
                <a:cubicBezTo>
                  <a:pt x="119" y="268"/>
                  <a:pt x="107" y="280"/>
                  <a:pt x="107" y="295"/>
                </a:cubicBezTo>
                <a:lnTo>
                  <a:pt x="107" y="402"/>
                </a:lnTo>
                <a:cubicBezTo>
                  <a:pt x="107" y="417"/>
                  <a:pt x="119" y="429"/>
                  <a:pt x="134" y="429"/>
                </a:cubicBezTo>
                <a:lnTo>
                  <a:pt x="241" y="429"/>
                </a:lnTo>
                <a:cubicBezTo>
                  <a:pt x="256" y="429"/>
                  <a:pt x="268" y="417"/>
                  <a:pt x="268" y="402"/>
                </a:cubicBezTo>
                <a:lnTo>
                  <a:pt x="268" y="295"/>
                </a:lnTo>
                <a:cubicBezTo>
                  <a:pt x="268" y="280"/>
                  <a:pt x="256" y="268"/>
                  <a:pt x="241" y="268"/>
                </a:cubicBezTo>
                <a:moveTo>
                  <a:pt x="590" y="402"/>
                </a:moveTo>
                <a:cubicBezTo>
                  <a:pt x="590" y="417"/>
                  <a:pt x="602" y="429"/>
                  <a:pt x="616" y="429"/>
                </a:cubicBezTo>
                <a:cubicBezTo>
                  <a:pt x="631" y="429"/>
                  <a:pt x="643" y="417"/>
                  <a:pt x="643" y="402"/>
                </a:cubicBezTo>
                <a:lnTo>
                  <a:pt x="643" y="349"/>
                </a:lnTo>
                <a:cubicBezTo>
                  <a:pt x="643" y="334"/>
                  <a:pt x="631" y="322"/>
                  <a:pt x="616" y="322"/>
                </a:cubicBezTo>
                <a:cubicBezTo>
                  <a:pt x="602" y="322"/>
                  <a:pt x="590" y="334"/>
                  <a:pt x="590" y="349"/>
                </a:cubicBezTo>
                <a:lnTo>
                  <a:pt x="590" y="402"/>
                </a:lnTo>
                <a:moveTo>
                  <a:pt x="241" y="214"/>
                </a:moveTo>
                <a:cubicBezTo>
                  <a:pt x="256" y="214"/>
                  <a:pt x="268" y="202"/>
                  <a:pt x="268" y="188"/>
                </a:cubicBezTo>
                <a:lnTo>
                  <a:pt x="268" y="134"/>
                </a:lnTo>
                <a:cubicBezTo>
                  <a:pt x="268" y="119"/>
                  <a:pt x="256" y="107"/>
                  <a:pt x="241" y="107"/>
                </a:cubicBezTo>
                <a:cubicBezTo>
                  <a:pt x="226" y="107"/>
                  <a:pt x="214" y="119"/>
                  <a:pt x="214" y="134"/>
                </a:cubicBezTo>
                <a:lnTo>
                  <a:pt x="214" y="188"/>
                </a:lnTo>
                <a:cubicBezTo>
                  <a:pt x="214" y="202"/>
                  <a:pt x="226" y="214"/>
                  <a:pt x="241" y="214"/>
                </a:cubicBezTo>
                <a:moveTo>
                  <a:pt x="671" y="483"/>
                </a:moveTo>
                <a:lnTo>
                  <a:pt x="133" y="483"/>
                </a:lnTo>
                <a:cubicBezTo>
                  <a:pt x="121" y="483"/>
                  <a:pt x="111" y="489"/>
                  <a:pt x="107" y="500"/>
                </a:cubicBezTo>
                <a:cubicBezTo>
                  <a:pt x="103" y="510"/>
                  <a:pt x="106" y="522"/>
                  <a:pt x="115" y="530"/>
                </a:cubicBezTo>
                <a:lnTo>
                  <a:pt x="276" y="675"/>
                </a:lnTo>
                <a:lnTo>
                  <a:pt x="528" y="675"/>
                </a:lnTo>
                <a:lnTo>
                  <a:pt x="689" y="530"/>
                </a:lnTo>
                <a:cubicBezTo>
                  <a:pt x="698" y="522"/>
                  <a:pt x="701" y="510"/>
                  <a:pt x="697" y="500"/>
                </a:cubicBezTo>
                <a:cubicBezTo>
                  <a:pt x="693" y="490"/>
                  <a:pt x="683" y="483"/>
                  <a:pt x="671" y="483"/>
                </a:cubicBezTo>
                <a:moveTo>
                  <a:pt x="27" y="214"/>
                </a:moveTo>
                <a:lnTo>
                  <a:pt x="134" y="214"/>
                </a:lnTo>
                <a:cubicBezTo>
                  <a:pt x="149" y="214"/>
                  <a:pt x="161" y="202"/>
                  <a:pt x="161" y="188"/>
                </a:cubicBezTo>
                <a:lnTo>
                  <a:pt x="161" y="27"/>
                </a:lnTo>
                <a:cubicBezTo>
                  <a:pt x="161" y="12"/>
                  <a:pt x="149" y="0"/>
                  <a:pt x="134" y="0"/>
                </a:cubicBezTo>
                <a:lnTo>
                  <a:pt x="27" y="0"/>
                </a:lnTo>
                <a:cubicBezTo>
                  <a:pt x="12" y="0"/>
                  <a:pt x="0" y="12"/>
                  <a:pt x="0" y="27"/>
                </a:cubicBezTo>
                <a:lnTo>
                  <a:pt x="0" y="188"/>
                </a:lnTo>
                <a:cubicBezTo>
                  <a:pt x="0" y="202"/>
                  <a:pt x="12" y="214"/>
                  <a:pt x="27" y="214"/>
                </a:cubicBezTo>
                <a:moveTo>
                  <a:pt x="724" y="322"/>
                </a:moveTo>
                <a:cubicBezTo>
                  <a:pt x="709" y="322"/>
                  <a:pt x="697" y="333"/>
                  <a:pt x="697" y="348"/>
                </a:cubicBezTo>
                <a:cubicBezTo>
                  <a:pt x="697" y="362"/>
                  <a:pt x="710" y="375"/>
                  <a:pt x="724" y="375"/>
                </a:cubicBezTo>
                <a:cubicBezTo>
                  <a:pt x="739" y="375"/>
                  <a:pt x="750" y="362"/>
                  <a:pt x="750" y="348"/>
                </a:cubicBezTo>
                <a:cubicBezTo>
                  <a:pt x="750" y="333"/>
                  <a:pt x="738" y="322"/>
                  <a:pt x="724" y="322"/>
                </a:cubicBezTo>
                <a:moveTo>
                  <a:pt x="27" y="268"/>
                </a:moveTo>
                <a:cubicBezTo>
                  <a:pt x="12" y="268"/>
                  <a:pt x="0" y="280"/>
                  <a:pt x="0" y="295"/>
                </a:cubicBezTo>
                <a:cubicBezTo>
                  <a:pt x="0" y="310"/>
                  <a:pt x="13" y="322"/>
                  <a:pt x="27" y="322"/>
                </a:cubicBezTo>
                <a:cubicBezTo>
                  <a:pt x="42" y="322"/>
                  <a:pt x="53" y="310"/>
                  <a:pt x="53" y="295"/>
                </a:cubicBezTo>
                <a:cubicBezTo>
                  <a:pt x="53" y="280"/>
                  <a:pt x="41" y="268"/>
                  <a:pt x="27" y="268"/>
                </a:cubicBezTo>
                <a:moveTo>
                  <a:pt x="322" y="889"/>
                </a:moveTo>
                <a:cubicBezTo>
                  <a:pt x="322" y="898"/>
                  <a:pt x="326" y="907"/>
                  <a:pt x="334" y="912"/>
                </a:cubicBezTo>
                <a:cubicBezTo>
                  <a:pt x="339" y="915"/>
                  <a:pt x="343" y="916"/>
                  <a:pt x="348" y="916"/>
                </a:cubicBezTo>
                <a:cubicBezTo>
                  <a:pt x="352" y="916"/>
                  <a:pt x="356" y="915"/>
                  <a:pt x="360" y="913"/>
                </a:cubicBezTo>
                <a:lnTo>
                  <a:pt x="468" y="860"/>
                </a:lnTo>
                <a:cubicBezTo>
                  <a:pt x="477" y="855"/>
                  <a:pt x="482" y="846"/>
                  <a:pt x="482" y="836"/>
                </a:cubicBezTo>
                <a:lnTo>
                  <a:pt x="482" y="728"/>
                </a:lnTo>
                <a:lnTo>
                  <a:pt x="322" y="728"/>
                </a:lnTo>
                <a:lnTo>
                  <a:pt x="322" y="889"/>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836"/>
        <p:cNvGrpSpPr/>
        <p:nvPr/>
      </p:nvGrpSpPr>
      <p:grpSpPr>
        <a:xfrm>
          <a:off x="0" y="0"/>
          <a:ext cx="0" cy="0"/>
          <a:chOff x="0" y="0"/>
          <a:chExt cx="0" cy="0"/>
        </a:xfrm>
      </p:grpSpPr>
      <p:sp>
        <p:nvSpPr>
          <p:cNvPr id="837" name="Google Shape;837;p6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KEYS IN ROBOTICS EVOLUTION</a:t>
            </a:r>
            <a:endParaRPr/>
          </a:p>
        </p:txBody>
      </p:sp>
      <p:sp>
        <p:nvSpPr>
          <p:cNvPr id="838" name="Google Shape;838;p69"/>
          <p:cNvSpPr txBox="1"/>
          <p:nvPr/>
        </p:nvSpPr>
        <p:spPr>
          <a:xfrm>
            <a:off x="4812900" y="1533950"/>
            <a:ext cx="36111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Saturn besteht aus Wasserstoff und </a:t>
            </a:r>
            <a:r>
              <a:rPr lang="de" b="1">
                <a:solidFill>
                  <a:schemeClr val="dk1"/>
                </a:solidFill>
                <a:latin typeface="Archivo"/>
                <a:ea typeface="Archivo"/>
                <a:cs typeface="Archivo"/>
                <a:sym typeface="Archivo"/>
              </a:rPr>
              <a:t>Helium</a:t>
            </a:r>
            <a:endParaRPr>
              <a:solidFill>
                <a:schemeClr val="dk1"/>
              </a:solidFill>
              <a:latin typeface="Archivo"/>
              <a:ea typeface="Archivo"/>
              <a:cs typeface="Archivo"/>
              <a:sym typeface="Archivo"/>
            </a:endParaRPr>
          </a:p>
        </p:txBody>
      </p:sp>
      <p:sp>
        <p:nvSpPr>
          <p:cNvPr id="839" name="Google Shape;839;p69"/>
          <p:cNvSpPr txBox="1"/>
          <p:nvPr/>
        </p:nvSpPr>
        <p:spPr>
          <a:xfrm>
            <a:off x="1814613" y="1534100"/>
            <a:ext cx="29310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BIRTH OF ROBOTICS</a:t>
            </a:r>
            <a:endParaRPr sz="1800" b="1">
              <a:solidFill>
                <a:schemeClr val="dk1"/>
              </a:solidFill>
              <a:latin typeface="IBM Plex Mono"/>
              <a:ea typeface="IBM Plex Mono"/>
              <a:cs typeface="IBM Plex Mono"/>
              <a:sym typeface="IBM Plex Mono"/>
            </a:endParaRPr>
          </a:p>
        </p:txBody>
      </p:sp>
      <p:sp>
        <p:nvSpPr>
          <p:cNvPr id="840" name="Google Shape;840;p69"/>
          <p:cNvSpPr txBox="1">
            <a:spLocks noGrp="1"/>
          </p:cNvSpPr>
          <p:nvPr>
            <p:ph type="title" idx="4294967295"/>
          </p:nvPr>
        </p:nvSpPr>
        <p:spPr>
          <a:xfrm>
            <a:off x="713225" y="1534100"/>
            <a:ext cx="8535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1956</a:t>
            </a:r>
            <a:endParaRPr sz="2000">
              <a:solidFill>
                <a:schemeClr val="accent3"/>
              </a:solidFill>
            </a:endParaRPr>
          </a:p>
        </p:txBody>
      </p:sp>
      <p:sp>
        <p:nvSpPr>
          <p:cNvPr id="841" name="Google Shape;841;p69"/>
          <p:cNvSpPr txBox="1"/>
          <p:nvPr/>
        </p:nvSpPr>
        <p:spPr>
          <a:xfrm>
            <a:off x="4812900" y="2397625"/>
            <a:ext cx="36111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Merkur ist der </a:t>
            </a:r>
            <a:r>
              <a:rPr lang="de" b="1">
                <a:solidFill>
                  <a:schemeClr val="dk1"/>
                </a:solidFill>
                <a:latin typeface="Archivo"/>
                <a:ea typeface="Archivo"/>
                <a:cs typeface="Archivo"/>
                <a:sym typeface="Archivo"/>
              </a:rPr>
              <a:t>sonnennächste</a:t>
            </a:r>
            <a:r>
              <a:rPr lang="de">
                <a:solidFill>
                  <a:schemeClr val="dk1"/>
                </a:solidFill>
                <a:latin typeface="Archivo"/>
                <a:ea typeface="Archivo"/>
                <a:cs typeface="Archivo"/>
                <a:sym typeface="Archivo"/>
              </a:rPr>
              <a:t> Plane</a:t>
            </a:r>
            <a:endParaRPr>
              <a:solidFill>
                <a:schemeClr val="dk1"/>
              </a:solidFill>
              <a:latin typeface="Archivo"/>
              <a:ea typeface="Archivo"/>
              <a:cs typeface="Archivo"/>
              <a:sym typeface="Archivo"/>
            </a:endParaRPr>
          </a:p>
        </p:txBody>
      </p:sp>
      <p:sp>
        <p:nvSpPr>
          <p:cNvPr id="842" name="Google Shape;842;p69"/>
          <p:cNvSpPr txBox="1"/>
          <p:nvPr/>
        </p:nvSpPr>
        <p:spPr>
          <a:xfrm>
            <a:off x="1814613" y="2397775"/>
            <a:ext cx="29310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1ST INDUSTRIAL ROBOT</a:t>
            </a:r>
            <a:endParaRPr sz="1800" b="1">
              <a:solidFill>
                <a:schemeClr val="dk1"/>
              </a:solidFill>
              <a:latin typeface="IBM Plex Mono"/>
              <a:ea typeface="IBM Plex Mono"/>
              <a:cs typeface="IBM Plex Mono"/>
              <a:sym typeface="IBM Plex Mono"/>
            </a:endParaRPr>
          </a:p>
        </p:txBody>
      </p:sp>
      <p:sp>
        <p:nvSpPr>
          <p:cNvPr id="843" name="Google Shape;843;p69"/>
          <p:cNvSpPr txBox="1">
            <a:spLocks noGrp="1"/>
          </p:cNvSpPr>
          <p:nvPr>
            <p:ph type="title" idx="4294967295"/>
          </p:nvPr>
        </p:nvSpPr>
        <p:spPr>
          <a:xfrm>
            <a:off x="713225" y="2397775"/>
            <a:ext cx="8535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1961</a:t>
            </a:r>
            <a:endParaRPr sz="2000">
              <a:solidFill>
                <a:schemeClr val="accent3"/>
              </a:solidFill>
            </a:endParaRPr>
          </a:p>
        </p:txBody>
      </p:sp>
      <p:sp>
        <p:nvSpPr>
          <p:cNvPr id="844" name="Google Shape;844;p69"/>
          <p:cNvSpPr txBox="1"/>
          <p:nvPr/>
        </p:nvSpPr>
        <p:spPr>
          <a:xfrm>
            <a:off x="4812900" y="3261450"/>
            <a:ext cx="36111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Die Venus hat einen schönen Namen</a:t>
            </a:r>
            <a:endParaRPr>
              <a:solidFill>
                <a:schemeClr val="dk1"/>
              </a:solidFill>
              <a:latin typeface="Archivo"/>
              <a:ea typeface="Archivo"/>
              <a:cs typeface="Archivo"/>
              <a:sym typeface="Archivo"/>
            </a:endParaRPr>
          </a:p>
        </p:txBody>
      </p:sp>
      <p:sp>
        <p:nvSpPr>
          <p:cNvPr id="845" name="Google Shape;845;p69"/>
          <p:cNvSpPr txBox="1"/>
          <p:nvPr/>
        </p:nvSpPr>
        <p:spPr>
          <a:xfrm>
            <a:off x="1814613" y="3261600"/>
            <a:ext cx="29310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SOJOURNER ON MARS</a:t>
            </a:r>
            <a:endParaRPr sz="1800" b="1">
              <a:solidFill>
                <a:schemeClr val="dk1"/>
              </a:solidFill>
              <a:latin typeface="IBM Plex Mono"/>
              <a:ea typeface="IBM Plex Mono"/>
              <a:cs typeface="IBM Plex Mono"/>
              <a:sym typeface="IBM Plex Mono"/>
            </a:endParaRPr>
          </a:p>
        </p:txBody>
      </p:sp>
      <p:sp>
        <p:nvSpPr>
          <p:cNvPr id="846" name="Google Shape;846;p69"/>
          <p:cNvSpPr txBox="1">
            <a:spLocks noGrp="1"/>
          </p:cNvSpPr>
          <p:nvPr>
            <p:ph type="title" idx="4294967295"/>
          </p:nvPr>
        </p:nvSpPr>
        <p:spPr>
          <a:xfrm>
            <a:off x="713225" y="3261600"/>
            <a:ext cx="8535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1997</a:t>
            </a:r>
            <a:endParaRPr sz="2000">
              <a:solidFill>
                <a:schemeClr val="accent3"/>
              </a:solidFill>
            </a:endParaRPr>
          </a:p>
        </p:txBody>
      </p:sp>
      <p:sp>
        <p:nvSpPr>
          <p:cNvPr id="847" name="Google Shape;847;p69"/>
          <p:cNvSpPr txBox="1"/>
          <p:nvPr/>
        </p:nvSpPr>
        <p:spPr>
          <a:xfrm>
            <a:off x="4812900" y="4125425"/>
            <a:ext cx="36111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Jupiter ist der größte Planet von allen</a:t>
            </a:r>
            <a:endParaRPr>
              <a:solidFill>
                <a:schemeClr val="dk1"/>
              </a:solidFill>
              <a:latin typeface="Archivo"/>
              <a:ea typeface="Archivo"/>
              <a:cs typeface="Archivo"/>
              <a:sym typeface="Archivo"/>
            </a:endParaRPr>
          </a:p>
        </p:txBody>
      </p:sp>
      <p:sp>
        <p:nvSpPr>
          <p:cNvPr id="848" name="Google Shape;848;p69"/>
          <p:cNvSpPr txBox="1"/>
          <p:nvPr/>
        </p:nvSpPr>
        <p:spPr>
          <a:xfrm>
            <a:off x="1814613" y="4125575"/>
            <a:ext cx="29310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ATLAS HUMANOID ROBOT</a:t>
            </a:r>
            <a:endParaRPr sz="1800" b="1">
              <a:solidFill>
                <a:schemeClr val="dk1"/>
              </a:solidFill>
              <a:latin typeface="IBM Plex Mono"/>
              <a:ea typeface="IBM Plex Mono"/>
              <a:cs typeface="IBM Plex Mono"/>
              <a:sym typeface="IBM Plex Mono"/>
            </a:endParaRPr>
          </a:p>
        </p:txBody>
      </p:sp>
      <p:sp>
        <p:nvSpPr>
          <p:cNvPr id="849" name="Google Shape;849;p69"/>
          <p:cNvSpPr txBox="1">
            <a:spLocks noGrp="1"/>
          </p:cNvSpPr>
          <p:nvPr>
            <p:ph type="title" idx="4294967295"/>
          </p:nvPr>
        </p:nvSpPr>
        <p:spPr>
          <a:xfrm>
            <a:off x="713225" y="4125575"/>
            <a:ext cx="8535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2017</a:t>
            </a:r>
            <a:endParaRPr sz="2000">
              <a:solidFill>
                <a:schemeClr val="accent3"/>
              </a:solidFill>
            </a:endParaRPr>
          </a:p>
        </p:txBody>
      </p:sp>
      <p:cxnSp>
        <p:nvCxnSpPr>
          <p:cNvPr id="850" name="Google Shape;850;p69"/>
          <p:cNvCxnSpPr>
            <a:stCxn id="840" idx="3"/>
            <a:endCxn id="839" idx="1"/>
          </p:cNvCxnSpPr>
          <p:nvPr/>
        </p:nvCxnSpPr>
        <p:spPr>
          <a:xfrm>
            <a:off x="1566725" y="1739900"/>
            <a:ext cx="247800" cy="600"/>
          </a:xfrm>
          <a:prstGeom prst="bentConnector3">
            <a:avLst>
              <a:gd name="adj1" fmla="val 50018"/>
            </a:avLst>
          </a:prstGeom>
          <a:noFill/>
          <a:ln w="9525" cap="flat" cmpd="sng">
            <a:solidFill>
              <a:schemeClr val="accent3"/>
            </a:solidFill>
            <a:prstDash val="solid"/>
            <a:round/>
            <a:headEnd type="none" w="med" len="med"/>
            <a:tailEnd type="oval" w="med" len="med"/>
          </a:ln>
        </p:spPr>
      </p:cxnSp>
      <p:cxnSp>
        <p:nvCxnSpPr>
          <p:cNvPr id="851" name="Google Shape;851;p69"/>
          <p:cNvCxnSpPr>
            <a:stCxn id="843" idx="3"/>
            <a:endCxn id="842" idx="1"/>
          </p:cNvCxnSpPr>
          <p:nvPr/>
        </p:nvCxnSpPr>
        <p:spPr>
          <a:xfrm>
            <a:off x="1566725" y="2603575"/>
            <a:ext cx="247800" cy="600"/>
          </a:xfrm>
          <a:prstGeom prst="bentConnector3">
            <a:avLst>
              <a:gd name="adj1" fmla="val 50018"/>
            </a:avLst>
          </a:prstGeom>
          <a:noFill/>
          <a:ln w="9525" cap="flat" cmpd="sng">
            <a:solidFill>
              <a:schemeClr val="accent3"/>
            </a:solidFill>
            <a:prstDash val="solid"/>
            <a:round/>
            <a:headEnd type="none" w="med" len="med"/>
            <a:tailEnd type="oval" w="med" len="med"/>
          </a:ln>
        </p:spPr>
      </p:cxnSp>
      <p:cxnSp>
        <p:nvCxnSpPr>
          <p:cNvPr id="852" name="Google Shape;852;p69"/>
          <p:cNvCxnSpPr>
            <a:stCxn id="846" idx="3"/>
            <a:endCxn id="845" idx="1"/>
          </p:cNvCxnSpPr>
          <p:nvPr/>
        </p:nvCxnSpPr>
        <p:spPr>
          <a:xfrm>
            <a:off x="1566725" y="3467400"/>
            <a:ext cx="247800" cy="600"/>
          </a:xfrm>
          <a:prstGeom prst="bentConnector3">
            <a:avLst>
              <a:gd name="adj1" fmla="val 50018"/>
            </a:avLst>
          </a:prstGeom>
          <a:noFill/>
          <a:ln w="9525" cap="flat" cmpd="sng">
            <a:solidFill>
              <a:schemeClr val="accent3"/>
            </a:solidFill>
            <a:prstDash val="solid"/>
            <a:round/>
            <a:headEnd type="none" w="med" len="med"/>
            <a:tailEnd type="oval" w="med" len="med"/>
          </a:ln>
        </p:spPr>
      </p:cxnSp>
      <p:cxnSp>
        <p:nvCxnSpPr>
          <p:cNvPr id="853" name="Google Shape;853;p69"/>
          <p:cNvCxnSpPr>
            <a:stCxn id="849" idx="3"/>
            <a:endCxn id="848" idx="1"/>
          </p:cNvCxnSpPr>
          <p:nvPr/>
        </p:nvCxnSpPr>
        <p:spPr>
          <a:xfrm>
            <a:off x="1566725" y="4331375"/>
            <a:ext cx="247800" cy="600"/>
          </a:xfrm>
          <a:prstGeom prst="bentConnector3">
            <a:avLst>
              <a:gd name="adj1" fmla="val 50018"/>
            </a:avLst>
          </a:prstGeom>
          <a:noFill/>
          <a:ln w="9525" cap="flat" cmpd="sng">
            <a:solidFill>
              <a:schemeClr val="accent3"/>
            </a:solidFill>
            <a:prstDash val="solid"/>
            <a:round/>
            <a:headEnd type="none" w="med" len="med"/>
            <a:tailEnd type="oval" w="med" len="med"/>
          </a:ln>
        </p:spPr>
      </p:cxnSp>
      <p:cxnSp>
        <p:nvCxnSpPr>
          <p:cNvPr id="854" name="Google Shape;854;p69"/>
          <p:cNvCxnSpPr>
            <a:stCxn id="840" idx="2"/>
            <a:endCxn id="843" idx="0"/>
          </p:cNvCxnSpPr>
          <p:nvPr/>
        </p:nvCxnSpPr>
        <p:spPr>
          <a:xfrm rot="-5400000" flipH="1">
            <a:off x="914225" y="2171450"/>
            <a:ext cx="452100" cy="600"/>
          </a:xfrm>
          <a:prstGeom prst="bentConnector3">
            <a:avLst>
              <a:gd name="adj1" fmla="val 49997"/>
            </a:avLst>
          </a:prstGeom>
          <a:noFill/>
          <a:ln w="9525" cap="flat" cmpd="sng">
            <a:solidFill>
              <a:schemeClr val="accent3"/>
            </a:solidFill>
            <a:prstDash val="solid"/>
            <a:round/>
            <a:headEnd type="none" w="med" len="med"/>
            <a:tailEnd type="none" w="med" len="med"/>
          </a:ln>
        </p:spPr>
      </p:cxnSp>
      <p:cxnSp>
        <p:nvCxnSpPr>
          <p:cNvPr id="855" name="Google Shape;855;p69"/>
          <p:cNvCxnSpPr>
            <a:stCxn id="843" idx="2"/>
            <a:endCxn id="846" idx="0"/>
          </p:cNvCxnSpPr>
          <p:nvPr/>
        </p:nvCxnSpPr>
        <p:spPr>
          <a:xfrm rot="-5400000" flipH="1">
            <a:off x="914225" y="3035125"/>
            <a:ext cx="452100" cy="600"/>
          </a:xfrm>
          <a:prstGeom prst="bentConnector3">
            <a:avLst>
              <a:gd name="adj1" fmla="val 50014"/>
            </a:avLst>
          </a:prstGeom>
          <a:noFill/>
          <a:ln w="9525" cap="flat" cmpd="sng">
            <a:solidFill>
              <a:schemeClr val="accent3"/>
            </a:solidFill>
            <a:prstDash val="solid"/>
            <a:round/>
            <a:headEnd type="none" w="med" len="med"/>
            <a:tailEnd type="none" w="med" len="med"/>
          </a:ln>
        </p:spPr>
      </p:cxnSp>
      <p:cxnSp>
        <p:nvCxnSpPr>
          <p:cNvPr id="856" name="Google Shape;856;p69"/>
          <p:cNvCxnSpPr>
            <a:stCxn id="846" idx="2"/>
            <a:endCxn id="849" idx="0"/>
          </p:cNvCxnSpPr>
          <p:nvPr/>
        </p:nvCxnSpPr>
        <p:spPr>
          <a:xfrm rot="-5400000" flipH="1">
            <a:off x="914075" y="3899100"/>
            <a:ext cx="452400" cy="600"/>
          </a:xfrm>
          <a:prstGeom prst="bentConnector3">
            <a:avLst>
              <a:gd name="adj1" fmla="val 49997"/>
            </a:avLst>
          </a:prstGeom>
          <a:noFill/>
          <a:ln w="9525" cap="flat" cmpd="sng">
            <a:solidFill>
              <a:schemeClr val="accent3"/>
            </a:solidFill>
            <a:prstDash val="solid"/>
            <a:round/>
            <a:headEnd type="none" w="med" len="med"/>
            <a:tailEnd type="none" w="med" len="med"/>
          </a:ln>
        </p:spPr>
      </p:cxn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860"/>
        <p:cNvGrpSpPr/>
        <p:nvPr/>
      </p:nvGrpSpPr>
      <p:grpSpPr>
        <a:xfrm>
          <a:off x="0" y="0"/>
          <a:ext cx="0" cy="0"/>
          <a:chOff x="0" y="0"/>
          <a:chExt cx="0" cy="0"/>
        </a:xfrm>
      </p:grpSpPr>
      <p:sp>
        <p:nvSpPr>
          <p:cNvPr id="861" name="Google Shape;861;p7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ANATOMY OF A ROBOT</a:t>
            </a:r>
            <a:endParaRPr/>
          </a:p>
        </p:txBody>
      </p:sp>
      <p:graphicFrame>
        <p:nvGraphicFramePr>
          <p:cNvPr id="862" name="Google Shape;862;p70"/>
          <p:cNvGraphicFramePr/>
          <p:nvPr/>
        </p:nvGraphicFramePr>
        <p:xfrm>
          <a:off x="719988" y="1191611"/>
          <a:ext cx="3000000" cy="3000000"/>
        </p:xfrm>
        <a:graphic>
          <a:graphicData uri="http://schemas.openxmlformats.org/drawingml/2006/table">
            <a:tbl>
              <a:tblPr>
                <a:noFill/>
                <a:tableStyleId>{B08355A5-54BC-4747-950D-78D2389A24D2}</a:tableStyleId>
              </a:tblPr>
              <a:tblGrid>
                <a:gridCol w="3333725">
                  <a:extLst>
                    <a:ext uri="{9D8B030D-6E8A-4147-A177-3AD203B41FA5}">
                      <a16:colId xmlns:a16="http://schemas.microsoft.com/office/drawing/2014/main" val="20000"/>
                    </a:ext>
                  </a:extLst>
                </a:gridCol>
                <a:gridCol w="4370275">
                  <a:extLst>
                    <a:ext uri="{9D8B030D-6E8A-4147-A177-3AD203B41FA5}">
                      <a16:colId xmlns:a16="http://schemas.microsoft.com/office/drawing/2014/main" val="20001"/>
                    </a:ext>
                  </a:extLst>
                </a:gridCol>
              </a:tblGrid>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ACTUATORS</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Mars ist trotz seiner</a:t>
                      </a:r>
                      <a:r>
                        <a:rPr lang="de" b="1">
                          <a:solidFill>
                            <a:schemeClr val="dk1"/>
                          </a:solidFill>
                          <a:latin typeface="Archivo"/>
                          <a:ea typeface="Archivo"/>
                          <a:cs typeface="Archivo"/>
                          <a:sym typeface="Archivo"/>
                        </a:rPr>
                        <a:t> roten Farbe</a:t>
                      </a:r>
                      <a:r>
                        <a:rPr lang="de">
                          <a:solidFill>
                            <a:schemeClr val="dk1"/>
                          </a:solidFill>
                          <a:latin typeface="Archivo"/>
                          <a:ea typeface="Archivo"/>
                          <a:cs typeface="Archivo"/>
                          <a:sym typeface="Archivo"/>
                        </a:rPr>
                        <a:t> sehr kalt</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0"/>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SENSORS</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Pluto</a:t>
                      </a:r>
                      <a:r>
                        <a:rPr lang="de" b="1">
                          <a:solidFill>
                            <a:schemeClr val="dk1"/>
                          </a:solidFill>
                          <a:latin typeface="Archivo"/>
                          <a:ea typeface="Archivo"/>
                          <a:cs typeface="Archivo"/>
                          <a:sym typeface="Archivo"/>
                        </a:rPr>
                        <a:t> </a:t>
                      </a:r>
                      <a:r>
                        <a:rPr lang="de">
                          <a:solidFill>
                            <a:schemeClr val="dk1"/>
                          </a:solidFill>
                          <a:latin typeface="Archivo"/>
                          <a:ea typeface="Archivo"/>
                          <a:cs typeface="Archivo"/>
                          <a:sym typeface="Archivo"/>
                        </a:rPr>
                        <a:t>wird nun </a:t>
                      </a:r>
                      <a:r>
                        <a:rPr lang="de" b="1">
                          <a:solidFill>
                            <a:schemeClr val="dk1"/>
                          </a:solidFill>
                          <a:latin typeface="Archivo"/>
                          <a:ea typeface="Archivo"/>
                          <a:cs typeface="Archivo"/>
                          <a:sym typeface="Archivo"/>
                        </a:rPr>
                        <a:t>als Zwergplanet </a:t>
                      </a:r>
                      <a:r>
                        <a:rPr lang="de">
                          <a:solidFill>
                            <a:schemeClr val="dk1"/>
                          </a:solidFill>
                          <a:latin typeface="Archivo"/>
                          <a:ea typeface="Archivo"/>
                          <a:cs typeface="Archivo"/>
                          <a:sym typeface="Archivo"/>
                        </a:rPr>
                        <a:t>betrachtet</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1"/>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MECHANICAL STRUCTURE</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Ceres</a:t>
                      </a:r>
                      <a:r>
                        <a:rPr lang="de" b="1">
                          <a:solidFill>
                            <a:schemeClr val="dk1"/>
                          </a:solidFill>
                          <a:latin typeface="Archivo"/>
                          <a:ea typeface="Archivo"/>
                          <a:cs typeface="Archivo"/>
                          <a:sym typeface="Archivo"/>
                        </a:rPr>
                        <a:t> befindet sich im</a:t>
                      </a:r>
                      <a:r>
                        <a:rPr lang="de">
                          <a:solidFill>
                            <a:schemeClr val="dk1"/>
                          </a:solidFill>
                          <a:latin typeface="Archivo"/>
                          <a:ea typeface="Archivo"/>
                          <a:cs typeface="Archivo"/>
                          <a:sym typeface="Archivo"/>
                        </a:rPr>
                        <a:t> Asteroidengürtel</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2"/>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POWER SOURCE</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Saturn </a:t>
                      </a:r>
                      <a:r>
                        <a:rPr lang="de">
                          <a:solidFill>
                            <a:schemeClr val="dk1"/>
                          </a:solidFill>
                          <a:latin typeface="Archivo"/>
                          <a:ea typeface="Archivo"/>
                          <a:cs typeface="Archivo"/>
                          <a:sym typeface="Archivo"/>
                        </a:rPr>
                        <a:t>ist ein Gasriese und hat viele Ringe</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3"/>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USER INTERFACE</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Neptun </a:t>
                      </a:r>
                      <a:r>
                        <a:rPr lang="de">
                          <a:solidFill>
                            <a:schemeClr val="dk1"/>
                          </a:solidFill>
                          <a:latin typeface="Archivo"/>
                          <a:ea typeface="Archivo"/>
                          <a:cs typeface="Archivo"/>
                          <a:sym typeface="Archivo"/>
                        </a:rPr>
                        <a:t>ist der sonnenfernste Planet</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4"/>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COMMUNICATION UNIT</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Pluto </a:t>
                      </a:r>
                      <a:r>
                        <a:rPr lang="de">
                          <a:solidFill>
                            <a:schemeClr val="dk1"/>
                          </a:solidFill>
                          <a:latin typeface="Archivo"/>
                          <a:ea typeface="Archivo"/>
                          <a:cs typeface="Archivo"/>
                          <a:sym typeface="Archivo"/>
                        </a:rPr>
                        <a:t>wird nun als Zwergplanet betrachtet</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5"/>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FEEDBACK SYSTEM</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Die Venus ist fast so groß wie die Erde</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866"/>
        <p:cNvGrpSpPr/>
        <p:nvPr/>
      </p:nvGrpSpPr>
      <p:grpSpPr>
        <a:xfrm>
          <a:off x="0" y="0"/>
          <a:ext cx="0" cy="0"/>
          <a:chOff x="0" y="0"/>
          <a:chExt cx="0" cy="0"/>
        </a:xfrm>
      </p:grpSpPr>
      <p:sp>
        <p:nvSpPr>
          <p:cNvPr id="867" name="Google Shape;867;p7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EXERCISE 01: PROGRAMMING</a:t>
            </a:r>
            <a:endParaRPr/>
          </a:p>
        </p:txBody>
      </p:sp>
      <p:grpSp>
        <p:nvGrpSpPr>
          <p:cNvPr id="868" name="Google Shape;868;p71"/>
          <p:cNvGrpSpPr/>
          <p:nvPr/>
        </p:nvGrpSpPr>
        <p:grpSpPr>
          <a:xfrm>
            <a:off x="4944475" y="1298847"/>
            <a:ext cx="3486300" cy="3033425"/>
            <a:chOff x="4944475" y="1543250"/>
            <a:chExt cx="3486300" cy="2789100"/>
          </a:xfrm>
        </p:grpSpPr>
        <p:sp>
          <p:nvSpPr>
            <p:cNvPr id="869" name="Google Shape;869;p71"/>
            <p:cNvSpPr/>
            <p:nvPr/>
          </p:nvSpPr>
          <p:spPr>
            <a:xfrm>
              <a:off x="4944475" y="1543250"/>
              <a:ext cx="3486300" cy="2789100"/>
            </a:xfrm>
            <a:prstGeom prst="roundRect">
              <a:avLst>
                <a:gd name="adj" fmla="val 6232"/>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870" name="Google Shape;870;p71"/>
            <p:cNvSpPr/>
            <p:nvPr/>
          </p:nvSpPr>
          <p:spPr>
            <a:xfrm>
              <a:off x="4944475" y="1543254"/>
              <a:ext cx="3486300" cy="330600"/>
            </a:xfrm>
            <a:prstGeom prst="round2SameRect">
              <a:avLst>
                <a:gd name="adj1" fmla="val 50000"/>
                <a:gd name="adj2" fmla="val 0"/>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sp>
        <p:nvSpPr>
          <p:cNvPr id="871" name="Google Shape;871;p71"/>
          <p:cNvSpPr txBox="1"/>
          <p:nvPr/>
        </p:nvSpPr>
        <p:spPr>
          <a:xfrm>
            <a:off x="5080425" y="1658550"/>
            <a:ext cx="3270900" cy="2559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class Robot:</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def __init__(self, x, y):</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self.x = x</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self.y = y</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def move_up(self):</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self.y += 1</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def move_down(self):</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self.y -= 1</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def move_left(self):</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self.x -= 1</a:t>
            </a:r>
            <a:endParaRPr sz="1000">
              <a:solidFill>
                <a:schemeClr val="lt1"/>
              </a:solidFill>
              <a:latin typeface="IBM Plex Mono"/>
              <a:ea typeface="IBM Plex Mono"/>
              <a:cs typeface="IBM Plex Mono"/>
              <a:sym typeface="IBM Plex Mono"/>
            </a:endParaRPr>
          </a:p>
          <a:p>
            <a:pPr marL="0" lvl="0" indent="0" algn="r"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a:t>
            </a:r>
            <a:endParaRPr sz="1000">
              <a:solidFill>
                <a:schemeClr val="lt1"/>
              </a:solidFill>
              <a:latin typeface="IBM Plex Mono"/>
              <a:ea typeface="IBM Plex Mono"/>
              <a:cs typeface="IBM Plex Mono"/>
              <a:sym typeface="IBM Plex Mono"/>
            </a:endParaRPr>
          </a:p>
        </p:txBody>
      </p:sp>
      <p:sp>
        <p:nvSpPr>
          <p:cNvPr id="872" name="Google Shape;872;p71"/>
          <p:cNvSpPr txBox="1"/>
          <p:nvPr/>
        </p:nvSpPr>
        <p:spPr>
          <a:xfrm>
            <a:off x="713225" y="1180650"/>
            <a:ext cx="3858900" cy="3423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Instructions:</a:t>
            </a:r>
            <a:endParaRPr b="1">
              <a:solidFill>
                <a:schemeClr val="dk1"/>
              </a:solidFill>
              <a:latin typeface="Archivo"/>
              <a:ea typeface="Archivo"/>
              <a:cs typeface="Archivo"/>
              <a:sym typeface="Archivo"/>
            </a:endParaRPr>
          </a:p>
          <a:p>
            <a:pPr marL="457200" lvl="0" indent="-317500" algn="l" rtl="0">
              <a:lnSpc>
                <a:spcPct val="115000"/>
              </a:lnSpc>
              <a:spcBef>
                <a:spcPts val="0"/>
              </a:spcBef>
              <a:spcAft>
                <a:spcPts val="0"/>
              </a:spcAft>
              <a:buClr>
                <a:schemeClr val="dk1"/>
              </a:buClr>
              <a:buSzPts val="1400"/>
              <a:buFont typeface="Archivo"/>
              <a:buAutoNum type="arabicPeriod"/>
            </a:pPr>
            <a:r>
              <a:rPr lang="de" b="1">
                <a:solidFill>
                  <a:schemeClr val="dk1"/>
                </a:solidFill>
                <a:latin typeface="Archivo"/>
                <a:ea typeface="Archivo"/>
                <a:cs typeface="Archivo"/>
                <a:sym typeface="Archivo"/>
              </a:rPr>
              <a:t>Set Up the Robot Class:</a:t>
            </a:r>
            <a:endParaRPr b="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Create a Robot class with x and y attributes.</a:t>
            </a:r>
            <a:endParaRPr i="1">
              <a:solidFill>
                <a:schemeClr val="dk1"/>
              </a:solidFill>
              <a:latin typeface="Archivo"/>
              <a:ea typeface="Archivo"/>
              <a:cs typeface="Archivo"/>
              <a:sym typeface="Archivo"/>
            </a:endParaRPr>
          </a:p>
          <a:p>
            <a:pPr marL="457200" lvl="0" indent="-317500" algn="l" rtl="0">
              <a:lnSpc>
                <a:spcPct val="115000"/>
              </a:lnSpc>
              <a:spcBef>
                <a:spcPts val="0"/>
              </a:spcBef>
              <a:spcAft>
                <a:spcPts val="0"/>
              </a:spcAft>
              <a:buClr>
                <a:schemeClr val="dk1"/>
              </a:buClr>
              <a:buSzPts val="1400"/>
              <a:buFont typeface="Archivo"/>
              <a:buAutoNum type="arabicPeriod" startAt="2"/>
            </a:pPr>
            <a:r>
              <a:rPr lang="de" b="1">
                <a:solidFill>
                  <a:schemeClr val="dk1"/>
                </a:solidFill>
                <a:latin typeface="Archivo"/>
                <a:ea typeface="Archivo"/>
                <a:cs typeface="Archivo"/>
                <a:sym typeface="Archivo"/>
              </a:rPr>
              <a:t>Implement Movement Methods:</a:t>
            </a:r>
            <a:endParaRPr b="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Add methods to move the robot</a:t>
            </a:r>
            <a:r>
              <a:rPr lang="de">
                <a:solidFill>
                  <a:schemeClr val="dk1"/>
                </a:solidFill>
                <a:latin typeface="Archivo"/>
                <a:ea typeface="Archivo"/>
                <a:cs typeface="Archivo"/>
                <a:sym typeface="Archivo"/>
              </a:rPr>
              <a:t> </a:t>
            </a:r>
            <a:endParaRPr>
              <a:solidFill>
                <a:schemeClr val="dk1"/>
              </a:solidFill>
              <a:latin typeface="Archivo"/>
              <a:ea typeface="Archivo"/>
              <a:cs typeface="Archivo"/>
              <a:sym typeface="Archivo"/>
            </a:endParaRPr>
          </a:p>
          <a:p>
            <a:pPr marL="457200" lvl="0" indent="-317500" algn="l" rtl="0">
              <a:lnSpc>
                <a:spcPct val="115000"/>
              </a:lnSpc>
              <a:spcBef>
                <a:spcPts val="0"/>
              </a:spcBef>
              <a:spcAft>
                <a:spcPts val="0"/>
              </a:spcAft>
              <a:buClr>
                <a:schemeClr val="dk1"/>
              </a:buClr>
              <a:buSzPts val="1400"/>
              <a:buFont typeface="Archivo"/>
              <a:buAutoNum type="arabicPeriod" startAt="3"/>
            </a:pPr>
            <a:r>
              <a:rPr lang="de" b="1">
                <a:solidFill>
                  <a:schemeClr val="dk1"/>
                </a:solidFill>
                <a:latin typeface="Archivo"/>
                <a:ea typeface="Archivo"/>
                <a:cs typeface="Archivo"/>
                <a:sym typeface="Archivo"/>
              </a:rPr>
              <a:t>Create Main Simulation Loop:</a:t>
            </a:r>
            <a:endParaRPr b="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Instantiate Robot.</a:t>
            </a:r>
            <a:endParaRPr i="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Prompt user for movement commands</a:t>
            </a:r>
            <a:endParaRPr i="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Update x and y based on user input.</a:t>
            </a:r>
            <a:endParaRPr i="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Print robot's position.</a:t>
            </a:r>
            <a:endParaRPr i="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Exit loop on 'exit'.</a:t>
            </a:r>
            <a:endParaRPr i="1">
              <a:solidFill>
                <a:schemeClr val="dk1"/>
              </a:solidFill>
              <a:latin typeface="Archivo"/>
              <a:ea typeface="Archivo"/>
              <a:cs typeface="Archivo"/>
              <a:sym typeface="Archivo"/>
            </a:endParaRPr>
          </a:p>
        </p:txBody>
      </p:sp>
      <p:sp>
        <p:nvSpPr>
          <p:cNvPr id="873" name="Google Shape;873;p71"/>
          <p:cNvSpPr txBox="1"/>
          <p:nvPr/>
        </p:nvSpPr>
        <p:spPr>
          <a:xfrm>
            <a:off x="5080425" y="1352825"/>
            <a:ext cx="3270900" cy="2517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100" b="1">
                <a:solidFill>
                  <a:schemeClr val="lt1"/>
                </a:solidFill>
                <a:latin typeface="Archivo"/>
                <a:ea typeface="Archivo"/>
                <a:cs typeface="Archivo"/>
                <a:sym typeface="Archivo"/>
              </a:rPr>
              <a:t>It can start like this:</a:t>
            </a:r>
            <a:endParaRPr sz="1100" b="1">
              <a:solidFill>
                <a:schemeClr val="lt1"/>
              </a:solidFill>
              <a:latin typeface="Archivo"/>
              <a:ea typeface="Archivo"/>
              <a:cs typeface="Archivo"/>
              <a:sym typeface="Archivo"/>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77"/>
        <p:cNvGrpSpPr/>
        <p:nvPr/>
      </p:nvGrpSpPr>
      <p:grpSpPr>
        <a:xfrm>
          <a:off x="0" y="0"/>
          <a:ext cx="0" cy="0"/>
          <a:chOff x="0" y="0"/>
          <a:chExt cx="0" cy="0"/>
        </a:xfrm>
      </p:grpSpPr>
      <p:sp>
        <p:nvSpPr>
          <p:cNvPr id="878" name="Google Shape;878;p7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EXERCISE 02: MATCH THE DATE</a:t>
            </a:r>
            <a:endParaRPr/>
          </a:p>
        </p:txBody>
      </p:sp>
      <p:sp>
        <p:nvSpPr>
          <p:cNvPr id="879" name="Google Shape;879;p72"/>
          <p:cNvSpPr txBox="1"/>
          <p:nvPr/>
        </p:nvSpPr>
        <p:spPr>
          <a:xfrm>
            <a:off x="713225" y="1180650"/>
            <a:ext cx="7717500" cy="622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Instructions:</a:t>
            </a:r>
            <a:r>
              <a:rPr lang="de">
                <a:solidFill>
                  <a:schemeClr val="dk1"/>
                </a:solidFill>
                <a:latin typeface="Archivo"/>
                <a:ea typeface="Archivo"/>
                <a:cs typeface="Archivo"/>
                <a:sym typeface="Archivo"/>
              </a:rPr>
              <a:t> move the connectors to matching the date on the left with the key in robotics evolution on the right</a:t>
            </a:r>
            <a:endParaRPr>
              <a:solidFill>
                <a:schemeClr val="dk1"/>
              </a:solidFill>
              <a:latin typeface="Archivo"/>
              <a:ea typeface="Archivo"/>
              <a:cs typeface="Archivo"/>
              <a:sym typeface="Archivo"/>
            </a:endParaRPr>
          </a:p>
        </p:txBody>
      </p:sp>
      <p:sp>
        <p:nvSpPr>
          <p:cNvPr id="880" name="Google Shape;880;p72"/>
          <p:cNvSpPr txBox="1"/>
          <p:nvPr/>
        </p:nvSpPr>
        <p:spPr>
          <a:xfrm>
            <a:off x="4672725" y="2169450"/>
            <a:ext cx="2931000" cy="333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Sojourner on mars</a:t>
            </a:r>
            <a:endParaRPr>
              <a:solidFill>
                <a:schemeClr val="dk1"/>
              </a:solidFill>
              <a:latin typeface="Archivo"/>
              <a:ea typeface="Archivo"/>
              <a:cs typeface="Archivo"/>
              <a:sym typeface="Archivo"/>
            </a:endParaRPr>
          </a:p>
        </p:txBody>
      </p:sp>
      <p:sp>
        <p:nvSpPr>
          <p:cNvPr id="881" name="Google Shape;881;p72"/>
          <p:cNvSpPr txBox="1">
            <a:spLocks noGrp="1"/>
          </p:cNvSpPr>
          <p:nvPr>
            <p:ph type="title" idx="4294967295"/>
          </p:nvPr>
        </p:nvSpPr>
        <p:spPr>
          <a:xfrm>
            <a:off x="1543100" y="2169450"/>
            <a:ext cx="853500" cy="333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1997</a:t>
            </a:r>
            <a:endParaRPr sz="2000">
              <a:solidFill>
                <a:schemeClr val="accent3"/>
              </a:solidFill>
            </a:endParaRPr>
          </a:p>
        </p:txBody>
      </p:sp>
      <p:sp>
        <p:nvSpPr>
          <p:cNvPr id="882" name="Google Shape;882;p72"/>
          <p:cNvSpPr txBox="1"/>
          <p:nvPr/>
        </p:nvSpPr>
        <p:spPr>
          <a:xfrm>
            <a:off x="4672725" y="2869648"/>
            <a:ext cx="2931000" cy="333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Atlas humanoid robot</a:t>
            </a:r>
            <a:endParaRPr>
              <a:solidFill>
                <a:schemeClr val="dk1"/>
              </a:solidFill>
              <a:latin typeface="Archivo"/>
              <a:ea typeface="Archivo"/>
              <a:cs typeface="Archivo"/>
              <a:sym typeface="Archivo"/>
            </a:endParaRPr>
          </a:p>
        </p:txBody>
      </p:sp>
      <p:sp>
        <p:nvSpPr>
          <p:cNvPr id="883" name="Google Shape;883;p72"/>
          <p:cNvSpPr txBox="1">
            <a:spLocks noGrp="1"/>
          </p:cNvSpPr>
          <p:nvPr>
            <p:ph type="title" idx="4294967295"/>
          </p:nvPr>
        </p:nvSpPr>
        <p:spPr>
          <a:xfrm>
            <a:off x="1543100" y="2869648"/>
            <a:ext cx="853500" cy="333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1956</a:t>
            </a:r>
            <a:endParaRPr sz="2000">
              <a:solidFill>
                <a:schemeClr val="accent3"/>
              </a:solidFill>
            </a:endParaRPr>
          </a:p>
        </p:txBody>
      </p:sp>
      <p:sp>
        <p:nvSpPr>
          <p:cNvPr id="884" name="Google Shape;884;p72"/>
          <p:cNvSpPr txBox="1"/>
          <p:nvPr/>
        </p:nvSpPr>
        <p:spPr>
          <a:xfrm>
            <a:off x="4672725" y="3569967"/>
            <a:ext cx="2931000" cy="333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Birth of robotics</a:t>
            </a:r>
            <a:endParaRPr>
              <a:solidFill>
                <a:schemeClr val="dk1"/>
              </a:solidFill>
              <a:latin typeface="Archivo"/>
              <a:ea typeface="Archivo"/>
              <a:cs typeface="Archivo"/>
              <a:sym typeface="Archivo"/>
            </a:endParaRPr>
          </a:p>
        </p:txBody>
      </p:sp>
      <p:sp>
        <p:nvSpPr>
          <p:cNvPr id="885" name="Google Shape;885;p72"/>
          <p:cNvSpPr txBox="1">
            <a:spLocks noGrp="1"/>
          </p:cNvSpPr>
          <p:nvPr>
            <p:ph type="title" idx="4294967295"/>
          </p:nvPr>
        </p:nvSpPr>
        <p:spPr>
          <a:xfrm>
            <a:off x="1543100" y="3569967"/>
            <a:ext cx="853500" cy="333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1961</a:t>
            </a:r>
            <a:endParaRPr sz="2000">
              <a:solidFill>
                <a:schemeClr val="accent3"/>
              </a:solidFill>
            </a:endParaRPr>
          </a:p>
        </p:txBody>
      </p:sp>
      <p:sp>
        <p:nvSpPr>
          <p:cNvPr id="886" name="Google Shape;886;p72"/>
          <p:cNvSpPr txBox="1"/>
          <p:nvPr/>
        </p:nvSpPr>
        <p:spPr>
          <a:xfrm>
            <a:off x="4672725" y="4270408"/>
            <a:ext cx="2931000" cy="333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1st industrial robot</a:t>
            </a:r>
            <a:endParaRPr>
              <a:solidFill>
                <a:schemeClr val="dk1"/>
              </a:solidFill>
              <a:latin typeface="Archivo"/>
              <a:ea typeface="Archivo"/>
              <a:cs typeface="Archivo"/>
              <a:sym typeface="Archivo"/>
            </a:endParaRPr>
          </a:p>
        </p:txBody>
      </p:sp>
      <p:sp>
        <p:nvSpPr>
          <p:cNvPr id="887" name="Google Shape;887;p72"/>
          <p:cNvSpPr txBox="1">
            <a:spLocks noGrp="1"/>
          </p:cNvSpPr>
          <p:nvPr>
            <p:ph type="title" idx="4294967295"/>
          </p:nvPr>
        </p:nvSpPr>
        <p:spPr>
          <a:xfrm>
            <a:off x="1543100" y="4270408"/>
            <a:ext cx="853500" cy="333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2017</a:t>
            </a:r>
            <a:endParaRPr sz="2000">
              <a:solidFill>
                <a:schemeClr val="accent3"/>
              </a:solidFill>
            </a:endParaRPr>
          </a:p>
        </p:txBody>
      </p:sp>
      <p:cxnSp>
        <p:nvCxnSpPr>
          <p:cNvPr id="888" name="Google Shape;888;p72"/>
          <p:cNvCxnSpPr>
            <a:stCxn id="881" idx="3"/>
          </p:cNvCxnSpPr>
          <p:nvPr/>
        </p:nvCxnSpPr>
        <p:spPr>
          <a:xfrm>
            <a:off x="2396600" y="2336250"/>
            <a:ext cx="13728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889" name="Google Shape;889;p72"/>
          <p:cNvCxnSpPr>
            <a:stCxn id="883" idx="3"/>
          </p:cNvCxnSpPr>
          <p:nvPr/>
        </p:nvCxnSpPr>
        <p:spPr>
          <a:xfrm>
            <a:off x="2396600" y="3036448"/>
            <a:ext cx="13728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890" name="Google Shape;890;p72"/>
          <p:cNvCxnSpPr>
            <a:stCxn id="885" idx="3"/>
          </p:cNvCxnSpPr>
          <p:nvPr/>
        </p:nvCxnSpPr>
        <p:spPr>
          <a:xfrm>
            <a:off x="2396600" y="3736767"/>
            <a:ext cx="13728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891" name="Google Shape;891;p72"/>
          <p:cNvCxnSpPr>
            <a:stCxn id="887" idx="3"/>
          </p:cNvCxnSpPr>
          <p:nvPr/>
        </p:nvCxnSpPr>
        <p:spPr>
          <a:xfrm>
            <a:off x="2396600" y="4437208"/>
            <a:ext cx="1372800" cy="600"/>
          </a:xfrm>
          <a:prstGeom prst="bentConnector3">
            <a:avLst>
              <a:gd name="adj1" fmla="val 50000"/>
            </a:avLst>
          </a:prstGeom>
          <a:noFill/>
          <a:ln w="9525" cap="flat" cmpd="sng">
            <a:solidFill>
              <a:schemeClr val="accent3"/>
            </a:solidFill>
            <a:prstDash val="solid"/>
            <a:round/>
            <a:headEnd type="none" w="med" len="med"/>
            <a:tailEnd type="oval" w="med" len="med"/>
          </a:ln>
        </p:spPr>
      </p:cxn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895"/>
        <p:cNvGrpSpPr/>
        <p:nvPr/>
      </p:nvGrpSpPr>
      <p:grpSpPr>
        <a:xfrm>
          <a:off x="0" y="0"/>
          <a:ext cx="0" cy="0"/>
          <a:chOff x="0" y="0"/>
          <a:chExt cx="0" cy="0"/>
        </a:xfrm>
      </p:grpSpPr>
      <p:sp>
        <p:nvSpPr>
          <p:cNvPr id="896" name="Google Shape;896;p7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EXERCISE 03: TRUE OR FALSE</a:t>
            </a:r>
            <a:endParaRPr/>
          </a:p>
        </p:txBody>
      </p:sp>
      <p:sp>
        <p:nvSpPr>
          <p:cNvPr id="897" name="Google Shape;897;p73"/>
          <p:cNvSpPr txBox="1"/>
          <p:nvPr/>
        </p:nvSpPr>
        <p:spPr>
          <a:xfrm>
            <a:off x="713250" y="1180650"/>
            <a:ext cx="7717500" cy="622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Instructions:</a:t>
            </a:r>
            <a:r>
              <a:rPr lang="de">
                <a:solidFill>
                  <a:schemeClr val="dk1"/>
                </a:solidFill>
                <a:latin typeface="Archivo"/>
                <a:ea typeface="Archivo"/>
                <a:cs typeface="Archivo"/>
                <a:sym typeface="Archivo"/>
              </a:rPr>
              <a:t> drag the blue square to answer true or false to determine whether each statement is 'True' or 'False' </a:t>
            </a:r>
            <a:endParaRPr>
              <a:solidFill>
                <a:schemeClr val="dk1"/>
              </a:solidFill>
              <a:latin typeface="Archivo"/>
              <a:ea typeface="Archivo"/>
              <a:cs typeface="Archivo"/>
              <a:sym typeface="Archivo"/>
            </a:endParaRPr>
          </a:p>
        </p:txBody>
      </p:sp>
      <p:sp>
        <p:nvSpPr>
          <p:cNvPr id="898" name="Google Shape;898;p73"/>
          <p:cNvSpPr txBox="1"/>
          <p:nvPr/>
        </p:nvSpPr>
        <p:spPr>
          <a:xfrm>
            <a:off x="713225" y="1981225"/>
            <a:ext cx="35460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Artificial Intelligence is an essential part of robotics engineering</a:t>
            </a:r>
            <a:endParaRPr>
              <a:solidFill>
                <a:schemeClr val="dk1"/>
              </a:solidFill>
              <a:latin typeface="Archivo"/>
              <a:ea typeface="Archivo"/>
              <a:cs typeface="Archivo"/>
              <a:sym typeface="Archivo"/>
            </a:endParaRPr>
          </a:p>
        </p:txBody>
      </p:sp>
      <p:sp>
        <p:nvSpPr>
          <p:cNvPr id="899" name="Google Shape;899;p73"/>
          <p:cNvSpPr txBox="1"/>
          <p:nvPr/>
        </p:nvSpPr>
        <p:spPr>
          <a:xfrm>
            <a:off x="4828375" y="1981225"/>
            <a:ext cx="35460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In robotics, sensors are not commonly employed to measure distances</a:t>
            </a:r>
            <a:endParaRPr>
              <a:solidFill>
                <a:schemeClr val="dk1"/>
              </a:solidFill>
              <a:latin typeface="Archivo"/>
              <a:ea typeface="Archivo"/>
              <a:cs typeface="Archivo"/>
              <a:sym typeface="Archivo"/>
            </a:endParaRPr>
          </a:p>
        </p:txBody>
      </p:sp>
      <p:sp>
        <p:nvSpPr>
          <p:cNvPr id="900" name="Google Shape;900;p73"/>
          <p:cNvSpPr txBox="1"/>
          <p:nvPr/>
        </p:nvSpPr>
        <p:spPr>
          <a:xfrm>
            <a:off x="713225" y="3517425"/>
            <a:ext cx="35460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Collaborative robots are designed to operate autonomously</a:t>
            </a:r>
            <a:endParaRPr>
              <a:solidFill>
                <a:schemeClr val="dk1"/>
              </a:solidFill>
              <a:latin typeface="Archivo"/>
              <a:ea typeface="Archivo"/>
              <a:cs typeface="Archivo"/>
              <a:sym typeface="Archivo"/>
            </a:endParaRPr>
          </a:p>
        </p:txBody>
      </p:sp>
      <p:sp>
        <p:nvSpPr>
          <p:cNvPr id="901" name="Google Shape;901;p73"/>
          <p:cNvSpPr txBox="1"/>
          <p:nvPr/>
        </p:nvSpPr>
        <p:spPr>
          <a:xfrm>
            <a:off x="4828375" y="3517425"/>
            <a:ext cx="35460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Ultrasonic sensors are commonly used in robotics to measure distances</a:t>
            </a:r>
            <a:endParaRPr>
              <a:solidFill>
                <a:schemeClr val="dk1"/>
              </a:solidFill>
              <a:latin typeface="Archivo"/>
              <a:ea typeface="Archivo"/>
              <a:cs typeface="Archivo"/>
              <a:sym typeface="Archivo"/>
            </a:endParaRPr>
          </a:p>
        </p:txBody>
      </p:sp>
      <p:sp>
        <p:nvSpPr>
          <p:cNvPr id="902" name="Google Shape;902;p73"/>
          <p:cNvSpPr txBox="1"/>
          <p:nvPr/>
        </p:nvSpPr>
        <p:spPr>
          <a:xfrm>
            <a:off x="1218475" y="27063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TRUE</a:t>
            </a:r>
            <a:endParaRPr b="1">
              <a:solidFill>
                <a:schemeClr val="dk1"/>
              </a:solidFill>
              <a:latin typeface="IBM Plex Mono"/>
              <a:ea typeface="IBM Plex Mono"/>
              <a:cs typeface="IBM Plex Mono"/>
              <a:sym typeface="IBM Plex Mono"/>
            </a:endParaRPr>
          </a:p>
        </p:txBody>
      </p:sp>
      <p:sp>
        <p:nvSpPr>
          <p:cNvPr id="903" name="Google Shape;903;p73"/>
          <p:cNvSpPr txBox="1"/>
          <p:nvPr/>
        </p:nvSpPr>
        <p:spPr>
          <a:xfrm>
            <a:off x="2794924" y="27063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FALSE</a:t>
            </a:r>
            <a:endParaRPr b="1">
              <a:solidFill>
                <a:schemeClr val="dk1"/>
              </a:solidFill>
              <a:latin typeface="IBM Plex Mono"/>
              <a:ea typeface="IBM Plex Mono"/>
              <a:cs typeface="IBM Plex Mono"/>
              <a:sym typeface="IBM Plex Mono"/>
            </a:endParaRPr>
          </a:p>
        </p:txBody>
      </p:sp>
      <p:sp>
        <p:nvSpPr>
          <p:cNvPr id="904" name="Google Shape;904;p73"/>
          <p:cNvSpPr/>
          <p:nvPr/>
        </p:nvSpPr>
        <p:spPr>
          <a:xfrm>
            <a:off x="2104975" y="27063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05" name="Google Shape;905;p73"/>
          <p:cNvSpPr/>
          <p:nvPr/>
        </p:nvSpPr>
        <p:spPr>
          <a:xfrm>
            <a:off x="3681425" y="27063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06" name="Google Shape;906;p73"/>
          <p:cNvSpPr txBox="1"/>
          <p:nvPr/>
        </p:nvSpPr>
        <p:spPr>
          <a:xfrm>
            <a:off x="5333625" y="27063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TRUE</a:t>
            </a:r>
            <a:endParaRPr b="1">
              <a:solidFill>
                <a:schemeClr val="dk1"/>
              </a:solidFill>
              <a:latin typeface="IBM Plex Mono"/>
              <a:ea typeface="IBM Plex Mono"/>
              <a:cs typeface="IBM Plex Mono"/>
              <a:sym typeface="IBM Plex Mono"/>
            </a:endParaRPr>
          </a:p>
        </p:txBody>
      </p:sp>
      <p:sp>
        <p:nvSpPr>
          <p:cNvPr id="907" name="Google Shape;907;p73"/>
          <p:cNvSpPr txBox="1"/>
          <p:nvPr/>
        </p:nvSpPr>
        <p:spPr>
          <a:xfrm>
            <a:off x="6910074" y="27063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FALSE</a:t>
            </a:r>
            <a:endParaRPr b="1">
              <a:solidFill>
                <a:schemeClr val="dk1"/>
              </a:solidFill>
              <a:latin typeface="IBM Plex Mono"/>
              <a:ea typeface="IBM Plex Mono"/>
              <a:cs typeface="IBM Plex Mono"/>
              <a:sym typeface="IBM Plex Mono"/>
            </a:endParaRPr>
          </a:p>
        </p:txBody>
      </p:sp>
      <p:sp>
        <p:nvSpPr>
          <p:cNvPr id="908" name="Google Shape;908;p73"/>
          <p:cNvSpPr/>
          <p:nvPr/>
        </p:nvSpPr>
        <p:spPr>
          <a:xfrm>
            <a:off x="6220125" y="27063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09" name="Google Shape;909;p73"/>
          <p:cNvSpPr/>
          <p:nvPr/>
        </p:nvSpPr>
        <p:spPr>
          <a:xfrm>
            <a:off x="7796575" y="27063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0" name="Google Shape;910;p73"/>
          <p:cNvSpPr txBox="1"/>
          <p:nvPr/>
        </p:nvSpPr>
        <p:spPr>
          <a:xfrm>
            <a:off x="1218475" y="42425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TRUE</a:t>
            </a:r>
            <a:endParaRPr b="1">
              <a:solidFill>
                <a:schemeClr val="dk1"/>
              </a:solidFill>
              <a:latin typeface="IBM Plex Mono"/>
              <a:ea typeface="IBM Plex Mono"/>
              <a:cs typeface="IBM Plex Mono"/>
              <a:sym typeface="IBM Plex Mono"/>
            </a:endParaRPr>
          </a:p>
        </p:txBody>
      </p:sp>
      <p:sp>
        <p:nvSpPr>
          <p:cNvPr id="911" name="Google Shape;911;p73"/>
          <p:cNvSpPr txBox="1"/>
          <p:nvPr/>
        </p:nvSpPr>
        <p:spPr>
          <a:xfrm>
            <a:off x="2794924" y="42425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FALSE</a:t>
            </a:r>
            <a:endParaRPr b="1">
              <a:solidFill>
                <a:schemeClr val="dk1"/>
              </a:solidFill>
              <a:latin typeface="IBM Plex Mono"/>
              <a:ea typeface="IBM Plex Mono"/>
              <a:cs typeface="IBM Plex Mono"/>
              <a:sym typeface="IBM Plex Mono"/>
            </a:endParaRPr>
          </a:p>
        </p:txBody>
      </p:sp>
      <p:sp>
        <p:nvSpPr>
          <p:cNvPr id="912" name="Google Shape;912;p73"/>
          <p:cNvSpPr/>
          <p:nvPr/>
        </p:nvSpPr>
        <p:spPr>
          <a:xfrm>
            <a:off x="2104975" y="42425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3" name="Google Shape;913;p73"/>
          <p:cNvSpPr/>
          <p:nvPr/>
        </p:nvSpPr>
        <p:spPr>
          <a:xfrm>
            <a:off x="3681425" y="42425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4" name="Google Shape;914;p73"/>
          <p:cNvSpPr txBox="1"/>
          <p:nvPr/>
        </p:nvSpPr>
        <p:spPr>
          <a:xfrm>
            <a:off x="5333625" y="42425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TRUE</a:t>
            </a:r>
            <a:endParaRPr b="1">
              <a:solidFill>
                <a:schemeClr val="dk1"/>
              </a:solidFill>
              <a:latin typeface="IBM Plex Mono"/>
              <a:ea typeface="IBM Plex Mono"/>
              <a:cs typeface="IBM Plex Mono"/>
              <a:sym typeface="IBM Plex Mono"/>
            </a:endParaRPr>
          </a:p>
        </p:txBody>
      </p:sp>
      <p:sp>
        <p:nvSpPr>
          <p:cNvPr id="915" name="Google Shape;915;p73"/>
          <p:cNvSpPr txBox="1"/>
          <p:nvPr/>
        </p:nvSpPr>
        <p:spPr>
          <a:xfrm>
            <a:off x="6910074" y="42425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FALSE</a:t>
            </a:r>
            <a:endParaRPr b="1">
              <a:solidFill>
                <a:schemeClr val="dk1"/>
              </a:solidFill>
              <a:latin typeface="IBM Plex Mono"/>
              <a:ea typeface="IBM Plex Mono"/>
              <a:cs typeface="IBM Plex Mono"/>
              <a:sym typeface="IBM Plex Mono"/>
            </a:endParaRPr>
          </a:p>
        </p:txBody>
      </p:sp>
      <p:sp>
        <p:nvSpPr>
          <p:cNvPr id="916" name="Google Shape;916;p73"/>
          <p:cNvSpPr/>
          <p:nvPr/>
        </p:nvSpPr>
        <p:spPr>
          <a:xfrm>
            <a:off x="6220125" y="42425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7" name="Google Shape;917;p73"/>
          <p:cNvSpPr/>
          <p:nvPr/>
        </p:nvSpPr>
        <p:spPr>
          <a:xfrm>
            <a:off x="7796575" y="42425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8" name="Google Shape;918;p73"/>
          <p:cNvSpPr/>
          <p:nvPr/>
        </p:nvSpPr>
        <p:spPr>
          <a:xfrm>
            <a:off x="796200" y="2706327"/>
            <a:ext cx="229500" cy="229500"/>
          </a:xfrm>
          <a:prstGeom prst="rect">
            <a:avLst/>
          </a:prstGeom>
          <a:solidFill>
            <a:schemeClr val="accen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9" name="Google Shape;919;p73"/>
          <p:cNvSpPr/>
          <p:nvPr/>
        </p:nvSpPr>
        <p:spPr>
          <a:xfrm>
            <a:off x="796200" y="4242527"/>
            <a:ext cx="229500" cy="229500"/>
          </a:xfrm>
          <a:prstGeom prst="rect">
            <a:avLst/>
          </a:prstGeom>
          <a:solidFill>
            <a:schemeClr val="accen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20" name="Google Shape;920;p73"/>
          <p:cNvSpPr/>
          <p:nvPr/>
        </p:nvSpPr>
        <p:spPr>
          <a:xfrm>
            <a:off x="4912225" y="2706327"/>
            <a:ext cx="229500" cy="229500"/>
          </a:xfrm>
          <a:prstGeom prst="rect">
            <a:avLst/>
          </a:prstGeom>
          <a:solidFill>
            <a:schemeClr val="accen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21" name="Google Shape;921;p73"/>
          <p:cNvSpPr/>
          <p:nvPr/>
        </p:nvSpPr>
        <p:spPr>
          <a:xfrm>
            <a:off x="4912225" y="4242527"/>
            <a:ext cx="229500" cy="229500"/>
          </a:xfrm>
          <a:prstGeom prst="rect">
            <a:avLst/>
          </a:prstGeom>
          <a:solidFill>
            <a:schemeClr val="accen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925"/>
        <p:cNvGrpSpPr/>
        <p:nvPr/>
      </p:nvGrpSpPr>
      <p:grpSpPr>
        <a:xfrm>
          <a:off x="0" y="0"/>
          <a:ext cx="0" cy="0"/>
          <a:chOff x="0" y="0"/>
          <a:chExt cx="0" cy="0"/>
        </a:xfrm>
      </p:grpSpPr>
      <p:sp>
        <p:nvSpPr>
          <p:cNvPr id="926" name="Google Shape;926;p74"/>
          <p:cNvSpPr txBox="1">
            <a:spLocks noGrp="1"/>
          </p:cNvSpPr>
          <p:nvPr>
            <p:ph type="title"/>
          </p:nvPr>
        </p:nvSpPr>
        <p:spPr>
          <a:xfrm>
            <a:off x="859125" y="1292000"/>
            <a:ext cx="3000600" cy="987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DANKE!</a:t>
            </a:r>
            <a:endParaRPr/>
          </a:p>
        </p:txBody>
      </p:sp>
      <p:sp>
        <p:nvSpPr>
          <p:cNvPr id="927" name="Google Shape;927;p74"/>
          <p:cNvSpPr txBox="1">
            <a:spLocks noGrp="1"/>
          </p:cNvSpPr>
          <p:nvPr>
            <p:ph type="subTitle" idx="1"/>
          </p:nvPr>
        </p:nvSpPr>
        <p:spPr>
          <a:xfrm>
            <a:off x="859100" y="2279275"/>
            <a:ext cx="3000600" cy="1167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lt1"/>
              </a:buClr>
              <a:buSzPts val="1100"/>
              <a:buFont typeface="Arial"/>
              <a:buNone/>
            </a:pPr>
            <a:r>
              <a:rPr lang="de" b="1"/>
              <a:t>Gibt es noch Fragen?</a:t>
            </a:r>
            <a:endParaRPr b="1"/>
          </a:p>
          <a:p>
            <a:pPr marL="0" lvl="0" indent="0" algn="l" rtl="0">
              <a:spcBef>
                <a:spcPts val="1000"/>
              </a:spcBef>
              <a:spcAft>
                <a:spcPts val="0"/>
              </a:spcAft>
              <a:buClr>
                <a:schemeClr val="lt1"/>
              </a:buClr>
              <a:buSzPts val="1100"/>
              <a:buFont typeface="Arial"/>
              <a:buNone/>
            </a:pPr>
            <a:r>
              <a:rPr lang="de"/>
              <a:t>deinemail@freepik.com </a:t>
            </a:r>
            <a:endParaRPr/>
          </a:p>
          <a:p>
            <a:pPr marL="0" lvl="0" indent="0" algn="l" rtl="0">
              <a:spcBef>
                <a:spcPts val="0"/>
              </a:spcBef>
              <a:spcAft>
                <a:spcPts val="0"/>
              </a:spcAft>
              <a:buClr>
                <a:schemeClr val="lt1"/>
              </a:buClr>
              <a:buSzPts val="1100"/>
              <a:buFont typeface="Arial"/>
              <a:buNone/>
            </a:pPr>
            <a:r>
              <a:rPr lang="de"/>
              <a:t>+39  620 421 838 </a:t>
            </a:r>
            <a:endParaRPr/>
          </a:p>
          <a:p>
            <a:pPr marL="0" lvl="0" indent="0" algn="l" rtl="0">
              <a:spcBef>
                <a:spcPts val="0"/>
              </a:spcBef>
              <a:spcAft>
                <a:spcPts val="0"/>
              </a:spcAft>
              <a:buNone/>
            </a:pPr>
            <a:r>
              <a:rPr lang="de"/>
              <a:t>deinewebseite.com</a:t>
            </a:r>
            <a:endParaRPr sz="1600">
              <a:latin typeface="Anaheim"/>
              <a:ea typeface="Anaheim"/>
              <a:cs typeface="Anaheim"/>
              <a:sym typeface="Anaheim"/>
            </a:endParaRPr>
          </a:p>
        </p:txBody>
      </p:sp>
      <p:grpSp>
        <p:nvGrpSpPr>
          <p:cNvPr id="928" name="Google Shape;928;p74"/>
          <p:cNvGrpSpPr/>
          <p:nvPr/>
        </p:nvGrpSpPr>
        <p:grpSpPr>
          <a:xfrm flipH="1">
            <a:off x="2946738" y="2922012"/>
            <a:ext cx="4209137" cy="1046592"/>
            <a:chOff x="5000213" y="4370187"/>
            <a:chExt cx="4209137" cy="1046592"/>
          </a:xfrm>
        </p:grpSpPr>
        <p:pic>
          <p:nvPicPr>
            <p:cNvPr id="929" name="Google Shape;929;p74"/>
            <p:cNvPicPr preferRelativeResize="0"/>
            <p:nvPr/>
          </p:nvPicPr>
          <p:blipFill rotWithShape="1">
            <a:blip r:embed="rId3">
              <a:alphaModFix/>
            </a:blip>
            <a:srcRect t="19097" r="5042" b="2954"/>
            <a:stretch/>
          </p:blipFill>
          <p:spPr>
            <a:xfrm flipH="1">
              <a:off x="5493226" y="4400655"/>
              <a:ext cx="3716124" cy="1016124"/>
            </a:xfrm>
            <a:prstGeom prst="rect">
              <a:avLst/>
            </a:prstGeom>
            <a:noFill/>
            <a:ln>
              <a:noFill/>
            </a:ln>
          </p:spPr>
        </p:pic>
        <p:pic>
          <p:nvPicPr>
            <p:cNvPr id="930" name="Google Shape;930;p74"/>
            <p:cNvPicPr preferRelativeResize="0"/>
            <p:nvPr/>
          </p:nvPicPr>
          <p:blipFill>
            <a:blip r:embed="rId4">
              <a:alphaModFix/>
            </a:blip>
            <a:stretch>
              <a:fillRect/>
            </a:stretch>
          </p:blipFill>
          <p:spPr>
            <a:xfrm rot="10800000" flipH="1">
              <a:off x="5000213" y="4370187"/>
              <a:ext cx="456876" cy="242950"/>
            </a:xfrm>
            <a:prstGeom prst="rect">
              <a:avLst/>
            </a:prstGeom>
            <a:noFill/>
            <a:ln>
              <a:noFill/>
            </a:ln>
          </p:spPr>
        </p:pic>
      </p:grpSp>
      <p:grpSp>
        <p:nvGrpSpPr>
          <p:cNvPr id="931" name="Google Shape;931;p74"/>
          <p:cNvGrpSpPr/>
          <p:nvPr/>
        </p:nvGrpSpPr>
        <p:grpSpPr>
          <a:xfrm>
            <a:off x="3327936" y="147724"/>
            <a:ext cx="5550839" cy="1296576"/>
            <a:chOff x="3327936" y="147724"/>
            <a:chExt cx="5550839" cy="1296576"/>
          </a:xfrm>
        </p:grpSpPr>
        <p:pic>
          <p:nvPicPr>
            <p:cNvPr id="932" name="Google Shape;932;p74"/>
            <p:cNvPicPr preferRelativeResize="0"/>
            <p:nvPr/>
          </p:nvPicPr>
          <p:blipFill rotWithShape="1">
            <a:blip r:embed="rId5">
              <a:alphaModFix/>
            </a:blip>
            <a:srcRect b="23354"/>
            <a:stretch/>
          </p:blipFill>
          <p:spPr>
            <a:xfrm rot="10800000">
              <a:off x="3327936" y="147725"/>
              <a:ext cx="4763251" cy="756200"/>
            </a:xfrm>
            <a:prstGeom prst="rect">
              <a:avLst/>
            </a:prstGeom>
            <a:noFill/>
            <a:ln>
              <a:noFill/>
            </a:ln>
          </p:spPr>
        </p:pic>
        <p:pic>
          <p:nvPicPr>
            <p:cNvPr id="933" name="Google Shape;933;p74"/>
            <p:cNvPicPr preferRelativeResize="0"/>
            <p:nvPr/>
          </p:nvPicPr>
          <p:blipFill rotWithShape="1">
            <a:blip r:embed="rId6">
              <a:alphaModFix amt="86000"/>
            </a:blip>
            <a:srcRect b="5918"/>
            <a:stretch/>
          </p:blipFill>
          <p:spPr>
            <a:xfrm rot="10800000">
              <a:off x="6138400" y="147724"/>
              <a:ext cx="2740375" cy="1296576"/>
            </a:xfrm>
            <a:prstGeom prst="rect">
              <a:avLst/>
            </a:prstGeom>
            <a:noFill/>
            <a:ln>
              <a:noFill/>
            </a:ln>
          </p:spPr>
        </p:pic>
      </p:grpSp>
      <p:grpSp>
        <p:nvGrpSpPr>
          <p:cNvPr id="934" name="Google Shape;934;p74"/>
          <p:cNvGrpSpPr/>
          <p:nvPr/>
        </p:nvGrpSpPr>
        <p:grpSpPr>
          <a:xfrm>
            <a:off x="1500914" y="3779049"/>
            <a:ext cx="258640" cy="181874"/>
            <a:chOff x="3386036" y="1746339"/>
            <a:chExt cx="397907" cy="279762"/>
          </a:xfrm>
        </p:grpSpPr>
        <p:sp>
          <p:nvSpPr>
            <p:cNvPr id="935" name="Google Shape;935;p74"/>
            <p:cNvSpPr/>
            <p:nvPr/>
          </p:nvSpPr>
          <p:spPr>
            <a:xfrm>
              <a:off x="3561652" y="1848954"/>
              <a:ext cx="59646" cy="74506"/>
            </a:xfrm>
            <a:custGeom>
              <a:avLst/>
              <a:gdLst/>
              <a:ahLst/>
              <a:cxnLst/>
              <a:rect l="l" t="t" r="r" b="b"/>
              <a:pathLst>
                <a:path w="2858" h="3570" extrusionOk="0">
                  <a:moveTo>
                    <a:pt x="1" y="0"/>
                  </a:moveTo>
                  <a:lnTo>
                    <a:pt x="1" y="3570"/>
                  </a:lnTo>
                  <a:lnTo>
                    <a:pt x="2858" y="1785"/>
                  </a:lnTo>
                  <a:lnTo>
                    <a:pt x="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74"/>
            <p:cNvSpPr/>
            <p:nvPr/>
          </p:nvSpPr>
          <p:spPr>
            <a:xfrm>
              <a:off x="3386036" y="1746339"/>
              <a:ext cx="397907" cy="279762"/>
            </a:xfrm>
            <a:custGeom>
              <a:avLst/>
              <a:gdLst/>
              <a:ahLst/>
              <a:cxnLst/>
              <a:rect l="l" t="t" r="r" b="b"/>
              <a:pathLst>
                <a:path w="19066" h="13405" extrusionOk="0">
                  <a:moveTo>
                    <a:pt x="7858" y="3351"/>
                  </a:moveTo>
                  <a:cubicBezTo>
                    <a:pt x="7961" y="3351"/>
                    <a:pt x="8064" y="3379"/>
                    <a:pt x="8154" y="3436"/>
                  </a:cubicBezTo>
                  <a:lnTo>
                    <a:pt x="12622" y="6230"/>
                  </a:lnTo>
                  <a:cubicBezTo>
                    <a:pt x="12785" y="6330"/>
                    <a:pt x="12884" y="6509"/>
                    <a:pt x="12884" y="6702"/>
                  </a:cubicBezTo>
                  <a:cubicBezTo>
                    <a:pt x="12884" y="6895"/>
                    <a:pt x="12785" y="7073"/>
                    <a:pt x="12622" y="7176"/>
                  </a:cubicBezTo>
                  <a:lnTo>
                    <a:pt x="8154" y="9968"/>
                  </a:lnTo>
                  <a:cubicBezTo>
                    <a:pt x="8063" y="10025"/>
                    <a:pt x="7961" y="10053"/>
                    <a:pt x="7859" y="10053"/>
                  </a:cubicBezTo>
                  <a:cubicBezTo>
                    <a:pt x="7765" y="10053"/>
                    <a:pt x="7671" y="10029"/>
                    <a:pt x="7588" y="9983"/>
                  </a:cubicBezTo>
                  <a:cubicBezTo>
                    <a:pt x="7409" y="9884"/>
                    <a:pt x="7299" y="9699"/>
                    <a:pt x="7299" y="9495"/>
                  </a:cubicBezTo>
                  <a:lnTo>
                    <a:pt x="7299" y="3910"/>
                  </a:lnTo>
                  <a:cubicBezTo>
                    <a:pt x="7299" y="3707"/>
                    <a:pt x="7409" y="3519"/>
                    <a:pt x="7588" y="3420"/>
                  </a:cubicBezTo>
                  <a:cubicBezTo>
                    <a:pt x="7671" y="3374"/>
                    <a:pt x="7765" y="3351"/>
                    <a:pt x="7858" y="3351"/>
                  </a:cubicBezTo>
                  <a:close/>
                  <a:moveTo>
                    <a:pt x="2794" y="1"/>
                  </a:moveTo>
                  <a:cubicBezTo>
                    <a:pt x="1255" y="1"/>
                    <a:pt x="1" y="1253"/>
                    <a:pt x="1" y="2792"/>
                  </a:cubicBezTo>
                  <a:lnTo>
                    <a:pt x="1" y="10611"/>
                  </a:lnTo>
                  <a:cubicBezTo>
                    <a:pt x="1" y="12152"/>
                    <a:pt x="1255" y="13405"/>
                    <a:pt x="2794" y="13405"/>
                  </a:cubicBezTo>
                  <a:lnTo>
                    <a:pt x="16274" y="13405"/>
                  </a:lnTo>
                  <a:cubicBezTo>
                    <a:pt x="17813" y="13405"/>
                    <a:pt x="19065" y="12152"/>
                    <a:pt x="19065" y="10611"/>
                  </a:cubicBezTo>
                  <a:lnTo>
                    <a:pt x="19065" y="2792"/>
                  </a:lnTo>
                  <a:cubicBezTo>
                    <a:pt x="19065" y="1253"/>
                    <a:pt x="17813" y="1"/>
                    <a:pt x="1627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7" name="Google Shape;937;p74"/>
          <p:cNvGrpSpPr/>
          <p:nvPr/>
        </p:nvGrpSpPr>
        <p:grpSpPr>
          <a:xfrm>
            <a:off x="950027" y="3740656"/>
            <a:ext cx="258640" cy="258666"/>
            <a:chOff x="266768" y="1721375"/>
            <a:chExt cx="397907" cy="397887"/>
          </a:xfrm>
        </p:grpSpPr>
        <p:sp>
          <p:nvSpPr>
            <p:cNvPr id="938" name="Google Shape;938;p74"/>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 name="Google Shape;939;p74"/>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 name="Google Shape;940;p74"/>
          <p:cNvGrpSpPr/>
          <p:nvPr/>
        </p:nvGrpSpPr>
        <p:grpSpPr>
          <a:xfrm>
            <a:off x="2051799" y="3740656"/>
            <a:ext cx="258613" cy="258666"/>
            <a:chOff x="864491" y="1723250"/>
            <a:chExt cx="397866" cy="397887"/>
          </a:xfrm>
        </p:grpSpPr>
        <p:sp>
          <p:nvSpPr>
            <p:cNvPr id="941" name="Google Shape;941;p74"/>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74"/>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 name="Google Shape;943;p74"/>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4" name="Google Shape;944;p74"/>
          <p:cNvSpPr txBox="1"/>
          <p:nvPr/>
        </p:nvSpPr>
        <p:spPr>
          <a:xfrm>
            <a:off x="4907725" y="3172550"/>
            <a:ext cx="2421900" cy="482400"/>
          </a:xfrm>
          <a:prstGeom prst="rect">
            <a:avLst/>
          </a:prstGeom>
          <a:noFill/>
          <a:ln>
            <a:noFill/>
          </a:ln>
        </p:spPr>
        <p:txBody>
          <a:bodyPr spcFirstLastPara="1" wrap="square" lIns="91425" tIns="91425" rIns="91425" bIns="91425" anchor="t" anchorCtr="0">
            <a:noAutofit/>
          </a:bodyPr>
          <a:lstStyle/>
          <a:p>
            <a:pPr marL="0" lvl="0" indent="0" algn="l" rtl="0">
              <a:spcBef>
                <a:spcPts val="300"/>
              </a:spcBef>
              <a:spcAft>
                <a:spcPts val="0"/>
              </a:spcAft>
              <a:buNone/>
            </a:pPr>
            <a:r>
              <a:rPr lang="de" sz="1000">
                <a:solidFill>
                  <a:schemeClr val="dk1"/>
                </a:solidFill>
                <a:latin typeface="Archivo"/>
                <a:ea typeface="Archivo"/>
                <a:cs typeface="Archivo"/>
                <a:sym typeface="Archivo"/>
              </a:rPr>
              <a:t>Bitte lösche diese Folie nicht, es sei denn du bist ein Premium-Nutzer</a:t>
            </a:r>
            <a:endParaRPr sz="1000">
              <a:solidFill>
                <a:schemeClr val="dk1"/>
              </a:solidFill>
              <a:latin typeface="Archivo"/>
              <a:ea typeface="Archivo"/>
              <a:cs typeface="Archivo"/>
              <a:sym typeface="Archivo"/>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948"/>
        <p:cNvGrpSpPr/>
        <p:nvPr/>
      </p:nvGrpSpPr>
      <p:grpSpPr>
        <a:xfrm>
          <a:off x="0" y="0"/>
          <a:ext cx="0" cy="0"/>
          <a:chOff x="0" y="0"/>
          <a:chExt cx="0" cy="0"/>
        </a:xfrm>
      </p:grpSpPr>
      <p:sp>
        <p:nvSpPr>
          <p:cNvPr id="949" name="Google Shape;949;p75"/>
          <p:cNvSpPr/>
          <p:nvPr/>
        </p:nvSpPr>
        <p:spPr>
          <a:xfrm>
            <a:off x="722750" y="1435832"/>
            <a:ext cx="464991" cy="464994"/>
          </a:xfrm>
          <a:custGeom>
            <a:avLst/>
            <a:gdLst/>
            <a:ahLst/>
            <a:cxnLst/>
            <a:rect l="l" t="t" r="r" b="b"/>
            <a:pathLst>
              <a:path w="916" h="916" extrusionOk="0">
                <a:moveTo>
                  <a:pt x="836" y="0"/>
                </a:moveTo>
                <a:lnTo>
                  <a:pt x="81" y="0"/>
                </a:lnTo>
                <a:cubicBezTo>
                  <a:pt x="36" y="0"/>
                  <a:pt x="0" y="36"/>
                  <a:pt x="0" y="80"/>
                </a:cubicBezTo>
                <a:lnTo>
                  <a:pt x="0" y="836"/>
                </a:lnTo>
                <a:cubicBezTo>
                  <a:pt x="0" y="880"/>
                  <a:pt x="36" y="916"/>
                  <a:pt x="81" y="916"/>
                </a:cubicBezTo>
                <a:lnTo>
                  <a:pt x="836" y="916"/>
                </a:lnTo>
                <a:cubicBezTo>
                  <a:pt x="880" y="916"/>
                  <a:pt x="916" y="880"/>
                  <a:pt x="916" y="836"/>
                </a:cubicBezTo>
                <a:lnTo>
                  <a:pt x="916" y="80"/>
                </a:lnTo>
                <a:cubicBezTo>
                  <a:pt x="916" y="36"/>
                  <a:pt x="880" y="0"/>
                  <a:pt x="836" y="0"/>
                </a:cubicBezTo>
                <a:moveTo>
                  <a:pt x="135" y="108"/>
                </a:moveTo>
                <a:cubicBezTo>
                  <a:pt x="150" y="108"/>
                  <a:pt x="162" y="120"/>
                  <a:pt x="162" y="135"/>
                </a:cubicBezTo>
                <a:cubicBezTo>
                  <a:pt x="162" y="150"/>
                  <a:pt x="150" y="162"/>
                  <a:pt x="135" y="162"/>
                </a:cubicBezTo>
                <a:cubicBezTo>
                  <a:pt x="120" y="162"/>
                  <a:pt x="108" y="150"/>
                  <a:pt x="108" y="135"/>
                </a:cubicBezTo>
                <a:cubicBezTo>
                  <a:pt x="108" y="120"/>
                  <a:pt x="120" y="108"/>
                  <a:pt x="135" y="108"/>
                </a:cubicBezTo>
                <a:moveTo>
                  <a:pt x="135" y="809"/>
                </a:moveTo>
                <a:cubicBezTo>
                  <a:pt x="120" y="809"/>
                  <a:pt x="108" y="797"/>
                  <a:pt x="108" y="782"/>
                </a:cubicBezTo>
                <a:cubicBezTo>
                  <a:pt x="108" y="767"/>
                  <a:pt x="120" y="756"/>
                  <a:pt x="135" y="756"/>
                </a:cubicBezTo>
                <a:cubicBezTo>
                  <a:pt x="150" y="756"/>
                  <a:pt x="162" y="768"/>
                  <a:pt x="162" y="782"/>
                </a:cubicBezTo>
                <a:cubicBezTo>
                  <a:pt x="162" y="797"/>
                  <a:pt x="150" y="809"/>
                  <a:pt x="135" y="809"/>
                </a:cubicBezTo>
                <a:moveTo>
                  <a:pt x="782" y="809"/>
                </a:moveTo>
                <a:cubicBezTo>
                  <a:pt x="767" y="809"/>
                  <a:pt x="755" y="797"/>
                  <a:pt x="755" y="782"/>
                </a:cubicBezTo>
                <a:cubicBezTo>
                  <a:pt x="755" y="767"/>
                  <a:pt x="767" y="756"/>
                  <a:pt x="782" y="756"/>
                </a:cubicBezTo>
                <a:cubicBezTo>
                  <a:pt x="797" y="756"/>
                  <a:pt x="809" y="768"/>
                  <a:pt x="809" y="782"/>
                </a:cubicBezTo>
                <a:cubicBezTo>
                  <a:pt x="809" y="797"/>
                  <a:pt x="797" y="809"/>
                  <a:pt x="782" y="809"/>
                </a:cubicBezTo>
                <a:moveTo>
                  <a:pt x="459" y="809"/>
                </a:moveTo>
                <a:cubicBezTo>
                  <a:pt x="266" y="809"/>
                  <a:pt x="108" y="651"/>
                  <a:pt x="108" y="459"/>
                </a:cubicBezTo>
                <a:cubicBezTo>
                  <a:pt x="108" y="267"/>
                  <a:pt x="266" y="108"/>
                  <a:pt x="459" y="108"/>
                </a:cubicBezTo>
                <a:cubicBezTo>
                  <a:pt x="651" y="108"/>
                  <a:pt x="809" y="267"/>
                  <a:pt x="809" y="459"/>
                </a:cubicBezTo>
                <a:cubicBezTo>
                  <a:pt x="809" y="651"/>
                  <a:pt x="651" y="809"/>
                  <a:pt x="459" y="809"/>
                </a:cubicBezTo>
                <a:moveTo>
                  <a:pt x="782" y="162"/>
                </a:moveTo>
                <a:cubicBezTo>
                  <a:pt x="767" y="162"/>
                  <a:pt x="755" y="150"/>
                  <a:pt x="755" y="135"/>
                </a:cubicBezTo>
                <a:cubicBezTo>
                  <a:pt x="755" y="120"/>
                  <a:pt x="767" y="108"/>
                  <a:pt x="782" y="108"/>
                </a:cubicBezTo>
                <a:cubicBezTo>
                  <a:pt x="797" y="108"/>
                  <a:pt x="809" y="120"/>
                  <a:pt x="809" y="135"/>
                </a:cubicBezTo>
                <a:cubicBezTo>
                  <a:pt x="809" y="150"/>
                  <a:pt x="797" y="162"/>
                  <a:pt x="782" y="162"/>
                </a:cubicBezTo>
                <a:moveTo>
                  <a:pt x="459" y="162"/>
                </a:moveTo>
                <a:cubicBezTo>
                  <a:pt x="296" y="162"/>
                  <a:pt x="162" y="296"/>
                  <a:pt x="162" y="459"/>
                </a:cubicBezTo>
                <a:cubicBezTo>
                  <a:pt x="162" y="621"/>
                  <a:pt x="296" y="755"/>
                  <a:pt x="459" y="755"/>
                </a:cubicBezTo>
                <a:cubicBezTo>
                  <a:pt x="621" y="755"/>
                  <a:pt x="755" y="621"/>
                  <a:pt x="755" y="459"/>
                </a:cubicBezTo>
                <a:cubicBezTo>
                  <a:pt x="755" y="296"/>
                  <a:pt x="621" y="162"/>
                  <a:pt x="459" y="162"/>
                </a:cubicBezTo>
                <a:moveTo>
                  <a:pt x="432" y="296"/>
                </a:moveTo>
                <a:cubicBezTo>
                  <a:pt x="432" y="280"/>
                  <a:pt x="445" y="268"/>
                  <a:pt x="461" y="269"/>
                </a:cubicBezTo>
                <a:cubicBezTo>
                  <a:pt x="475" y="271"/>
                  <a:pt x="485" y="283"/>
                  <a:pt x="485" y="297"/>
                </a:cubicBezTo>
                <a:lnTo>
                  <a:pt x="485" y="458"/>
                </a:lnTo>
                <a:cubicBezTo>
                  <a:pt x="485" y="472"/>
                  <a:pt x="475" y="484"/>
                  <a:pt x="461" y="485"/>
                </a:cubicBezTo>
                <a:cubicBezTo>
                  <a:pt x="445" y="487"/>
                  <a:pt x="432" y="474"/>
                  <a:pt x="432" y="459"/>
                </a:cubicBezTo>
                <a:lnTo>
                  <a:pt x="432" y="296"/>
                </a:lnTo>
                <a:moveTo>
                  <a:pt x="459" y="646"/>
                </a:moveTo>
                <a:cubicBezTo>
                  <a:pt x="355" y="646"/>
                  <a:pt x="271" y="562"/>
                  <a:pt x="271" y="459"/>
                </a:cubicBezTo>
                <a:cubicBezTo>
                  <a:pt x="271" y="409"/>
                  <a:pt x="291" y="360"/>
                  <a:pt x="326" y="324"/>
                </a:cubicBezTo>
                <a:cubicBezTo>
                  <a:pt x="336" y="314"/>
                  <a:pt x="353" y="313"/>
                  <a:pt x="364" y="324"/>
                </a:cubicBezTo>
                <a:cubicBezTo>
                  <a:pt x="374" y="334"/>
                  <a:pt x="374" y="352"/>
                  <a:pt x="364" y="362"/>
                </a:cubicBezTo>
                <a:cubicBezTo>
                  <a:pt x="339" y="387"/>
                  <a:pt x="325" y="423"/>
                  <a:pt x="325" y="459"/>
                </a:cubicBezTo>
                <a:cubicBezTo>
                  <a:pt x="325" y="635"/>
                  <a:pt x="593" y="634"/>
                  <a:pt x="593" y="459"/>
                </a:cubicBezTo>
                <a:cubicBezTo>
                  <a:pt x="593" y="423"/>
                  <a:pt x="579" y="386"/>
                  <a:pt x="554" y="362"/>
                </a:cubicBezTo>
                <a:cubicBezTo>
                  <a:pt x="543" y="351"/>
                  <a:pt x="543" y="334"/>
                  <a:pt x="554" y="324"/>
                </a:cubicBezTo>
                <a:cubicBezTo>
                  <a:pt x="564" y="313"/>
                  <a:pt x="581" y="314"/>
                  <a:pt x="591" y="324"/>
                </a:cubicBezTo>
                <a:cubicBezTo>
                  <a:pt x="627" y="360"/>
                  <a:pt x="646" y="409"/>
                  <a:pt x="646" y="459"/>
                </a:cubicBezTo>
                <a:cubicBezTo>
                  <a:pt x="646" y="562"/>
                  <a:pt x="562" y="646"/>
                  <a:pt x="459" y="646"/>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0" name="Google Shape;950;p75"/>
          <p:cNvSpPr/>
          <p:nvPr/>
        </p:nvSpPr>
        <p:spPr>
          <a:xfrm>
            <a:off x="7975307" y="3669938"/>
            <a:ext cx="464991" cy="464994"/>
          </a:xfrm>
          <a:custGeom>
            <a:avLst/>
            <a:gdLst/>
            <a:ahLst/>
            <a:cxnLst/>
            <a:rect l="l" t="t" r="r" b="b"/>
            <a:pathLst>
              <a:path w="916" h="916" extrusionOk="0">
                <a:moveTo>
                  <a:pt x="592" y="134"/>
                </a:moveTo>
                <a:cubicBezTo>
                  <a:pt x="592" y="60"/>
                  <a:pt x="532" y="0"/>
                  <a:pt x="458" y="0"/>
                </a:cubicBezTo>
                <a:cubicBezTo>
                  <a:pt x="384" y="0"/>
                  <a:pt x="324" y="60"/>
                  <a:pt x="324" y="134"/>
                </a:cubicBezTo>
                <a:lnTo>
                  <a:pt x="324" y="161"/>
                </a:lnTo>
                <a:lnTo>
                  <a:pt x="592" y="161"/>
                </a:lnTo>
                <a:lnTo>
                  <a:pt x="592" y="134"/>
                </a:lnTo>
                <a:moveTo>
                  <a:pt x="457" y="108"/>
                </a:moveTo>
                <a:cubicBezTo>
                  <a:pt x="443" y="108"/>
                  <a:pt x="431" y="96"/>
                  <a:pt x="431" y="81"/>
                </a:cubicBezTo>
                <a:cubicBezTo>
                  <a:pt x="431" y="66"/>
                  <a:pt x="443" y="54"/>
                  <a:pt x="457" y="54"/>
                </a:cubicBezTo>
                <a:cubicBezTo>
                  <a:pt x="472" y="54"/>
                  <a:pt x="484" y="66"/>
                  <a:pt x="484" y="81"/>
                </a:cubicBezTo>
                <a:cubicBezTo>
                  <a:pt x="484" y="96"/>
                  <a:pt x="472" y="108"/>
                  <a:pt x="457" y="108"/>
                </a:cubicBezTo>
                <a:moveTo>
                  <a:pt x="752" y="702"/>
                </a:moveTo>
                <a:lnTo>
                  <a:pt x="164" y="702"/>
                </a:lnTo>
                <a:cubicBezTo>
                  <a:pt x="109" y="702"/>
                  <a:pt x="61" y="743"/>
                  <a:pt x="56" y="799"/>
                </a:cubicBezTo>
                <a:cubicBezTo>
                  <a:pt x="50" y="862"/>
                  <a:pt x="100" y="916"/>
                  <a:pt x="163" y="916"/>
                </a:cubicBezTo>
                <a:lnTo>
                  <a:pt x="751" y="916"/>
                </a:lnTo>
                <a:cubicBezTo>
                  <a:pt x="806" y="916"/>
                  <a:pt x="854" y="875"/>
                  <a:pt x="859" y="819"/>
                </a:cubicBezTo>
                <a:cubicBezTo>
                  <a:pt x="865" y="756"/>
                  <a:pt x="815" y="702"/>
                  <a:pt x="752" y="702"/>
                </a:cubicBezTo>
                <a:moveTo>
                  <a:pt x="162" y="836"/>
                </a:moveTo>
                <a:cubicBezTo>
                  <a:pt x="147" y="836"/>
                  <a:pt x="136" y="824"/>
                  <a:pt x="136" y="809"/>
                </a:cubicBezTo>
                <a:cubicBezTo>
                  <a:pt x="136" y="794"/>
                  <a:pt x="147" y="782"/>
                  <a:pt x="162" y="782"/>
                </a:cubicBezTo>
                <a:cubicBezTo>
                  <a:pt x="177" y="782"/>
                  <a:pt x="189" y="794"/>
                  <a:pt x="189" y="809"/>
                </a:cubicBezTo>
                <a:cubicBezTo>
                  <a:pt x="189" y="824"/>
                  <a:pt x="177" y="836"/>
                  <a:pt x="162" y="836"/>
                </a:cubicBezTo>
                <a:moveTo>
                  <a:pt x="365" y="863"/>
                </a:moveTo>
                <a:lnTo>
                  <a:pt x="255" y="863"/>
                </a:lnTo>
                <a:cubicBezTo>
                  <a:pt x="264" y="847"/>
                  <a:pt x="270" y="828"/>
                  <a:pt x="270" y="809"/>
                </a:cubicBezTo>
                <a:cubicBezTo>
                  <a:pt x="270" y="790"/>
                  <a:pt x="264" y="771"/>
                  <a:pt x="255" y="755"/>
                </a:cubicBezTo>
                <a:lnTo>
                  <a:pt x="365" y="755"/>
                </a:lnTo>
                <a:cubicBezTo>
                  <a:pt x="355" y="771"/>
                  <a:pt x="350" y="790"/>
                  <a:pt x="350" y="809"/>
                </a:cubicBezTo>
                <a:cubicBezTo>
                  <a:pt x="350" y="828"/>
                  <a:pt x="355" y="847"/>
                  <a:pt x="365" y="863"/>
                </a:cubicBezTo>
                <a:moveTo>
                  <a:pt x="457" y="836"/>
                </a:moveTo>
                <a:cubicBezTo>
                  <a:pt x="442" y="836"/>
                  <a:pt x="431" y="824"/>
                  <a:pt x="431" y="809"/>
                </a:cubicBezTo>
                <a:cubicBezTo>
                  <a:pt x="431" y="794"/>
                  <a:pt x="442" y="782"/>
                  <a:pt x="457" y="782"/>
                </a:cubicBezTo>
                <a:cubicBezTo>
                  <a:pt x="472" y="782"/>
                  <a:pt x="484" y="794"/>
                  <a:pt x="484" y="809"/>
                </a:cubicBezTo>
                <a:cubicBezTo>
                  <a:pt x="484" y="824"/>
                  <a:pt x="472" y="836"/>
                  <a:pt x="457" y="836"/>
                </a:cubicBezTo>
                <a:moveTo>
                  <a:pt x="660" y="863"/>
                </a:moveTo>
                <a:lnTo>
                  <a:pt x="550" y="863"/>
                </a:lnTo>
                <a:cubicBezTo>
                  <a:pt x="559" y="847"/>
                  <a:pt x="565" y="828"/>
                  <a:pt x="565" y="809"/>
                </a:cubicBezTo>
                <a:cubicBezTo>
                  <a:pt x="565" y="790"/>
                  <a:pt x="559" y="771"/>
                  <a:pt x="550" y="755"/>
                </a:cubicBezTo>
                <a:lnTo>
                  <a:pt x="660" y="755"/>
                </a:lnTo>
                <a:cubicBezTo>
                  <a:pt x="650" y="771"/>
                  <a:pt x="645" y="790"/>
                  <a:pt x="645" y="809"/>
                </a:cubicBezTo>
                <a:cubicBezTo>
                  <a:pt x="645" y="828"/>
                  <a:pt x="650" y="847"/>
                  <a:pt x="660" y="863"/>
                </a:cubicBezTo>
                <a:moveTo>
                  <a:pt x="752" y="836"/>
                </a:moveTo>
                <a:cubicBezTo>
                  <a:pt x="737" y="836"/>
                  <a:pt x="726" y="824"/>
                  <a:pt x="726" y="809"/>
                </a:cubicBezTo>
                <a:cubicBezTo>
                  <a:pt x="726" y="794"/>
                  <a:pt x="737" y="782"/>
                  <a:pt x="752" y="782"/>
                </a:cubicBezTo>
                <a:cubicBezTo>
                  <a:pt x="767" y="782"/>
                  <a:pt x="779" y="794"/>
                  <a:pt x="779" y="809"/>
                </a:cubicBezTo>
                <a:cubicBezTo>
                  <a:pt x="779" y="824"/>
                  <a:pt x="767" y="836"/>
                  <a:pt x="752" y="836"/>
                </a:cubicBezTo>
                <a:moveTo>
                  <a:pt x="862" y="439"/>
                </a:moveTo>
                <a:lnTo>
                  <a:pt x="862" y="263"/>
                </a:lnTo>
                <a:cubicBezTo>
                  <a:pt x="895" y="252"/>
                  <a:pt x="918" y="219"/>
                  <a:pt x="916" y="181"/>
                </a:cubicBezTo>
                <a:cubicBezTo>
                  <a:pt x="913" y="142"/>
                  <a:pt x="881" y="110"/>
                  <a:pt x="842" y="107"/>
                </a:cubicBezTo>
                <a:cubicBezTo>
                  <a:pt x="795" y="104"/>
                  <a:pt x="756" y="140"/>
                  <a:pt x="755" y="186"/>
                </a:cubicBezTo>
                <a:lnTo>
                  <a:pt x="668" y="215"/>
                </a:lnTo>
                <a:lnTo>
                  <a:pt x="247" y="215"/>
                </a:lnTo>
                <a:lnTo>
                  <a:pt x="161" y="186"/>
                </a:lnTo>
                <a:cubicBezTo>
                  <a:pt x="160" y="141"/>
                  <a:pt x="121" y="104"/>
                  <a:pt x="74" y="107"/>
                </a:cubicBezTo>
                <a:cubicBezTo>
                  <a:pt x="35" y="110"/>
                  <a:pt x="3" y="142"/>
                  <a:pt x="0" y="182"/>
                </a:cubicBezTo>
                <a:cubicBezTo>
                  <a:pt x="-3" y="219"/>
                  <a:pt x="21" y="251"/>
                  <a:pt x="53" y="263"/>
                </a:cubicBezTo>
                <a:lnTo>
                  <a:pt x="53" y="438"/>
                </a:lnTo>
                <a:cubicBezTo>
                  <a:pt x="43" y="442"/>
                  <a:pt x="32" y="447"/>
                  <a:pt x="23" y="456"/>
                </a:cubicBezTo>
                <a:cubicBezTo>
                  <a:pt x="-8" y="488"/>
                  <a:pt x="-8" y="539"/>
                  <a:pt x="23" y="570"/>
                </a:cubicBezTo>
                <a:cubicBezTo>
                  <a:pt x="34" y="581"/>
                  <a:pt x="51" y="581"/>
                  <a:pt x="61" y="570"/>
                </a:cubicBezTo>
                <a:cubicBezTo>
                  <a:pt x="72" y="560"/>
                  <a:pt x="72" y="542"/>
                  <a:pt x="61" y="532"/>
                </a:cubicBezTo>
                <a:cubicBezTo>
                  <a:pt x="51" y="522"/>
                  <a:pt x="51" y="505"/>
                  <a:pt x="61" y="494"/>
                </a:cubicBezTo>
                <a:cubicBezTo>
                  <a:pt x="72" y="484"/>
                  <a:pt x="89" y="484"/>
                  <a:pt x="99" y="494"/>
                </a:cubicBezTo>
                <a:cubicBezTo>
                  <a:pt x="110" y="505"/>
                  <a:pt x="110" y="522"/>
                  <a:pt x="99" y="532"/>
                </a:cubicBezTo>
                <a:cubicBezTo>
                  <a:pt x="89" y="542"/>
                  <a:pt x="89" y="560"/>
                  <a:pt x="99" y="570"/>
                </a:cubicBezTo>
                <a:cubicBezTo>
                  <a:pt x="110" y="581"/>
                  <a:pt x="127" y="580"/>
                  <a:pt x="137" y="570"/>
                </a:cubicBezTo>
                <a:cubicBezTo>
                  <a:pt x="169" y="538"/>
                  <a:pt x="169" y="488"/>
                  <a:pt x="137" y="456"/>
                </a:cubicBezTo>
                <a:cubicBezTo>
                  <a:pt x="128" y="447"/>
                  <a:pt x="118" y="442"/>
                  <a:pt x="107" y="438"/>
                </a:cubicBezTo>
                <a:lnTo>
                  <a:pt x="107" y="264"/>
                </a:lnTo>
                <a:cubicBezTo>
                  <a:pt x="122" y="259"/>
                  <a:pt x="134" y="250"/>
                  <a:pt x="143" y="238"/>
                </a:cubicBezTo>
                <a:lnTo>
                  <a:pt x="221" y="263"/>
                </a:lnTo>
                <a:lnTo>
                  <a:pt x="271" y="467"/>
                </a:lnTo>
                <a:cubicBezTo>
                  <a:pt x="274" y="479"/>
                  <a:pt x="284" y="487"/>
                  <a:pt x="297" y="487"/>
                </a:cubicBezTo>
                <a:lnTo>
                  <a:pt x="431" y="487"/>
                </a:lnTo>
                <a:lnTo>
                  <a:pt x="431" y="541"/>
                </a:lnTo>
                <a:lnTo>
                  <a:pt x="297" y="541"/>
                </a:lnTo>
                <a:cubicBezTo>
                  <a:pt x="253" y="541"/>
                  <a:pt x="217" y="577"/>
                  <a:pt x="217" y="621"/>
                </a:cubicBezTo>
                <a:lnTo>
                  <a:pt x="217" y="648"/>
                </a:lnTo>
                <a:lnTo>
                  <a:pt x="699" y="648"/>
                </a:lnTo>
                <a:lnTo>
                  <a:pt x="699" y="621"/>
                </a:lnTo>
                <a:cubicBezTo>
                  <a:pt x="699" y="577"/>
                  <a:pt x="663" y="541"/>
                  <a:pt x="619" y="541"/>
                </a:cubicBezTo>
                <a:lnTo>
                  <a:pt x="485" y="541"/>
                </a:lnTo>
                <a:lnTo>
                  <a:pt x="485" y="487"/>
                </a:lnTo>
                <a:lnTo>
                  <a:pt x="619" y="487"/>
                </a:lnTo>
                <a:cubicBezTo>
                  <a:pt x="632" y="487"/>
                  <a:pt x="642" y="479"/>
                  <a:pt x="645" y="467"/>
                </a:cubicBezTo>
                <a:lnTo>
                  <a:pt x="695" y="262"/>
                </a:lnTo>
                <a:lnTo>
                  <a:pt x="772" y="237"/>
                </a:lnTo>
                <a:cubicBezTo>
                  <a:pt x="782" y="249"/>
                  <a:pt x="794" y="258"/>
                  <a:pt x="809" y="263"/>
                </a:cubicBezTo>
                <a:lnTo>
                  <a:pt x="809" y="439"/>
                </a:lnTo>
                <a:cubicBezTo>
                  <a:pt x="798" y="442"/>
                  <a:pt x="787" y="448"/>
                  <a:pt x="779" y="457"/>
                </a:cubicBezTo>
                <a:cubicBezTo>
                  <a:pt x="747" y="488"/>
                  <a:pt x="747" y="540"/>
                  <a:pt x="779" y="571"/>
                </a:cubicBezTo>
                <a:cubicBezTo>
                  <a:pt x="789" y="582"/>
                  <a:pt x="807" y="582"/>
                  <a:pt x="817" y="571"/>
                </a:cubicBezTo>
                <a:cubicBezTo>
                  <a:pt x="828" y="561"/>
                  <a:pt x="828" y="544"/>
                  <a:pt x="817" y="533"/>
                </a:cubicBezTo>
                <a:cubicBezTo>
                  <a:pt x="807" y="523"/>
                  <a:pt x="807" y="506"/>
                  <a:pt x="817" y="495"/>
                </a:cubicBezTo>
                <a:cubicBezTo>
                  <a:pt x="828" y="484"/>
                  <a:pt x="845" y="484"/>
                  <a:pt x="855" y="495"/>
                </a:cubicBezTo>
                <a:cubicBezTo>
                  <a:pt x="866" y="506"/>
                  <a:pt x="866" y="523"/>
                  <a:pt x="855" y="533"/>
                </a:cubicBezTo>
                <a:cubicBezTo>
                  <a:pt x="845" y="544"/>
                  <a:pt x="845" y="561"/>
                  <a:pt x="855" y="571"/>
                </a:cubicBezTo>
                <a:cubicBezTo>
                  <a:pt x="866" y="582"/>
                  <a:pt x="882" y="582"/>
                  <a:pt x="892" y="571"/>
                </a:cubicBezTo>
                <a:cubicBezTo>
                  <a:pt x="924" y="540"/>
                  <a:pt x="924" y="488"/>
                  <a:pt x="892" y="457"/>
                </a:cubicBezTo>
                <a:cubicBezTo>
                  <a:pt x="884" y="448"/>
                  <a:pt x="873" y="442"/>
                  <a:pt x="862" y="43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1" name="Google Shape;951;p75"/>
          <p:cNvSpPr/>
          <p:nvPr/>
        </p:nvSpPr>
        <p:spPr>
          <a:xfrm>
            <a:off x="7179338" y="3670446"/>
            <a:ext cx="464991" cy="464486"/>
          </a:xfrm>
          <a:custGeom>
            <a:avLst/>
            <a:gdLst/>
            <a:ahLst/>
            <a:cxnLst/>
            <a:rect l="l" t="t" r="r" b="b"/>
            <a:pathLst>
              <a:path w="916" h="915" extrusionOk="0">
                <a:moveTo>
                  <a:pt x="431" y="373"/>
                </a:moveTo>
                <a:lnTo>
                  <a:pt x="217" y="306"/>
                </a:lnTo>
                <a:lnTo>
                  <a:pt x="217" y="432"/>
                </a:lnTo>
                <a:lnTo>
                  <a:pt x="699" y="432"/>
                </a:lnTo>
                <a:lnTo>
                  <a:pt x="699" y="306"/>
                </a:lnTo>
                <a:lnTo>
                  <a:pt x="483" y="373"/>
                </a:lnTo>
                <a:cubicBezTo>
                  <a:pt x="476" y="376"/>
                  <a:pt x="467" y="377"/>
                  <a:pt x="458" y="377"/>
                </a:cubicBezTo>
                <a:cubicBezTo>
                  <a:pt x="449" y="377"/>
                  <a:pt x="440" y="376"/>
                  <a:pt x="431" y="373"/>
                </a:cubicBezTo>
                <a:moveTo>
                  <a:pt x="18" y="188"/>
                </a:moveTo>
                <a:lnTo>
                  <a:pt x="449" y="322"/>
                </a:lnTo>
                <a:cubicBezTo>
                  <a:pt x="455" y="324"/>
                  <a:pt x="461" y="324"/>
                  <a:pt x="467" y="322"/>
                </a:cubicBezTo>
                <a:lnTo>
                  <a:pt x="807" y="217"/>
                </a:lnTo>
                <a:lnTo>
                  <a:pt x="807" y="458"/>
                </a:lnTo>
                <a:cubicBezTo>
                  <a:pt x="807" y="472"/>
                  <a:pt x="817" y="484"/>
                  <a:pt x="831" y="486"/>
                </a:cubicBezTo>
                <a:cubicBezTo>
                  <a:pt x="847" y="487"/>
                  <a:pt x="860" y="475"/>
                  <a:pt x="860" y="459"/>
                </a:cubicBezTo>
                <a:lnTo>
                  <a:pt x="860" y="200"/>
                </a:lnTo>
                <a:lnTo>
                  <a:pt x="898" y="188"/>
                </a:lnTo>
                <a:cubicBezTo>
                  <a:pt x="921" y="179"/>
                  <a:pt x="921" y="145"/>
                  <a:pt x="898" y="137"/>
                </a:cubicBezTo>
                <a:lnTo>
                  <a:pt x="467" y="1"/>
                </a:lnTo>
                <a:cubicBezTo>
                  <a:pt x="461" y="-1"/>
                  <a:pt x="455" y="-1"/>
                  <a:pt x="449" y="1"/>
                </a:cubicBezTo>
                <a:lnTo>
                  <a:pt x="18" y="137"/>
                </a:lnTo>
                <a:cubicBezTo>
                  <a:pt x="-5" y="145"/>
                  <a:pt x="-5" y="179"/>
                  <a:pt x="18" y="188"/>
                </a:cubicBezTo>
                <a:moveTo>
                  <a:pt x="512" y="808"/>
                </a:moveTo>
                <a:lnTo>
                  <a:pt x="404" y="808"/>
                </a:lnTo>
                <a:cubicBezTo>
                  <a:pt x="390" y="808"/>
                  <a:pt x="378" y="820"/>
                  <a:pt x="378" y="835"/>
                </a:cubicBezTo>
                <a:lnTo>
                  <a:pt x="378" y="915"/>
                </a:lnTo>
                <a:lnTo>
                  <a:pt x="538" y="915"/>
                </a:lnTo>
                <a:lnTo>
                  <a:pt x="538" y="835"/>
                </a:lnTo>
                <a:cubicBezTo>
                  <a:pt x="538" y="820"/>
                  <a:pt x="526" y="808"/>
                  <a:pt x="512" y="808"/>
                </a:cubicBezTo>
                <a:moveTo>
                  <a:pt x="0" y="622"/>
                </a:moveTo>
                <a:lnTo>
                  <a:pt x="0" y="727"/>
                </a:lnTo>
                <a:cubicBezTo>
                  <a:pt x="0" y="772"/>
                  <a:pt x="36" y="808"/>
                  <a:pt x="80" y="808"/>
                </a:cubicBezTo>
                <a:lnTo>
                  <a:pt x="109" y="808"/>
                </a:lnTo>
                <a:lnTo>
                  <a:pt x="109" y="540"/>
                </a:lnTo>
                <a:lnTo>
                  <a:pt x="82" y="540"/>
                </a:lnTo>
                <a:cubicBezTo>
                  <a:pt x="37" y="540"/>
                  <a:pt x="0" y="577"/>
                  <a:pt x="0" y="622"/>
                </a:cubicBezTo>
                <a:moveTo>
                  <a:pt x="350" y="593"/>
                </a:moveTo>
                <a:cubicBezTo>
                  <a:pt x="336" y="593"/>
                  <a:pt x="324" y="605"/>
                  <a:pt x="324" y="620"/>
                </a:cubicBezTo>
                <a:cubicBezTo>
                  <a:pt x="324" y="635"/>
                  <a:pt x="336" y="647"/>
                  <a:pt x="350" y="647"/>
                </a:cubicBezTo>
                <a:cubicBezTo>
                  <a:pt x="365" y="647"/>
                  <a:pt x="377" y="635"/>
                  <a:pt x="377" y="620"/>
                </a:cubicBezTo>
                <a:cubicBezTo>
                  <a:pt x="377" y="605"/>
                  <a:pt x="365" y="593"/>
                  <a:pt x="350" y="593"/>
                </a:cubicBezTo>
                <a:moveTo>
                  <a:pt x="833" y="540"/>
                </a:moveTo>
                <a:lnTo>
                  <a:pt x="806" y="540"/>
                </a:lnTo>
                <a:lnTo>
                  <a:pt x="806" y="808"/>
                </a:lnTo>
                <a:lnTo>
                  <a:pt x="834" y="808"/>
                </a:lnTo>
                <a:cubicBezTo>
                  <a:pt x="879" y="808"/>
                  <a:pt x="916" y="771"/>
                  <a:pt x="916" y="726"/>
                </a:cubicBezTo>
                <a:lnTo>
                  <a:pt x="916" y="620"/>
                </a:lnTo>
                <a:cubicBezTo>
                  <a:pt x="916" y="576"/>
                  <a:pt x="878" y="540"/>
                  <a:pt x="833" y="540"/>
                </a:cubicBezTo>
                <a:moveTo>
                  <a:pt x="565" y="593"/>
                </a:moveTo>
                <a:cubicBezTo>
                  <a:pt x="550" y="593"/>
                  <a:pt x="538" y="605"/>
                  <a:pt x="538" y="620"/>
                </a:cubicBezTo>
                <a:cubicBezTo>
                  <a:pt x="538" y="635"/>
                  <a:pt x="550" y="647"/>
                  <a:pt x="565" y="647"/>
                </a:cubicBezTo>
                <a:cubicBezTo>
                  <a:pt x="580" y="647"/>
                  <a:pt x="592" y="635"/>
                  <a:pt x="592" y="620"/>
                </a:cubicBezTo>
                <a:cubicBezTo>
                  <a:pt x="592" y="605"/>
                  <a:pt x="580" y="593"/>
                  <a:pt x="565" y="593"/>
                </a:cubicBezTo>
                <a:moveTo>
                  <a:pt x="196" y="486"/>
                </a:moveTo>
                <a:cubicBezTo>
                  <a:pt x="175" y="527"/>
                  <a:pt x="163" y="573"/>
                  <a:pt x="163" y="620"/>
                </a:cubicBezTo>
                <a:lnTo>
                  <a:pt x="163" y="835"/>
                </a:lnTo>
                <a:cubicBezTo>
                  <a:pt x="163" y="879"/>
                  <a:pt x="199" y="915"/>
                  <a:pt x="243" y="915"/>
                </a:cubicBezTo>
                <a:lnTo>
                  <a:pt x="324" y="915"/>
                </a:lnTo>
                <a:lnTo>
                  <a:pt x="324" y="835"/>
                </a:lnTo>
                <a:cubicBezTo>
                  <a:pt x="324" y="790"/>
                  <a:pt x="360" y="754"/>
                  <a:pt x="404" y="754"/>
                </a:cubicBezTo>
                <a:lnTo>
                  <a:pt x="511" y="754"/>
                </a:lnTo>
                <a:cubicBezTo>
                  <a:pt x="556" y="754"/>
                  <a:pt x="592" y="790"/>
                  <a:pt x="592" y="835"/>
                </a:cubicBezTo>
                <a:lnTo>
                  <a:pt x="592" y="915"/>
                </a:lnTo>
                <a:lnTo>
                  <a:pt x="672" y="915"/>
                </a:lnTo>
                <a:cubicBezTo>
                  <a:pt x="717" y="915"/>
                  <a:pt x="753" y="879"/>
                  <a:pt x="753" y="835"/>
                </a:cubicBezTo>
                <a:lnTo>
                  <a:pt x="753" y="620"/>
                </a:lnTo>
                <a:cubicBezTo>
                  <a:pt x="753" y="573"/>
                  <a:pt x="741" y="527"/>
                  <a:pt x="720" y="486"/>
                </a:cubicBezTo>
                <a:lnTo>
                  <a:pt x="196" y="486"/>
                </a:lnTo>
                <a:moveTo>
                  <a:pt x="350" y="700"/>
                </a:moveTo>
                <a:cubicBezTo>
                  <a:pt x="306" y="700"/>
                  <a:pt x="270" y="664"/>
                  <a:pt x="270" y="620"/>
                </a:cubicBezTo>
                <a:cubicBezTo>
                  <a:pt x="270" y="576"/>
                  <a:pt x="306" y="540"/>
                  <a:pt x="350" y="540"/>
                </a:cubicBezTo>
                <a:cubicBezTo>
                  <a:pt x="395" y="540"/>
                  <a:pt x="431" y="576"/>
                  <a:pt x="431" y="620"/>
                </a:cubicBezTo>
                <a:cubicBezTo>
                  <a:pt x="431" y="664"/>
                  <a:pt x="395" y="700"/>
                  <a:pt x="350" y="700"/>
                </a:cubicBezTo>
                <a:moveTo>
                  <a:pt x="565" y="700"/>
                </a:moveTo>
                <a:cubicBezTo>
                  <a:pt x="520" y="700"/>
                  <a:pt x="484" y="664"/>
                  <a:pt x="484" y="620"/>
                </a:cubicBezTo>
                <a:cubicBezTo>
                  <a:pt x="484" y="576"/>
                  <a:pt x="521" y="540"/>
                  <a:pt x="565" y="540"/>
                </a:cubicBezTo>
                <a:cubicBezTo>
                  <a:pt x="609" y="540"/>
                  <a:pt x="645" y="576"/>
                  <a:pt x="645" y="620"/>
                </a:cubicBezTo>
                <a:cubicBezTo>
                  <a:pt x="645" y="664"/>
                  <a:pt x="609" y="700"/>
                  <a:pt x="565" y="700"/>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2" name="Google Shape;952;p75"/>
          <p:cNvSpPr/>
          <p:nvPr/>
        </p:nvSpPr>
        <p:spPr>
          <a:xfrm>
            <a:off x="6370678" y="3670953"/>
            <a:ext cx="464991" cy="464486"/>
          </a:xfrm>
          <a:custGeom>
            <a:avLst/>
            <a:gdLst/>
            <a:ahLst/>
            <a:cxnLst/>
            <a:rect l="l" t="t" r="r" b="b"/>
            <a:pathLst>
              <a:path w="916" h="915" extrusionOk="0">
                <a:moveTo>
                  <a:pt x="699" y="484"/>
                </a:moveTo>
                <a:cubicBezTo>
                  <a:pt x="581" y="484"/>
                  <a:pt x="485" y="581"/>
                  <a:pt x="485" y="699"/>
                </a:cubicBezTo>
                <a:cubicBezTo>
                  <a:pt x="485" y="818"/>
                  <a:pt x="581" y="915"/>
                  <a:pt x="699" y="915"/>
                </a:cubicBezTo>
                <a:cubicBezTo>
                  <a:pt x="818" y="915"/>
                  <a:pt x="916" y="817"/>
                  <a:pt x="916" y="699"/>
                </a:cubicBezTo>
                <a:cubicBezTo>
                  <a:pt x="916" y="580"/>
                  <a:pt x="818" y="484"/>
                  <a:pt x="699" y="484"/>
                </a:cubicBezTo>
                <a:moveTo>
                  <a:pt x="646" y="618"/>
                </a:moveTo>
                <a:cubicBezTo>
                  <a:pt x="660" y="618"/>
                  <a:pt x="672" y="630"/>
                  <a:pt x="672" y="645"/>
                </a:cubicBezTo>
                <a:cubicBezTo>
                  <a:pt x="672" y="660"/>
                  <a:pt x="660" y="672"/>
                  <a:pt x="646" y="672"/>
                </a:cubicBezTo>
                <a:cubicBezTo>
                  <a:pt x="631" y="672"/>
                  <a:pt x="619" y="660"/>
                  <a:pt x="619" y="645"/>
                </a:cubicBezTo>
                <a:cubicBezTo>
                  <a:pt x="619" y="630"/>
                  <a:pt x="631" y="618"/>
                  <a:pt x="646" y="618"/>
                </a:cubicBezTo>
                <a:moveTo>
                  <a:pt x="753" y="779"/>
                </a:moveTo>
                <a:lnTo>
                  <a:pt x="646" y="779"/>
                </a:lnTo>
                <a:cubicBezTo>
                  <a:pt x="632" y="779"/>
                  <a:pt x="620" y="769"/>
                  <a:pt x="619" y="755"/>
                </a:cubicBezTo>
                <a:cubicBezTo>
                  <a:pt x="617" y="739"/>
                  <a:pt x="630" y="726"/>
                  <a:pt x="645" y="726"/>
                </a:cubicBezTo>
                <a:lnTo>
                  <a:pt x="752" y="726"/>
                </a:lnTo>
                <a:cubicBezTo>
                  <a:pt x="766" y="726"/>
                  <a:pt x="778" y="736"/>
                  <a:pt x="780" y="750"/>
                </a:cubicBezTo>
                <a:cubicBezTo>
                  <a:pt x="781" y="766"/>
                  <a:pt x="768" y="779"/>
                  <a:pt x="753" y="779"/>
                </a:cubicBezTo>
                <a:moveTo>
                  <a:pt x="753" y="672"/>
                </a:moveTo>
                <a:cubicBezTo>
                  <a:pt x="738" y="672"/>
                  <a:pt x="726" y="660"/>
                  <a:pt x="726" y="645"/>
                </a:cubicBezTo>
                <a:cubicBezTo>
                  <a:pt x="726" y="630"/>
                  <a:pt x="738" y="618"/>
                  <a:pt x="753" y="618"/>
                </a:cubicBezTo>
                <a:cubicBezTo>
                  <a:pt x="768" y="618"/>
                  <a:pt x="780" y="630"/>
                  <a:pt x="780" y="645"/>
                </a:cubicBezTo>
                <a:cubicBezTo>
                  <a:pt x="780" y="660"/>
                  <a:pt x="768" y="672"/>
                  <a:pt x="753" y="672"/>
                </a:cubicBezTo>
                <a:moveTo>
                  <a:pt x="217" y="0"/>
                </a:moveTo>
                <a:cubicBezTo>
                  <a:pt x="98" y="0"/>
                  <a:pt x="0" y="98"/>
                  <a:pt x="0" y="216"/>
                </a:cubicBezTo>
                <a:cubicBezTo>
                  <a:pt x="0" y="335"/>
                  <a:pt x="99" y="430"/>
                  <a:pt x="217" y="430"/>
                </a:cubicBezTo>
                <a:cubicBezTo>
                  <a:pt x="336" y="430"/>
                  <a:pt x="431" y="335"/>
                  <a:pt x="431" y="216"/>
                </a:cubicBezTo>
                <a:cubicBezTo>
                  <a:pt x="431" y="98"/>
                  <a:pt x="335" y="0"/>
                  <a:pt x="217" y="0"/>
                </a:cubicBezTo>
                <a:moveTo>
                  <a:pt x="270" y="135"/>
                </a:moveTo>
                <a:cubicBezTo>
                  <a:pt x="285" y="135"/>
                  <a:pt x="297" y="148"/>
                  <a:pt x="297" y="162"/>
                </a:cubicBezTo>
                <a:cubicBezTo>
                  <a:pt x="297" y="177"/>
                  <a:pt x="285" y="189"/>
                  <a:pt x="270" y="189"/>
                </a:cubicBezTo>
                <a:cubicBezTo>
                  <a:pt x="255" y="189"/>
                  <a:pt x="243" y="177"/>
                  <a:pt x="243" y="162"/>
                </a:cubicBezTo>
                <a:cubicBezTo>
                  <a:pt x="243" y="148"/>
                  <a:pt x="255" y="135"/>
                  <a:pt x="270" y="135"/>
                </a:cubicBezTo>
                <a:moveTo>
                  <a:pt x="163" y="135"/>
                </a:moveTo>
                <a:cubicBezTo>
                  <a:pt x="178" y="135"/>
                  <a:pt x="190" y="148"/>
                  <a:pt x="190" y="162"/>
                </a:cubicBezTo>
                <a:cubicBezTo>
                  <a:pt x="190" y="177"/>
                  <a:pt x="178" y="189"/>
                  <a:pt x="163" y="189"/>
                </a:cubicBezTo>
                <a:cubicBezTo>
                  <a:pt x="148" y="189"/>
                  <a:pt x="136" y="177"/>
                  <a:pt x="136" y="162"/>
                </a:cubicBezTo>
                <a:cubicBezTo>
                  <a:pt x="136" y="148"/>
                  <a:pt x="148" y="135"/>
                  <a:pt x="163" y="135"/>
                </a:cubicBezTo>
                <a:moveTo>
                  <a:pt x="311" y="257"/>
                </a:moveTo>
                <a:cubicBezTo>
                  <a:pt x="286" y="282"/>
                  <a:pt x="252" y="296"/>
                  <a:pt x="217" y="296"/>
                </a:cubicBezTo>
                <a:cubicBezTo>
                  <a:pt x="181" y="296"/>
                  <a:pt x="147" y="282"/>
                  <a:pt x="122" y="257"/>
                </a:cubicBezTo>
                <a:cubicBezTo>
                  <a:pt x="111" y="246"/>
                  <a:pt x="111" y="230"/>
                  <a:pt x="122" y="219"/>
                </a:cubicBezTo>
                <a:cubicBezTo>
                  <a:pt x="132" y="209"/>
                  <a:pt x="149" y="209"/>
                  <a:pt x="160" y="219"/>
                </a:cubicBezTo>
                <a:cubicBezTo>
                  <a:pt x="190" y="249"/>
                  <a:pt x="243" y="250"/>
                  <a:pt x="274" y="219"/>
                </a:cubicBezTo>
                <a:cubicBezTo>
                  <a:pt x="284" y="210"/>
                  <a:pt x="301" y="209"/>
                  <a:pt x="312" y="219"/>
                </a:cubicBezTo>
                <a:cubicBezTo>
                  <a:pt x="322" y="230"/>
                  <a:pt x="322" y="247"/>
                  <a:pt x="311" y="257"/>
                </a:cubicBezTo>
                <a:moveTo>
                  <a:pt x="699" y="430"/>
                </a:moveTo>
                <a:cubicBezTo>
                  <a:pt x="818" y="430"/>
                  <a:pt x="916" y="335"/>
                  <a:pt x="916" y="216"/>
                </a:cubicBezTo>
                <a:cubicBezTo>
                  <a:pt x="916" y="98"/>
                  <a:pt x="818" y="0"/>
                  <a:pt x="699" y="0"/>
                </a:cubicBezTo>
                <a:cubicBezTo>
                  <a:pt x="581" y="0"/>
                  <a:pt x="485" y="98"/>
                  <a:pt x="485" y="216"/>
                </a:cubicBezTo>
                <a:cubicBezTo>
                  <a:pt x="485" y="335"/>
                  <a:pt x="581" y="430"/>
                  <a:pt x="699" y="430"/>
                </a:cubicBezTo>
                <a:moveTo>
                  <a:pt x="753" y="135"/>
                </a:moveTo>
                <a:cubicBezTo>
                  <a:pt x="768" y="135"/>
                  <a:pt x="780" y="148"/>
                  <a:pt x="780" y="162"/>
                </a:cubicBezTo>
                <a:cubicBezTo>
                  <a:pt x="780" y="177"/>
                  <a:pt x="768" y="189"/>
                  <a:pt x="753" y="189"/>
                </a:cubicBezTo>
                <a:cubicBezTo>
                  <a:pt x="738" y="189"/>
                  <a:pt x="726" y="177"/>
                  <a:pt x="726" y="162"/>
                </a:cubicBezTo>
                <a:cubicBezTo>
                  <a:pt x="726" y="148"/>
                  <a:pt x="738" y="135"/>
                  <a:pt x="753" y="135"/>
                </a:cubicBezTo>
                <a:moveTo>
                  <a:pt x="673" y="270"/>
                </a:moveTo>
                <a:cubicBezTo>
                  <a:pt x="673" y="256"/>
                  <a:pt x="683" y="244"/>
                  <a:pt x="697" y="243"/>
                </a:cubicBezTo>
                <a:cubicBezTo>
                  <a:pt x="713" y="241"/>
                  <a:pt x="726" y="254"/>
                  <a:pt x="726" y="269"/>
                </a:cubicBezTo>
                <a:lnTo>
                  <a:pt x="726" y="323"/>
                </a:lnTo>
                <a:cubicBezTo>
                  <a:pt x="726" y="339"/>
                  <a:pt x="713" y="351"/>
                  <a:pt x="697" y="350"/>
                </a:cubicBezTo>
                <a:cubicBezTo>
                  <a:pt x="683" y="349"/>
                  <a:pt x="673" y="336"/>
                  <a:pt x="673" y="322"/>
                </a:cubicBezTo>
                <a:lnTo>
                  <a:pt x="673" y="270"/>
                </a:lnTo>
                <a:moveTo>
                  <a:pt x="646" y="135"/>
                </a:moveTo>
                <a:cubicBezTo>
                  <a:pt x="660" y="135"/>
                  <a:pt x="672" y="148"/>
                  <a:pt x="672" y="162"/>
                </a:cubicBezTo>
                <a:cubicBezTo>
                  <a:pt x="672" y="177"/>
                  <a:pt x="660" y="189"/>
                  <a:pt x="646" y="189"/>
                </a:cubicBezTo>
                <a:cubicBezTo>
                  <a:pt x="631" y="189"/>
                  <a:pt x="619" y="177"/>
                  <a:pt x="619" y="162"/>
                </a:cubicBezTo>
                <a:cubicBezTo>
                  <a:pt x="619" y="148"/>
                  <a:pt x="631" y="135"/>
                  <a:pt x="646" y="135"/>
                </a:cubicBezTo>
                <a:moveTo>
                  <a:pt x="217" y="484"/>
                </a:moveTo>
                <a:cubicBezTo>
                  <a:pt x="98" y="484"/>
                  <a:pt x="0" y="581"/>
                  <a:pt x="0" y="699"/>
                </a:cubicBezTo>
                <a:cubicBezTo>
                  <a:pt x="0" y="818"/>
                  <a:pt x="99" y="915"/>
                  <a:pt x="217" y="915"/>
                </a:cubicBezTo>
                <a:cubicBezTo>
                  <a:pt x="336" y="915"/>
                  <a:pt x="431" y="817"/>
                  <a:pt x="431" y="699"/>
                </a:cubicBezTo>
                <a:cubicBezTo>
                  <a:pt x="431" y="580"/>
                  <a:pt x="335" y="484"/>
                  <a:pt x="217" y="484"/>
                </a:cubicBezTo>
                <a:moveTo>
                  <a:pt x="270" y="618"/>
                </a:moveTo>
                <a:cubicBezTo>
                  <a:pt x="285" y="618"/>
                  <a:pt x="297" y="630"/>
                  <a:pt x="297" y="645"/>
                </a:cubicBezTo>
                <a:cubicBezTo>
                  <a:pt x="297" y="660"/>
                  <a:pt x="285" y="672"/>
                  <a:pt x="270" y="672"/>
                </a:cubicBezTo>
                <a:cubicBezTo>
                  <a:pt x="255" y="672"/>
                  <a:pt x="243" y="660"/>
                  <a:pt x="243" y="645"/>
                </a:cubicBezTo>
                <a:cubicBezTo>
                  <a:pt x="243" y="630"/>
                  <a:pt x="255" y="618"/>
                  <a:pt x="270" y="618"/>
                </a:cubicBezTo>
                <a:moveTo>
                  <a:pt x="163" y="618"/>
                </a:moveTo>
                <a:cubicBezTo>
                  <a:pt x="178" y="618"/>
                  <a:pt x="190" y="630"/>
                  <a:pt x="190" y="645"/>
                </a:cubicBezTo>
                <a:cubicBezTo>
                  <a:pt x="190" y="660"/>
                  <a:pt x="178" y="672"/>
                  <a:pt x="163" y="672"/>
                </a:cubicBezTo>
                <a:cubicBezTo>
                  <a:pt x="148" y="672"/>
                  <a:pt x="136" y="660"/>
                  <a:pt x="136" y="645"/>
                </a:cubicBezTo>
                <a:cubicBezTo>
                  <a:pt x="136" y="630"/>
                  <a:pt x="148" y="618"/>
                  <a:pt x="163" y="618"/>
                </a:cubicBezTo>
                <a:moveTo>
                  <a:pt x="311" y="771"/>
                </a:moveTo>
                <a:cubicBezTo>
                  <a:pt x="301" y="782"/>
                  <a:pt x="284" y="782"/>
                  <a:pt x="273" y="771"/>
                </a:cubicBezTo>
                <a:cubicBezTo>
                  <a:pt x="243" y="741"/>
                  <a:pt x="190" y="741"/>
                  <a:pt x="160" y="771"/>
                </a:cubicBezTo>
                <a:cubicBezTo>
                  <a:pt x="149" y="782"/>
                  <a:pt x="132" y="782"/>
                  <a:pt x="122" y="771"/>
                </a:cubicBezTo>
                <a:cubicBezTo>
                  <a:pt x="111" y="761"/>
                  <a:pt x="111" y="744"/>
                  <a:pt x="122" y="733"/>
                </a:cubicBezTo>
                <a:cubicBezTo>
                  <a:pt x="172" y="683"/>
                  <a:pt x="261" y="683"/>
                  <a:pt x="311" y="733"/>
                </a:cubicBezTo>
                <a:cubicBezTo>
                  <a:pt x="322" y="744"/>
                  <a:pt x="322" y="761"/>
                  <a:pt x="311" y="771"/>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3" name="Google Shape;953;p75"/>
          <p:cNvSpPr/>
          <p:nvPr/>
        </p:nvSpPr>
        <p:spPr>
          <a:xfrm>
            <a:off x="5566079" y="3670446"/>
            <a:ext cx="464484" cy="464994"/>
          </a:xfrm>
          <a:custGeom>
            <a:avLst/>
            <a:gdLst/>
            <a:ahLst/>
            <a:cxnLst/>
            <a:rect l="l" t="t" r="r" b="b"/>
            <a:pathLst>
              <a:path w="915" h="916" extrusionOk="0">
                <a:moveTo>
                  <a:pt x="431" y="648"/>
                </a:moveTo>
                <a:lnTo>
                  <a:pt x="431" y="563"/>
                </a:lnTo>
                <a:cubicBezTo>
                  <a:pt x="431" y="549"/>
                  <a:pt x="419" y="536"/>
                  <a:pt x="404" y="536"/>
                </a:cubicBezTo>
                <a:lnTo>
                  <a:pt x="297" y="536"/>
                </a:lnTo>
                <a:cubicBezTo>
                  <a:pt x="282" y="536"/>
                  <a:pt x="270" y="548"/>
                  <a:pt x="270" y="563"/>
                </a:cubicBezTo>
                <a:lnTo>
                  <a:pt x="270" y="648"/>
                </a:lnTo>
                <a:lnTo>
                  <a:pt x="431" y="648"/>
                </a:lnTo>
                <a:moveTo>
                  <a:pt x="377" y="357"/>
                </a:moveTo>
                <a:lnTo>
                  <a:pt x="377" y="188"/>
                </a:lnTo>
                <a:cubicBezTo>
                  <a:pt x="377" y="178"/>
                  <a:pt x="379" y="169"/>
                  <a:pt x="382" y="161"/>
                </a:cubicBezTo>
                <a:lnTo>
                  <a:pt x="270" y="161"/>
                </a:lnTo>
                <a:lnTo>
                  <a:pt x="270" y="188"/>
                </a:lnTo>
                <a:cubicBezTo>
                  <a:pt x="270" y="262"/>
                  <a:pt x="314" y="327"/>
                  <a:pt x="377" y="357"/>
                </a:cubicBezTo>
                <a:moveTo>
                  <a:pt x="270" y="107"/>
                </a:moveTo>
                <a:lnTo>
                  <a:pt x="646" y="107"/>
                </a:lnTo>
                <a:cubicBezTo>
                  <a:pt x="675" y="107"/>
                  <a:pt x="699" y="83"/>
                  <a:pt x="699" y="54"/>
                </a:cubicBezTo>
                <a:lnTo>
                  <a:pt x="699" y="27"/>
                </a:lnTo>
                <a:cubicBezTo>
                  <a:pt x="699" y="12"/>
                  <a:pt x="687" y="0"/>
                  <a:pt x="672" y="0"/>
                </a:cubicBezTo>
                <a:lnTo>
                  <a:pt x="243" y="0"/>
                </a:lnTo>
                <a:cubicBezTo>
                  <a:pt x="229" y="0"/>
                  <a:pt x="217" y="12"/>
                  <a:pt x="217" y="27"/>
                </a:cubicBezTo>
                <a:lnTo>
                  <a:pt x="217" y="54"/>
                </a:lnTo>
                <a:cubicBezTo>
                  <a:pt x="217" y="83"/>
                  <a:pt x="241" y="107"/>
                  <a:pt x="270" y="107"/>
                </a:cubicBezTo>
                <a:moveTo>
                  <a:pt x="753" y="161"/>
                </a:moveTo>
                <a:lnTo>
                  <a:pt x="753" y="327"/>
                </a:lnTo>
                <a:cubicBezTo>
                  <a:pt x="742" y="331"/>
                  <a:pt x="731" y="337"/>
                  <a:pt x="723" y="346"/>
                </a:cubicBezTo>
                <a:cubicBezTo>
                  <a:pt x="691" y="377"/>
                  <a:pt x="692" y="428"/>
                  <a:pt x="723" y="459"/>
                </a:cubicBezTo>
                <a:cubicBezTo>
                  <a:pt x="736" y="472"/>
                  <a:pt x="756" y="469"/>
                  <a:pt x="766" y="453"/>
                </a:cubicBezTo>
                <a:cubicBezTo>
                  <a:pt x="771" y="442"/>
                  <a:pt x="769" y="430"/>
                  <a:pt x="761" y="421"/>
                </a:cubicBezTo>
                <a:cubicBezTo>
                  <a:pt x="748" y="409"/>
                  <a:pt x="751" y="388"/>
                  <a:pt x="767" y="379"/>
                </a:cubicBezTo>
                <a:cubicBezTo>
                  <a:pt x="775" y="374"/>
                  <a:pt x="784" y="374"/>
                  <a:pt x="792" y="379"/>
                </a:cubicBezTo>
                <a:cubicBezTo>
                  <a:pt x="809" y="388"/>
                  <a:pt x="811" y="409"/>
                  <a:pt x="799" y="421"/>
                </a:cubicBezTo>
                <a:cubicBezTo>
                  <a:pt x="791" y="430"/>
                  <a:pt x="788" y="442"/>
                  <a:pt x="794" y="453"/>
                </a:cubicBezTo>
                <a:cubicBezTo>
                  <a:pt x="803" y="469"/>
                  <a:pt x="824" y="472"/>
                  <a:pt x="836" y="459"/>
                </a:cubicBezTo>
                <a:cubicBezTo>
                  <a:pt x="868" y="428"/>
                  <a:pt x="868" y="378"/>
                  <a:pt x="836" y="346"/>
                </a:cubicBezTo>
                <a:cubicBezTo>
                  <a:pt x="828" y="338"/>
                  <a:pt x="817" y="331"/>
                  <a:pt x="806" y="327"/>
                </a:cubicBezTo>
                <a:lnTo>
                  <a:pt x="806" y="134"/>
                </a:lnTo>
                <a:cubicBezTo>
                  <a:pt x="806" y="119"/>
                  <a:pt x="794" y="107"/>
                  <a:pt x="780" y="107"/>
                </a:cubicBezTo>
                <a:lnTo>
                  <a:pt x="738" y="107"/>
                </a:lnTo>
                <a:cubicBezTo>
                  <a:pt x="729" y="124"/>
                  <a:pt x="715" y="137"/>
                  <a:pt x="699" y="146"/>
                </a:cubicBezTo>
                <a:lnTo>
                  <a:pt x="699" y="161"/>
                </a:lnTo>
                <a:lnTo>
                  <a:pt x="753" y="161"/>
                </a:lnTo>
                <a:moveTo>
                  <a:pt x="835" y="536"/>
                </a:moveTo>
                <a:lnTo>
                  <a:pt x="726" y="536"/>
                </a:lnTo>
                <a:cubicBezTo>
                  <a:pt x="711" y="536"/>
                  <a:pt x="699" y="548"/>
                  <a:pt x="699" y="563"/>
                </a:cubicBezTo>
                <a:lnTo>
                  <a:pt x="699" y="648"/>
                </a:lnTo>
                <a:lnTo>
                  <a:pt x="807" y="648"/>
                </a:lnTo>
                <a:cubicBezTo>
                  <a:pt x="826" y="648"/>
                  <a:pt x="845" y="652"/>
                  <a:pt x="862" y="658"/>
                </a:cubicBezTo>
                <a:lnTo>
                  <a:pt x="862" y="563"/>
                </a:lnTo>
                <a:cubicBezTo>
                  <a:pt x="862" y="549"/>
                  <a:pt x="850" y="536"/>
                  <a:pt x="835" y="536"/>
                </a:cubicBezTo>
                <a:moveTo>
                  <a:pt x="457" y="215"/>
                </a:moveTo>
                <a:cubicBezTo>
                  <a:pt x="472" y="215"/>
                  <a:pt x="484" y="203"/>
                  <a:pt x="484" y="188"/>
                </a:cubicBezTo>
                <a:cubicBezTo>
                  <a:pt x="484" y="173"/>
                  <a:pt x="472" y="161"/>
                  <a:pt x="457" y="161"/>
                </a:cubicBezTo>
                <a:cubicBezTo>
                  <a:pt x="443" y="161"/>
                  <a:pt x="431" y="173"/>
                  <a:pt x="431" y="188"/>
                </a:cubicBezTo>
                <a:cubicBezTo>
                  <a:pt x="431" y="203"/>
                  <a:pt x="443" y="215"/>
                  <a:pt x="457" y="215"/>
                </a:cubicBezTo>
                <a:moveTo>
                  <a:pt x="122" y="453"/>
                </a:moveTo>
                <a:cubicBezTo>
                  <a:pt x="128" y="442"/>
                  <a:pt x="125" y="430"/>
                  <a:pt x="117" y="421"/>
                </a:cubicBezTo>
                <a:cubicBezTo>
                  <a:pt x="105" y="409"/>
                  <a:pt x="107" y="388"/>
                  <a:pt x="124" y="378"/>
                </a:cubicBezTo>
                <a:cubicBezTo>
                  <a:pt x="131" y="374"/>
                  <a:pt x="141" y="374"/>
                  <a:pt x="149" y="378"/>
                </a:cubicBezTo>
                <a:cubicBezTo>
                  <a:pt x="165" y="388"/>
                  <a:pt x="167" y="409"/>
                  <a:pt x="155" y="421"/>
                </a:cubicBezTo>
                <a:cubicBezTo>
                  <a:pt x="147" y="429"/>
                  <a:pt x="145" y="442"/>
                  <a:pt x="150" y="453"/>
                </a:cubicBezTo>
                <a:cubicBezTo>
                  <a:pt x="159" y="469"/>
                  <a:pt x="181" y="472"/>
                  <a:pt x="193" y="459"/>
                </a:cubicBezTo>
                <a:cubicBezTo>
                  <a:pt x="224" y="428"/>
                  <a:pt x="225" y="377"/>
                  <a:pt x="193" y="345"/>
                </a:cubicBezTo>
                <a:cubicBezTo>
                  <a:pt x="185" y="337"/>
                  <a:pt x="174" y="331"/>
                  <a:pt x="163" y="327"/>
                </a:cubicBezTo>
                <a:lnTo>
                  <a:pt x="163" y="161"/>
                </a:lnTo>
                <a:lnTo>
                  <a:pt x="217" y="161"/>
                </a:lnTo>
                <a:lnTo>
                  <a:pt x="217" y="146"/>
                </a:lnTo>
                <a:cubicBezTo>
                  <a:pt x="201" y="137"/>
                  <a:pt x="187" y="124"/>
                  <a:pt x="178" y="107"/>
                </a:cubicBezTo>
                <a:lnTo>
                  <a:pt x="136" y="107"/>
                </a:lnTo>
                <a:cubicBezTo>
                  <a:pt x="121" y="107"/>
                  <a:pt x="109" y="119"/>
                  <a:pt x="109" y="134"/>
                </a:cubicBezTo>
                <a:lnTo>
                  <a:pt x="109" y="327"/>
                </a:lnTo>
                <a:cubicBezTo>
                  <a:pt x="99" y="331"/>
                  <a:pt x="88" y="337"/>
                  <a:pt x="79" y="346"/>
                </a:cubicBezTo>
                <a:cubicBezTo>
                  <a:pt x="48" y="377"/>
                  <a:pt x="48" y="428"/>
                  <a:pt x="79" y="459"/>
                </a:cubicBezTo>
                <a:cubicBezTo>
                  <a:pt x="92" y="472"/>
                  <a:pt x="113" y="469"/>
                  <a:pt x="122" y="453"/>
                </a:cubicBezTo>
                <a:moveTo>
                  <a:pt x="485" y="373"/>
                </a:moveTo>
                <a:lnTo>
                  <a:pt x="485" y="263"/>
                </a:lnTo>
                <a:cubicBezTo>
                  <a:pt x="476" y="266"/>
                  <a:pt x="467" y="268"/>
                  <a:pt x="458" y="268"/>
                </a:cubicBezTo>
                <a:cubicBezTo>
                  <a:pt x="448" y="268"/>
                  <a:pt x="439" y="266"/>
                  <a:pt x="431" y="263"/>
                </a:cubicBezTo>
                <a:lnTo>
                  <a:pt x="431" y="373"/>
                </a:lnTo>
                <a:cubicBezTo>
                  <a:pt x="440" y="374"/>
                  <a:pt x="449" y="376"/>
                  <a:pt x="458" y="376"/>
                </a:cubicBezTo>
                <a:cubicBezTo>
                  <a:pt x="467" y="376"/>
                  <a:pt x="476" y="374"/>
                  <a:pt x="485" y="373"/>
                </a:cubicBezTo>
                <a:moveTo>
                  <a:pt x="806" y="702"/>
                </a:moveTo>
                <a:lnTo>
                  <a:pt x="109" y="702"/>
                </a:lnTo>
                <a:cubicBezTo>
                  <a:pt x="50" y="702"/>
                  <a:pt x="0" y="750"/>
                  <a:pt x="0" y="809"/>
                </a:cubicBezTo>
                <a:cubicBezTo>
                  <a:pt x="0" y="868"/>
                  <a:pt x="50" y="916"/>
                  <a:pt x="109" y="916"/>
                </a:cubicBezTo>
                <a:lnTo>
                  <a:pt x="806" y="916"/>
                </a:lnTo>
                <a:cubicBezTo>
                  <a:pt x="865" y="916"/>
                  <a:pt x="915" y="868"/>
                  <a:pt x="915" y="809"/>
                </a:cubicBezTo>
                <a:cubicBezTo>
                  <a:pt x="915" y="750"/>
                  <a:pt x="865" y="702"/>
                  <a:pt x="806" y="702"/>
                </a:cubicBezTo>
                <a:moveTo>
                  <a:pt x="136" y="835"/>
                </a:moveTo>
                <a:cubicBezTo>
                  <a:pt x="121" y="835"/>
                  <a:pt x="109" y="823"/>
                  <a:pt x="109" y="808"/>
                </a:cubicBezTo>
                <a:cubicBezTo>
                  <a:pt x="109" y="793"/>
                  <a:pt x="122" y="781"/>
                  <a:pt x="136" y="781"/>
                </a:cubicBezTo>
                <a:cubicBezTo>
                  <a:pt x="151" y="781"/>
                  <a:pt x="162" y="793"/>
                  <a:pt x="162" y="808"/>
                </a:cubicBezTo>
                <a:cubicBezTo>
                  <a:pt x="162" y="823"/>
                  <a:pt x="150" y="835"/>
                  <a:pt x="136" y="835"/>
                </a:cubicBezTo>
                <a:moveTo>
                  <a:pt x="243" y="835"/>
                </a:moveTo>
                <a:cubicBezTo>
                  <a:pt x="228" y="835"/>
                  <a:pt x="216" y="823"/>
                  <a:pt x="216" y="808"/>
                </a:cubicBezTo>
                <a:cubicBezTo>
                  <a:pt x="216" y="793"/>
                  <a:pt x="228" y="781"/>
                  <a:pt x="243" y="781"/>
                </a:cubicBezTo>
                <a:cubicBezTo>
                  <a:pt x="258" y="781"/>
                  <a:pt x="270" y="793"/>
                  <a:pt x="270" y="808"/>
                </a:cubicBezTo>
                <a:cubicBezTo>
                  <a:pt x="270" y="823"/>
                  <a:pt x="258" y="835"/>
                  <a:pt x="243" y="835"/>
                </a:cubicBezTo>
                <a:moveTo>
                  <a:pt x="350" y="835"/>
                </a:moveTo>
                <a:cubicBezTo>
                  <a:pt x="335" y="835"/>
                  <a:pt x="323" y="823"/>
                  <a:pt x="323" y="808"/>
                </a:cubicBezTo>
                <a:cubicBezTo>
                  <a:pt x="323" y="793"/>
                  <a:pt x="335" y="781"/>
                  <a:pt x="350" y="781"/>
                </a:cubicBezTo>
                <a:cubicBezTo>
                  <a:pt x="365" y="781"/>
                  <a:pt x="377" y="793"/>
                  <a:pt x="377" y="808"/>
                </a:cubicBezTo>
                <a:cubicBezTo>
                  <a:pt x="377" y="823"/>
                  <a:pt x="365" y="835"/>
                  <a:pt x="350" y="835"/>
                </a:cubicBezTo>
                <a:moveTo>
                  <a:pt x="457" y="835"/>
                </a:moveTo>
                <a:cubicBezTo>
                  <a:pt x="443" y="835"/>
                  <a:pt x="431" y="823"/>
                  <a:pt x="431" y="808"/>
                </a:cubicBezTo>
                <a:cubicBezTo>
                  <a:pt x="431" y="793"/>
                  <a:pt x="443" y="781"/>
                  <a:pt x="457" y="781"/>
                </a:cubicBezTo>
                <a:cubicBezTo>
                  <a:pt x="472" y="781"/>
                  <a:pt x="484" y="793"/>
                  <a:pt x="484" y="808"/>
                </a:cubicBezTo>
                <a:cubicBezTo>
                  <a:pt x="484" y="823"/>
                  <a:pt x="472" y="835"/>
                  <a:pt x="457" y="835"/>
                </a:cubicBezTo>
                <a:moveTo>
                  <a:pt x="565" y="835"/>
                </a:moveTo>
                <a:cubicBezTo>
                  <a:pt x="551" y="835"/>
                  <a:pt x="538" y="823"/>
                  <a:pt x="538" y="808"/>
                </a:cubicBezTo>
                <a:cubicBezTo>
                  <a:pt x="538" y="793"/>
                  <a:pt x="551" y="781"/>
                  <a:pt x="565" y="781"/>
                </a:cubicBezTo>
                <a:cubicBezTo>
                  <a:pt x="580" y="781"/>
                  <a:pt x="591" y="793"/>
                  <a:pt x="591" y="808"/>
                </a:cubicBezTo>
                <a:cubicBezTo>
                  <a:pt x="591" y="823"/>
                  <a:pt x="580" y="835"/>
                  <a:pt x="565" y="835"/>
                </a:cubicBezTo>
                <a:moveTo>
                  <a:pt x="672" y="835"/>
                </a:moveTo>
                <a:cubicBezTo>
                  <a:pt x="657" y="835"/>
                  <a:pt x="645" y="823"/>
                  <a:pt x="645" y="808"/>
                </a:cubicBezTo>
                <a:cubicBezTo>
                  <a:pt x="645" y="793"/>
                  <a:pt x="657" y="781"/>
                  <a:pt x="672" y="781"/>
                </a:cubicBezTo>
                <a:cubicBezTo>
                  <a:pt x="687" y="781"/>
                  <a:pt x="699" y="793"/>
                  <a:pt x="699" y="808"/>
                </a:cubicBezTo>
                <a:cubicBezTo>
                  <a:pt x="699" y="823"/>
                  <a:pt x="687" y="835"/>
                  <a:pt x="672" y="835"/>
                </a:cubicBezTo>
                <a:moveTo>
                  <a:pt x="779" y="835"/>
                </a:moveTo>
                <a:cubicBezTo>
                  <a:pt x="764" y="835"/>
                  <a:pt x="752" y="823"/>
                  <a:pt x="752" y="808"/>
                </a:cubicBezTo>
                <a:cubicBezTo>
                  <a:pt x="752" y="793"/>
                  <a:pt x="764" y="781"/>
                  <a:pt x="779" y="781"/>
                </a:cubicBezTo>
                <a:cubicBezTo>
                  <a:pt x="794" y="781"/>
                  <a:pt x="806" y="793"/>
                  <a:pt x="806" y="808"/>
                </a:cubicBezTo>
                <a:cubicBezTo>
                  <a:pt x="806" y="823"/>
                  <a:pt x="794" y="835"/>
                  <a:pt x="779" y="835"/>
                </a:cubicBezTo>
                <a:moveTo>
                  <a:pt x="217" y="563"/>
                </a:moveTo>
                <a:cubicBezTo>
                  <a:pt x="217" y="549"/>
                  <a:pt x="205" y="536"/>
                  <a:pt x="190" y="536"/>
                </a:cubicBezTo>
                <a:lnTo>
                  <a:pt x="80" y="536"/>
                </a:lnTo>
                <a:cubicBezTo>
                  <a:pt x="66" y="536"/>
                  <a:pt x="54" y="548"/>
                  <a:pt x="54" y="563"/>
                </a:cubicBezTo>
                <a:lnTo>
                  <a:pt x="54" y="658"/>
                </a:lnTo>
                <a:cubicBezTo>
                  <a:pt x="70" y="652"/>
                  <a:pt x="90" y="648"/>
                  <a:pt x="109" y="648"/>
                </a:cubicBezTo>
                <a:lnTo>
                  <a:pt x="217" y="648"/>
                </a:lnTo>
                <a:lnTo>
                  <a:pt x="217" y="563"/>
                </a:lnTo>
                <a:moveTo>
                  <a:pt x="645" y="161"/>
                </a:moveTo>
                <a:lnTo>
                  <a:pt x="533" y="161"/>
                </a:lnTo>
                <a:cubicBezTo>
                  <a:pt x="536" y="170"/>
                  <a:pt x="538" y="178"/>
                  <a:pt x="538" y="188"/>
                </a:cubicBezTo>
                <a:lnTo>
                  <a:pt x="538" y="357"/>
                </a:lnTo>
                <a:cubicBezTo>
                  <a:pt x="601" y="327"/>
                  <a:pt x="645" y="262"/>
                  <a:pt x="645" y="188"/>
                </a:cubicBezTo>
                <a:lnTo>
                  <a:pt x="645" y="161"/>
                </a:lnTo>
                <a:moveTo>
                  <a:pt x="645" y="563"/>
                </a:moveTo>
                <a:cubicBezTo>
                  <a:pt x="645" y="549"/>
                  <a:pt x="633" y="536"/>
                  <a:pt x="619" y="536"/>
                </a:cubicBezTo>
                <a:lnTo>
                  <a:pt x="511" y="536"/>
                </a:lnTo>
                <a:cubicBezTo>
                  <a:pt x="497" y="536"/>
                  <a:pt x="485" y="548"/>
                  <a:pt x="485" y="563"/>
                </a:cubicBezTo>
                <a:lnTo>
                  <a:pt x="485" y="648"/>
                </a:lnTo>
                <a:lnTo>
                  <a:pt x="646" y="648"/>
                </a:lnTo>
                <a:lnTo>
                  <a:pt x="646" y="563"/>
                </a:lnTo>
                <a:lnTo>
                  <a:pt x="645" y="563"/>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4" name="Google Shape;954;p75"/>
          <p:cNvSpPr/>
          <p:nvPr/>
        </p:nvSpPr>
        <p:spPr>
          <a:xfrm>
            <a:off x="3919317" y="3670446"/>
            <a:ext cx="464991" cy="464994"/>
          </a:xfrm>
          <a:custGeom>
            <a:avLst/>
            <a:gdLst/>
            <a:ahLst/>
            <a:cxnLst/>
            <a:rect l="l" t="t" r="r" b="b"/>
            <a:pathLst>
              <a:path w="916" h="916" extrusionOk="0">
                <a:moveTo>
                  <a:pt x="350" y="594"/>
                </a:moveTo>
                <a:cubicBezTo>
                  <a:pt x="336" y="594"/>
                  <a:pt x="324" y="606"/>
                  <a:pt x="324" y="620"/>
                </a:cubicBezTo>
                <a:cubicBezTo>
                  <a:pt x="324" y="635"/>
                  <a:pt x="335" y="647"/>
                  <a:pt x="350" y="647"/>
                </a:cubicBezTo>
                <a:cubicBezTo>
                  <a:pt x="364" y="647"/>
                  <a:pt x="377" y="635"/>
                  <a:pt x="377" y="620"/>
                </a:cubicBezTo>
                <a:cubicBezTo>
                  <a:pt x="377" y="606"/>
                  <a:pt x="365" y="594"/>
                  <a:pt x="350" y="594"/>
                </a:cubicBezTo>
                <a:moveTo>
                  <a:pt x="512" y="809"/>
                </a:moveTo>
                <a:lnTo>
                  <a:pt x="404" y="809"/>
                </a:lnTo>
                <a:cubicBezTo>
                  <a:pt x="390" y="809"/>
                  <a:pt x="378" y="821"/>
                  <a:pt x="378" y="836"/>
                </a:cubicBezTo>
                <a:lnTo>
                  <a:pt x="378" y="916"/>
                </a:lnTo>
                <a:lnTo>
                  <a:pt x="539" y="916"/>
                </a:lnTo>
                <a:lnTo>
                  <a:pt x="539" y="836"/>
                </a:lnTo>
                <a:cubicBezTo>
                  <a:pt x="538" y="821"/>
                  <a:pt x="526" y="809"/>
                  <a:pt x="512" y="809"/>
                </a:cubicBezTo>
                <a:moveTo>
                  <a:pt x="0" y="621"/>
                </a:moveTo>
                <a:lnTo>
                  <a:pt x="0" y="729"/>
                </a:lnTo>
                <a:cubicBezTo>
                  <a:pt x="0" y="773"/>
                  <a:pt x="36" y="809"/>
                  <a:pt x="80" y="809"/>
                </a:cubicBezTo>
                <a:lnTo>
                  <a:pt x="109" y="809"/>
                </a:lnTo>
                <a:lnTo>
                  <a:pt x="109" y="541"/>
                </a:lnTo>
                <a:lnTo>
                  <a:pt x="80" y="541"/>
                </a:lnTo>
                <a:cubicBezTo>
                  <a:pt x="36" y="541"/>
                  <a:pt x="0" y="577"/>
                  <a:pt x="0" y="621"/>
                </a:cubicBezTo>
                <a:moveTo>
                  <a:pt x="578" y="292"/>
                </a:moveTo>
                <a:cubicBezTo>
                  <a:pt x="560" y="255"/>
                  <a:pt x="526" y="229"/>
                  <a:pt x="485" y="220"/>
                </a:cubicBezTo>
                <a:lnTo>
                  <a:pt x="485" y="156"/>
                </a:lnTo>
                <a:cubicBezTo>
                  <a:pt x="518" y="144"/>
                  <a:pt x="541" y="112"/>
                  <a:pt x="538" y="75"/>
                </a:cubicBezTo>
                <a:cubicBezTo>
                  <a:pt x="536" y="35"/>
                  <a:pt x="504" y="3"/>
                  <a:pt x="464" y="0"/>
                </a:cubicBezTo>
                <a:cubicBezTo>
                  <a:pt x="417" y="-3"/>
                  <a:pt x="378" y="34"/>
                  <a:pt x="378" y="81"/>
                </a:cubicBezTo>
                <a:cubicBezTo>
                  <a:pt x="378" y="116"/>
                  <a:pt x="400" y="145"/>
                  <a:pt x="431" y="156"/>
                </a:cubicBezTo>
                <a:lnTo>
                  <a:pt x="431" y="220"/>
                </a:lnTo>
                <a:cubicBezTo>
                  <a:pt x="390" y="229"/>
                  <a:pt x="356" y="255"/>
                  <a:pt x="338" y="292"/>
                </a:cubicBezTo>
                <a:cubicBezTo>
                  <a:pt x="376" y="278"/>
                  <a:pt x="416" y="270"/>
                  <a:pt x="458" y="270"/>
                </a:cubicBezTo>
                <a:cubicBezTo>
                  <a:pt x="500" y="270"/>
                  <a:pt x="541" y="278"/>
                  <a:pt x="578" y="292"/>
                </a:cubicBezTo>
                <a:moveTo>
                  <a:pt x="565" y="594"/>
                </a:moveTo>
                <a:cubicBezTo>
                  <a:pt x="550" y="594"/>
                  <a:pt x="538" y="606"/>
                  <a:pt x="538" y="620"/>
                </a:cubicBezTo>
                <a:cubicBezTo>
                  <a:pt x="538" y="635"/>
                  <a:pt x="550" y="647"/>
                  <a:pt x="565" y="647"/>
                </a:cubicBezTo>
                <a:cubicBezTo>
                  <a:pt x="580" y="647"/>
                  <a:pt x="592" y="635"/>
                  <a:pt x="592" y="620"/>
                </a:cubicBezTo>
                <a:cubicBezTo>
                  <a:pt x="592" y="606"/>
                  <a:pt x="580" y="594"/>
                  <a:pt x="565" y="594"/>
                </a:cubicBezTo>
                <a:moveTo>
                  <a:pt x="835" y="541"/>
                </a:moveTo>
                <a:lnTo>
                  <a:pt x="807" y="541"/>
                </a:lnTo>
                <a:lnTo>
                  <a:pt x="807" y="809"/>
                </a:lnTo>
                <a:lnTo>
                  <a:pt x="836" y="809"/>
                </a:lnTo>
                <a:cubicBezTo>
                  <a:pt x="880" y="809"/>
                  <a:pt x="916" y="773"/>
                  <a:pt x="916" y="729"/>
                </a:cubicBezTo>
                <a:lnTo>
                  <a:pt x="916" y="621"/>
                </a:lnTo>
                <a:cubicBezTo>
                  <a:pt x="916" y="577"/>
                  <a:pt x="880" y="541"/>
                  <a:pt x="835" y="541"/>
                </a:cubicBezTo>
                <a:moveTo>
                  <a:pt x="458" y="325"/>
                </a:moveTo>
                <a:cubicBezTo>
                  <a:pt x="295" y="325"/>
                  <a:pt x="163" y="459"/>
                  <a:pt x="163" y="621"/>
                </a:cubicBezTo>
                <a:lnTo>
                  <a:pt x="163" y="836"/>
                </a:lnTo>
                <a:cubicBezTo>
                  <a:pt x="163" y="880"/>
                  <a:pt x="199" y="916"/>
                  <a:pt x="244" y="916"/>
                </a:cubicBezTo>
                <a:lnTo>
                  <a:pt x="324" y="916"/>
                </a:lnTo>
                <a:lnTo>
                  <a:pt x="324" y="836"/>
                </a:lnTo>
                <a:cubicBezTo>
                  <a:pt x="324" y="791"/>
                  <a:pt x="360" y="755"/>
                  <a:pt x="404" y="755"/>
                </a:cubicBezTo>
                <a:lnTo>
                  <a:pt x="512" y="755"/>
                </a:lnTo>
                <a:cubicBezTo>
                  <a:pt x="556" y="755"/>
                  <a:pt x="592" y="791"/>
                  <a:pt x="592" y="836"/>
                </a:cubicBezTo>
                <a:lnTo>
                  <a:pt x="592" y="916"/>
                </a:lnTo>
                <a:lnTo>
                  <a:pt x="672" y="916"/>
                </a:lnTo>
                <a:cubicBezTo>
                  <a:pt x="717" y="916"/>
                  <a:pt x="753" y="880"/>
                  <a:pt x="753" y="836"/>
                </a:cubicBezTo>
                <a:lnTo>
                  <a:pt x="753" y="621"/>
                </a:lnTo>
                <a:cubicBezTo>
                  <a:pt x="753" y="459"/>
                  <a:pt x="621" y="325"/>
                  <a:pt x="458" y="325"/>
                </a:cubicBezTo>
                <a:moveTo>
                  <a:pt x="350" y="701"/>
                </a:moveTo>
                <a:cubicBezTo>
                  <a:pt x="306" y="701"/>
                  <a:pt x="270" y="665"/>
                  <a:pt x="270" y="620"/>
                </a:cubicBezTo>
                <a:cubicBezTo>
                  <a:pt x="270" y="576"/>
                  <a:pt x="306" y="540"/>
                  <a:pt x="350" y="540"/>
                </a:cubicBezTo>
                <a:cubicBezTo>
                  <a:pt x="395" y="540"/>
                  <a:pt x="431" y="576"/>
                  <a:pt x="431" y="620"/>
                </a:cubicBezTo>
                <a:cubicBezTo>
                  <a:pt x="431" y="665"/>
                  <a:pt x="395" y="701"/>
                  <a:pt x="350" y="701"/>
                </a:cubicBezTo>
                <a:moveTo>
                  <a:pt x="565" y="701"/>
                </a:moveTo>
                <a:cubicBezTo>
                  <a:pt x="520" y="701"/>
                  <a:pt x="484" y="665"/>
                  <a:pt x="484" y="620"/>
                </a:cubicBezTo>
                <a:cubicBezTo>
                  <a:pt x="484" y="576"/>
                  <a:pt x="521" y="540"/>
                  <a:pt x="565" y="540"/>
                </a:cubicBezTo>
                <a:cubicBezTo>
                  <a:pt x="609" y="540"/>
                  <a:pt x="645" y="576"/>
                  <a:pt x="645" y="620"/>
                </a:cubicBezTo>
                <a:cubicBezTo>
                  <a:pt x="645" y="665"/>
                  <a:pt x="609" y="701"/>
                  <a:pt x="565" y="701"/>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5" name="Google Shape;955;p75"/>
          <p:cNvSpPr/>
          <p:nvPr/>
        </p:nvSpPr>
        <p:spPr>
          <a:xfrm>
            <a:off x="4755897" y="3670446"/>
            <a:ext cx="464991" cy="464994"/>
          </a:xfrm>
          <a:custGeom>
            <a:avLst/>
            <a:gdLst/>
            <a:ahLst/>
            <a:cxnLst/>
            <a:rect l="l" t="t" r="r" b="b"/>
            <a:pathLst>
              <a:path w="916" h="916" extrusionOk="0">
                <a:moveTo>
                  <a:pt x="431" y="134"/>
                </a:moveTo>
                <a:lnTo>
                  <a:pt x="244" y="134"/>
                </a:lnTo>
                <a:cubicBezTo>
                  <a:pt x="184" y="134"/>
                  <a:pt x="136" y="182"/>
                  <a:pt x="136" y="242"/>
                </a:cubicBezTo>
                <a:lnTo>
                  <a:pt x="136" y="432"/>
                </a:lnTo>
                <a:lnTo>
                  <a:pt x="431" y="432"/>
                </a:lnTo>
                <a:lnTo>
                  <a:pt x="431" y="134"/>
                </a:lnTo>
                <a:moveTo>
                  <a:pt x="351" y="324"/>
                </a:moveTo>
                <a:lnTo>
                  <a:pt x="324" y="324"/>
                </a:lnTo>
                <a:lnTo>
                  <a:pt x="324" y="350"/>
                </a:lnTo>
                <a:cubicBezTo>
                  <a:pt x="324" y="364"/>
                  <a:pt x="314" y="377"/>
                  <a:pt x="300" y="378"/>
                </a:cubicBezTo>
                <a:cubicBezTo>
                  <a:pt x="284" y="379"/>
                  <a:pt x="271" y="367"/>
                  <a:pt x="271" y="351"/>
                </a:cubicBezTo>
                <a:lnTo>
                  <a:pt x="271" y="324"/>
                </a:lnTo>
                <a:lnTo>
                  <a:pt x="245" y="324"/>
                </a:lnTo>
                <a:cubicBezTo>
                  <a:pt x="231" y="324"/>
                  <a:pt x="218" y="314"/>
                  <a:pt x="217" y="300"/>
                </a:cubicBezTo>
                <a:cubicBezTo>
                  <a:pt x="216" y="284"/>
                  <a:pt x="228" y="271"/>
                  <a:pt x="244" y="271"/>
                </a:cubicBezTo>
                <a:lnTo>
                  <a:pt x="270" y="271"/>
                </a:lnTo>
                <a:lnTo>
                  <a:pt x="270" y="245"/>
                </a:lnTo>
                <a:cubicBezTo>
                  <a:pt x="270" y="231"/>
                  <a:pt x="281" y="218"/>
                  <a:pt x="295" y="217"/>
                </a:cubicBezTo>
                <a:cubicBezTo>
                  <a:pt x="311" y="216"/>
                  <a:pt x="324" y="228"/>
                  <a:pt x="324" y="244"/>
                </a:cubicBezTo>
                <a:lnTo>
                  <a:pt x="324" y="271"/>
                </a:lnTo>
                <a:lnTo>
                  <a:pt x="350" y="271"/>
                </a:lnTo>
                <a:cubicBezTo>
                  <a:pt x="364" y="271"/>
                  <a:pt x="376" y="281"/>
                  <a:pt x="378" y="295"/>
                </a:cubicBezTo>
                <a:cubicBezTo>
                  <a:pt x="379" y="311"/>
                  <a:pt x="367" y="324"/>
                  <a:pt x="351" y="324"/>
                </a:cubicBezTo>
                <a:moveTo>
                  <a:pt x="458" y="0"/>
                </a:moveTo>
                <a:cubicBezTo>
                  <a:pt x="381" y="0"/>
                  <a:pt x="310" y="29"/>
                  <a:pt x="256" y="81"/>
                </a:cubicBezTo>
                <a:lnTo>
                  <a:pt x="661" y="81"/>
                </a:lnTo>
                <a:cubicBezTo>
                  <a:pt x="607" y="29"/>
                  <a:pt x="534" y="0"/>
                  <a:pt x="458" y="0"/>
                </a:cubicBezTo>
                <a:moveTo>
                  <a:pt x="485" y="780"/>
                </a:moveTo>
                <a:lnTo>
                  <a:pt x="675" y="780"/>
                </a:lnTo>
                <a:cubicBezTo>
                  <a:pt x="734" y="780"/>
                  <a:pt x="782" y="732"/>
                  <a:pt x="782" y="673"/>
                </a:cubicBezTo>
                <a:lnTo>
                  <a:pt x="782" y="485"/>
                </a:lnTo>
                <a:lnTo>
                  <a:pt x="485" y="485"/>
                </a:lnTo>
                <a:lnTo>
                  <a:pt x="485" y="780"/>
                </a:lnTo>
                <a:moveTo>
                  <a:pt x="565" y="539"/>
                </a:moveTo>
                <a:lnTo>
                  <a:pt x="673" y="539"/>
                </a:lnTo>
                <a:cubicBezTo>
                  <a:pt x="687" y="539"/>
                  <a:pt x="699" y="549"/>
                  <a:pt x="701" y="563"/>
                </a:cubicBezTo>
                <a:cubicBezTo>
                  <a:pt x="702" y="579"/>
                  <a:pt x="690" y="592"/>
                  <a:pt x="674" y="592"/>
                </a:cubicBezTo>
                <a:lnTo>
                  <a:pt x="566" y="592"/>
                </a:lnTo>
                <a:cubicBezTo>
                  <a:pt x="552" y="592"/>
                  <a:pt x="540" y="582"/>
                  <a:pt x="538" y="568"/>
                </a:cubicBezTo>
                <a:cubicBezTo>
                  <a:pt x="537" y="552"/>
                  <a:pt x="549" y="539"/>
                  <a:pt x="565" y="539"/>
                </a:cubicBezTo>
                <a:moveTo>
                  <a:pt x="565" y="646"/>
                </a:moveTo>
                <a:lnTo>
                  <a:pt x="673" y="646"/>
                </a:lnTo>
                <a:cubicBezTo>
                  <a:pt x="687" y="646"/>
                  <a:pt x="699" y="657"/>
                  <a:pt x="701" y="671"/>
                </a:cubicBezTo>
                <a:cubicBezTo>
                  <a:pt x="702" y="686"/>
                  <a:pt x="690" y="700"/>
                  <a:pt x="674" y="700"/>
                </a:cubicBezTo>
                <a:lnTo>
                  <a:pt x="566" y="700"/>
                </a:lnTo>
                <a:cubicBezTo>
                  <a:pt x="552" y="700"/>
                  <a:pt x="540" y="689"/>
                  <a:pt x="538" y="675"/>
                </a:cubicBezTo>
                <a:cubicBezTo>
                  <a:pt x="537" y="659"/>
                  <a:pt x="549" y="646"/>
                  <a:pt x="565" y="646"/>
                </a:cubicBezTo>
                <a:moveTo>
                  <a:pt x="0" y="350"/>
                </a:moveTo>
                <a:lnTo>
                  <a:pt x="0" y="566"/>
                </a:lnTo>
                <a:cubicBezTo>
                  <a:pt x="0" y="610"/>
                  <a:pt x="38" y="647"/>
                  <a:pt x="83" y="647"/>
                </a:cubicBezTo>
                <a:lnTo>
                  <a:pt x="83" y="269"/>
                </a:lnTo>
                <a:cubicBezTo>
                  <a:pt x="38" y="269"/>
                  <a:pt x="0" y="306"/>
                  <a:pt x="0" y="350"/>
                </a:cubicBezTo>
                <a:moveTo>
                  <a:pt x="836" y="270"/>
                </a:moveTo>
                <a:lnTo>
                  <a:pt x="836" y="646"/>
                </a:lnTo>
                <a:cubicBezTo>
                  <a:pt x="880" y="646"/>
                  <a:pt x="916" y="610"/>
                  <a:pt x="916" y="565"/>
                </a:cubicBezTo>
                <a:lnTo>
                  <a:pt x="916" y="351"/>
                </a:lnTo>
                <a:cubicBezTo>
                  <a:pt x="916" y="306"/>
                  <a:pt x="880" y="270"/>
                  <a:pt x="836" y="270"/>
                </a:cubicBezTo>
                <a:moveTo>
                  <a:pt x="458" y="916"/>
                </a:moveTo>
                <a:cubicBezTo>
                  <a:pt x="534" y="916"/>
                  <a:pt x="607" y="885"/>
                  <a:pt x="661" y="834"/>
                </a:cubicBezTo>
                <a:lnTo>
                  <a:pt x="256" y="834"/>
                </a:lnTo>
                <a:cubicBezTo>
                  <a:pt x="310" y="885"/>
                  <a:pt x="381" y="916"/>
                  <a:pt x="458" y="916"/>
                </a:cubicBezTo>
                <a:moveTo>
                  <a:pt x="675" y="134"/>
                </a:moveTo>
                <a:lnTo>
                  <a:pt x="485" y="134"/>
                </a:lnTo>
                <a:lnTo>
                  <a:pt x="485" y="432"/>
                </a:lnTo>
                <a:lnTo>
                  <a:pt x="782" y="432"/>
                </a:lnTo>
                <a:lnTo>
                  <a:pt x="782" y="244"/>
                </a:lnTo>
                <a:cubicBezTo>
                  <a:pt x="782" y="184"/>
                  <a:pt x="734" y="134"/>
                  <a:pt x="675" y="134"/>
                </a:cubicBezTo>
                <a:moveTo>
                  <a:pt x="674" y="324"/>
                </a:moveTo>
                <a:lnTo>
                  <a:pt x="566" y="324"/>
                </a:lnTo>
                <a:cubicBezTo>
                  <a:pt x="552" y="324"/>
                  <a:pt x="540" y="314"/>
                  <a:pt x="538" y="300"/>
                </a:cubicBezTo>
                <a:cubicBezTo>
                  <a:pt x="537" y="284"/>
                  <a:pt x="549" y="271"/>
                  <a:pt x="565" y="271"/>
                </a:cubicBezTo>
                <a:lnTo>
                  <a:pt x="673" y="271"/>
                </a:lnTo>
                <a:cubicBezTo>
                  <a:pt x="687" y="271"/>
                  <a:pt x="699" y="281"/>
                  <a:pt x="701" y="295"/>
                </a:cubicBezTo>
                <a:cubicBezTo>
                  <a:pt x="702" y="311"/>
                  <a:pt x="690" y="324"/>
                  <a:pt x="674" y="324"/>
                </a:cubicBezTo>
                <a:moveTo>
                  <a:pt x="431" y="485"/>
                </a:moveTo>
                <a:lnTo>
                  <a:pt x="136" y="485"/>
                </a:lnTo>
                <a:lnTo>
                  <a:pt x="136" y="673"/>
                </a:lnTo>
                <a:cubicBezTo>
                  <a:pt x="136" y="732"/>
                  <a:pt x="184" y="780"/>
                  <a:pt x="244" y="780"/>
                </a:cubicBezTo>
                <a:lnTo>
                  <a:pt x="431" y="780"/>
                </a:lnTo>
                <a:lnTo>
                  <a:pt x="431" y="485"/>
                </a:lnTo>
                <a:moveTo>
                  <a:pt x="369" y="653"/>
                </a:moveTo>
                <a:cubicBezTo>
                  <a:pt x="380" y="664"/>
                  <a:pt x="380" y="681"/>
                  <a:pt x="369" y="691"/>
                </a:cubicBezTo>
                <a:cubicBezTo>
                  <a:pt x="359" y="702"/>
                  <a:pt x="342" y="702"/>
                  <a:pt x="332" y="691"/>
                </a:cubicBezTo>
                <a:lnTo>
                  <a:pt x="297" y="657"/>
                </a:lnTo>
                <a:lnTo>
                  <a:pt x="262" y="691"/>
                </a:lnTo>
                <a:cubicBezTo>
                  <a:pt x="252" y="702"/>
                  <a:pt x="235" y="702"/>
                  <a:pt x="224" y="691"/>
                </a:cubicBezTo>
                <a:cubicBezTo>
                  <a:pt x="214" y="681"/>
                  <a:pt x="214" y="664"/>
                  <a:pt x="224" y="653"/>
                </a:cubicBezTo>
                <a:lnTo>
                  <a:pt x="259" y="619"/>
                </a:lnTo>
                <a:lnTo>
                  <a:pt x="224" y="584"/>
                </a:lnTo>
                <a:cubicBezTo>
                  <a:pt x="214" y="574"/>
                  <a:pt x="214" y="557"/>
                  <a:pt x="224" y="546"/>
                </a:cubicBezTo>
                <a:cubicBezTo>
                  <a:pt x="235" y="536"/>
                  <a:pt x="252" y="536"/>
                  <a:pt x="262" y="546"/>
                </a:cubicBezTo>
                <a:lnTo>
                  <a:pt x="297" y="581"/>
                </a:lnTo>
                <a:lnTo>
                  <a:pt x="332" y="546"/>
                </a:lnTo>
                <a:cubicBezTo>
                  <a:pt x="342" y="536"/>
                  <a:pt x="359" y="536"/>
                  <a:pt x="369" y="546"/>
                </a:cubicBezTo>
                <a:cubicBezTo>
                  <a:pt x="380" y="557"/>
                  <a:pt x="380" y="574"/>
                  <a:pt x="369" y="584"/>
                </a:cubicBezTo>
                <a:lnTo>
                  <a:pt x="335" y="619"/>
                </a:lnTo>
                <a:lnTo>
                  <a:pt x="369" y="653"/>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6" name="Google Shape;956;p75"/>
          <p:cNvSpPr/>
          <p:nvPr/>
        </p:nvSpPr>
        <p:spPr>
          <a:xfrm>
            <a:off x="3163451" y="3670446"/>
            <a:ext cx="466007" cy="464486"/>
          </a:xfrm>
          <a:custGeom>
            <a:avLst/>
            <a:gdLst/>
            <a:ahLst/>
            <a:cxnLst/>
            <a:rect l="l" t="t" r="r" b="b"/>
            <a:pathLst>
              <a:path w="918" h="915" extrusionOk="0">
                <a:moveTo>
                  <a:pt x="914" y="703"/>
                </a:moveTo>
                <a:cubicBezTo>
                  <a:pt x="881" y="605"/>
                  <a:pt x="783" y="535"/>
                  <a:pt x="679" y="535"/>
                </a:cubicBezTo>
                <a:lnTo>
                  <a:pt x="192" y="535"/>
                </a:lnTo>
                <a:cubicBezTo>
                  <a:pt x="89" y="535"/>
                  <a:pt x="1" y="622"/>
                  <a:pt x="0" y="725"/>
                </a:cubicBezTo>
                <a:cubicBezTo>
                  <a:pt x="-1" y="771"/>
                  <a:pt x="37" y="808"/>
                  <a:pt x="83" y="808"/>
                </a:cubicBezTo>
                <a:lnTo>
                  <a:pt x="87" y="808"/>
                </a:lnTo>
                <a:cubicBezTo>
                  <a:pt x="99" y="747"/>
                  <a:pt x="154" y="700"/>
                  <a:pt x="219" y="700"/>
                </a:cubicBezTo>
                <a:cubicBezTo>
                  <a:pt x="283" y="700"/>
                  <a:pt x="340" y="747"/>
                  <a:pt x="352" y="808"/>
                </a:cubicBezTo>
                <a:lnTo>
                  <a:pt x="574" y="808"/>
                </a:lnTo>
                <a:cubicBezTo>
                  <a:pt x="587" y="747"/>
                  <a:pt x="641" y="700"/>
                  <a:pt x="706" y="700"/>
                </a:cubicBezTo>
                <a:cubicBezTo>
                  <a:pt x="771" y="700"/>
                  <a:pt x="825" y="746"/>
                  <a:pt x="838" y="807"/>
                </a:cubicBezTo>
                <a:cubicBezTo>
                  <a:pt x="862" y="805"/>
                  <a:pt x="889" y="793"/>
                  <a:pt x="903" y="774"/>
                </a:cubicBezTo>
                <a:cubicBezTo>
                  <a:pt x="918" y="753"/>
                  <a:pt x="922" y="727"/>
                  <a:pt x="914" y="703"/>
                </a:cubicBezTo>
                <a:moveTo>
                  <a:pt x="462" y="701"/>
                </a:moveTo>
                <a:lnTo>
                  <a:pt x="410" y="701"/>
                </a:lnTo>
                <a:cubicBezTo>
                  <a:pt x="396" y="701"/>
                  <a:pt x="383" y="690"/>
                  <a:pt x="382" y="676"/>
                </a:cubicBezTo>
                <a:cubicBezTo>
                  <a:pt x="381" y="660"/>
                  <a:pt x="393" y="647"/>
                  <a:pt x="409" y="647"/>
                </a:cubicBezTo>
                <a:lnTo>
                  <a:pt x="462" y="647"/>
                </a:lnTo>
                <a:cubicBezTo>
                  <a:pt x="476" y="647"/>
                  <a:pt x="488" y="657"/>
                  <a:pt x="489" y="671"/>
                </a:cubicBezTo>
                <a:cubicBezTo>
                  <a:pt x="491" y="687"/>
                  <a:pt x="478" y="701"/>
                  <a:pt x="462" y="701"/>
                </a:cubicBezTo>
                <a:moveTo>
                  <a:pt x="190" y="482"/>
                </a:moveTo>
                <a:lnTo>
                  <a:pt x="381" y="482"/>
                </a:lnTo>
                <a:lnTo>
                  <a:pt x="381" y="374"/>
                </a:lnTo>
                <a:lnTo>
                  <a:pt x="324" y="374"/>
                </a:lnTo>
                <a:cubicBezTo>
                  <a:pt x="266" y="374"/>
                  <a:pt x="213" y="412"/>
                  <a:pt x="195" y="468"/>
                </a:cubicBezTo>
                <a:lnTo>
                  <a:pt x="190" y="482"/>
                </a:lnTo>
                <a:moveTo>
                  <a:pt x="139" y="321"/>
                </a:moveTo>
                <a:cubicBezTo>
                  <a:pt x="154" y="321"/>
                  <a:pt x="166" y="309"/>
                  <a:pt x="166" y="295"/>
                </a:cubicBezTo>
                <a:cubicBezTo>
                  <a:pt x="166" y="162"/>
                  <a:pt x="276" y="53"/>
                  <a:pt x="409" y="53"/>
                </a:cubicBezTo>
                <a:cubicBezTo>
                  <a:pt x="542" y="53"/>
                  <a:pt x="652" y="162"/>
                  <a:pt x="652" y="295"/>
                </a:cubicBezTo>
                <a:cubicBezTo>
                  <a:pt x="652" y="310"/>
                  <a:pt x="664" y="321"/>
                  <a:pt x="679" y="321"/>
                </a:cubicBezTo>
                <a:cubicBezTo>
                  <a:pt x="693" y="321"/>
                  <a:pt x="705" y="309"/>
                  <a:pt x="705" y="295"/>
                </a:cubicBezTo>
                <a:cubicBezTo>
                  <a:pt x="705" y="132"/>
                  <a:pt x="571" y="0"/>
                  <a:pt x="409" y="0"/>
                </a:cubicBezTo>
                <a:cubicBezTo>
                  <a:pt x="246" y="0"/>
                  <a:pt x="112" y="132"/>
                  <a:pt x="112" y="295"/>
                </a:cubicBezTo>
                <a:cubicBezTo>
                  <a:pt x="112" y="309"/>
                  <a:pt x="124" y="321"/>
                  <a:pt x="139" y="321"/>
                </a:cubicBezTo>
                <a:moveTo>
                  <a:pt x="409" y="268"/>
                </a:moveTo>
                <a:cubicBezTo>
                  <a:pt x="424" y="268"/>
                  <a:pt x="436" y="280"/>
                  <a:pt x="436" y="295"/>
                </a:cubicBezTo>
                <a:cubicBezTo>
                  <a:pt x="436" y="309"/>
                  <a:pt x="448" y="321"/>
                  <a:pt x="462" y="321"/>
                </a:cubicBezTo>
                <a:cubicBezTo>
                  <a:pt x="477" y="321"/>
                  <a:pt x="489" y="309"/>
                  <a:pt x="489" y="295"/>
                </a:cubicBezTo>
                <a:cubicBezTo>
                  <a:pt x="489" y="250"/>
                  <a:pt x="453" y="214"/>
                  <a:pt x="409" y="214"/>
                </a:cubicBezTo>
                <a:cubicBezTo>
                  <a:pt x="364" y="214"/>
                  <a:pt x="328" y="250"/>
                  <a:pt x="328" y="295"/>
                </a:cubicBezTo>
                <a:cubicBezTo>
                  <a:pt x="328" y="309"/>
                  <a:pt x="340" y="321"/>
                  <a:pt x="355" y="321"/>
                </a:cubicBezTo>
                <a:cubicBezTo>
                  <a:pt x="370" y="321"/>
                  <a:pt x="382" y="309"/>
                  <a:pt x="382" y="295"/>
                </a:cubicBezTo>
                <a:cubicBezTo>
                  <a:pt x="382" y="280"/>
                  <a:pt x="394" y="268"/>
                  <a:pt x="409" y="268"/>
                </a:cubicBezTo>
                <a:moveTo>
                  <a:pt x="273" y="295"/>
                </a:moveTo>
                <a:cubicBezTo>
                  <a:pt x="273" y="221"/>
                  <a:pt x="335" y="161"/>
                  <a:pt x="409" y="161"/>
                </a:cubicBezTo>
                <a:cubicBezTo>
                  <a:pt x="483" y="161"/>
                  <a:pt x="545" y="221"/>
                  <a:pt x="545" y="295"/>
                </a:cubicBezTo>
                <a:cubicBezTo>
                  <a:pt x="545" y="310"/>
                  <a:pt x="556" y="321"/>
                  <a:pt x="571" y="321"/>
                </a:cubicBezTo>
                <a:cubicBezTo>
                  <a:pt x="585" y="321"/>
                  <a:pt x="598" y="309"/>
                  <a:pt x="598" y="295"/>
                </a:cubicBezTo>
                <a:cubicBezTo>
                  <a:pt x="598" y="191"/>
                  <a:pt x="512" y="107"/>
                  <a:pt x="409" y="107"/>
                </a:cubicBezTo>
                <a:cubicBezTo>
                  <a:pt x="305" y="107"/>
                  <a:pt x="219" y="191"/>
                  <a:pt x="219" y="295"/>
                </a:cubicBezTo>
                <a:cubicBezTo>
                  <a:pt x="219" y="310"/>
                  <a:pt x="231" y="321"/>
                  <a:pt x="246" y="321"/>
                </a:cubicBezTo>
                <a:cubicBezTo>
                  <a:pt x="261" y="321"/>
                  <a:pt x="273" y="309"/>
                  <a:pt x="273" y="295"/>
                </a:cubicBezTo>
                <a:moveTo>
                  <a:pt x="705" y="754"/>
                </a:moveTo>
                <a:cubicBezTo>
                  <a:pt x="661" y="754"/>
                  <a:pt x="625" y="790"/>
                  <a:pt x="625" y="834"/>
                </a:cubicBezTo>
                <a:cubicBezTo>
                  <a:pt x="625" y="879"/>
                  <a:pt x="660" y="915"/>
                  <a:pt x="705" y="915"/>
                </a:cubicBezTo>
                <a:cubicBezTo>
                  <a:pt x="749" y="915"/>
                  <a:pt x="786" y="879"/>
                  <a:pt x="786" y="834"/>
                </a:cubicBezTo>
                <a:cubicBezTo>
                  <a:pt x="786" y="790"/>
                  <a:pt x="750" y="754"/>
                  <a:pt x="705" y="754"/>
                </a:cubicBezTo>
                <a:moveTo>
                  <a:pt x="219" y="754"/>
                </a:moveTo>
                <a:cubicBezTo>
                  <a:pt x="175" y="754"/>
                  <a:pt x="139" y="790"/>
                  <a:pt x="139" y="834"/>
                </a:cubicBezTo>
                <a:cubicBezTo>
                  <a:pt x="139" y="879"/>
                  <a:pt x="175" y="915"/>
                  <a:pt x="219" y="915"/>
                </a:cubicBezTo>
                <a:cubicBezTo>
                  <a:pt x="264" y="915"/>
                  <a:pt x="300" y="879"/>
                  <a:pt x="300" y="834"/>
                </a:cubicBezTo>
                <a:cubicBezTo>
                  <a:pt x="300" y="790"/>
                  <a:pt x="264" y="754"/>
                  <a:pt x="219" y="754"/>
                </a:cubicBezTo>
                <a:moveTo>
                  <a:pt x="620" y="466"/>
                </a:moveTo>
                <a:cubicBezTo>
                  <a:pt x="602" y="411"/>
                  <a:pt x="549" y="374"/>
                  <a:pt x="491" y="374"/>
                </a:cubicBezTo>
                <a:lnTo>
                  <a:pt x="435" y="374"/>
                </a:lnTo>
                <a:lnTo>
                  <a:pt x="435" y="482"/>
                </a:lnTo>
                <a:lnTo>
                  <a:pt x="626" y="482"/>
                </a:lnTo>
                <a:lnTo>
                  <a:pt x="620" y="466"/>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7" name="Google Shape;957;p75"/>
          <p:cNvSpPr/>
          <p:nvPr/>
        </p:nvSpPr>
        <p:spPr>
          <a:xfrm>
            <a:off x="2352760" y="3679076"/>
            <a:ext cx="464484" cy="447734"/>
          </a:xfrm>
          <a:custGeom>
            <a:avLst/>
            <a:gdLst/>
            <a:ahLst/>
            <a:cxnLst/>
            <a:rect l="l" t="t" r="r" b="b"/>
            <a:pathLst>
              <a:path w="915" h="882" extrusionOk="0">
                <a:moveTo>
                  <a:pt x="878" y="197"/>
                </a:moveTo>
                <a:cubicBezTo>
                  <a:pt x="889" y="186"/>
                  <a:pt x="889" y="169"/>
                  <a:pt x="878" y="159"/>
                </a:cubicBezTo>
                <a:lnTo>
                  <a:pt x="727" y="7"/>
                </a:lnTo>
                <a:cubicBezTo>
                  <a:pt x="716" y="-3"/>
                  <a:pt x="699" y="-3"/>
                  <a:pt x="689" y="7"/>
                </a:cubicBezTo>
                <a:lnTo>
                  <a:pt x="670" y="26"/>
                </a:lnTo>
                <a:lnTo>
                  <a:pt x="860" y="216"/>
                </a:lnTo>
                <a:lnTo>
                  <a:pt x="878" y="197"/>
                </a:lnTo>
                <a:moveTo>
                  <a:pt x="329" y="292"/>
                </a:moveTo>
                <a:cubicBezTo>
                  <a:pt x="349" y="313"/>
                  <a:pt x="384" y="313"/>
                  <a:pt x="404" y="292"/>
                </a:cubicBezTo>
                <a:cubicBezTo>
                  <a:pt x="470" y="226"/>
                  <a:pt x="489" y="207"/>
                  <a:pt x="493" y="203"/>
                </a:cubicBezTo>
                <a:cubicBezTo>
                  <a:pt x="493" y="203"/>
                  <a:pt x="498" y="199"/>
                  <a:pt x="518" y="178"/>
                </a:cubicBezTo>
                <a:lnTo>
                  <a:pt x="530" y="190"/>
                </a:lnTo>
                <a:lnTo>
                  <a:pt x="531" y="190"/>
                </a:lnTo>
                <a:cubicBezTo>
                  <a:pt x="533" y="193"/>
                  <a:pt x="542" y="202"/>
                  <a:pt x="575" y="235"/>
                </a:cubicBezTo>
                <a:cubicBezTo>
                  <a:pt x="600" y="260"/>
                  <a:pt x="634" y="274"/>
                  <a:pt x="670" y="274"/>
                </a:cubicBezTo>
                <a:lnTo>
                  <a:pt x="677" y="274"/>
                </a:lnTo>
                <a:cubicBezTo>
                  <a:pt x="692" y="273"/>
                  <a:pt x="705" y="285"/>
                  <a:pt x="706" y="299"/>
                </a:cubicBezTo>
                <a:cubicBezTo>
                  <a:pt x="706" y="314"/>
                  <a:pt x="695" y="327"/>
                  <a:pt x="680" y="328"/>
                </a:cubicBezTo>
                <a:lnTo>
                  <a:pt x="670" y="328"/>
                </a:lnTo>
                <a:cubicBezTo>
                  <a:pt x="669" y="328"/>
                  <a:pt x="669" y="328"/>
                  <a:pt x="668" y="328"/>
                </a:cubicBezTo>
                <a:lnTo>
                  <a:pt x="784" y="443"/>
                </a:lnTo>
                <a:lnTo>
                  <a:pt x="803" y="424"/>
                </a:lnTo>
                <a:cubicBezTo>
                  <a:pt x="855" y="372"/>
                  <a:pt x="855" y="287"/>
                  <a:pt x="803" y="235"/>
                </a:cubicBezTo>
                <a:lnTo>
                  <a:pt x="651" y="83"/>
                </a:lnTo>
                <a:cubicBezTo>
                  <a:pt x="607" y="39"/>
                  <a:pt x="535" y="23"/>
                  <a:pt x="461" y="83"/>
                </a:cubicBezTo>
                <a:cubicBezTo>
                  <a:pt x="385" y="159"/>
                  <a:pt x="448" y="96"/>
                  <a:pt x="329" y="216"/>
                </a:cubicBezTo>
                <a:cubicBezTo>
                  <a:pt x="308" y="237"/>
                  <a:pt x="308" y="271"/>
                  <a:pt x="329" y="292"/>
                </a:cubicBezTo>
                <a:moveTo>
                  <a:pt x="904" y="645"/>
                </a:moveTo>
                <a:lnTo>
                  <a:pt x="689" y="424"/>
                </a:lnTo>
                <a:cubicBezTo>
                  <a:pt x="682" y="417"/>
                  <a:pt x="672" y="415"/>
                  <a:pt x="663" y="418"/>
                </a:cubicBezTo>
                <a:lnTo>
                  <a:pt x="623" y="377"/>
                </a:lnTo>
                <a:lnTo>
                  <a:pt x="632" y="367"/>
                </a:lnTo>
                <a:lnTo>
                  <a:pt x="518" y="254"/>
                </a:lnTo>
                <a:lnTo>
                  <a:pt x="447" y="325"/>
                </a:lnTo>
                <a:cubicBezTo>
                  <a:pt x="409" y="363"/>
                  <a:pt x="348" y="372"/>
                  <a:pt x="304" y="341"/>
                </a:cubicBezTo>
                <a:cubicBezTo>
                  <a:pt x="249" y="302"/>
                  <a:pt x="245" y="224"/>
                  <a:pt x="291" y="178"/>
                </a:cubicBezTo>
                <a:lnTo>
                  <a:pt x="347" y="122"/>
                </a:lnTo>
                <a:cubicBezTo>
                  <a:pt x="307" y="116"/>
                  <a:pt x="265" y="128"/>
                  <a:pt x="234" y="159"/>
                </a:cubicBezTo>
                <a:lnTo>
                  <a:pt x="82" y="311"/>
                </a:lnTo>
                <a:cubicBezTo>
                  <a:pt x="30" y="363"/>
                  <a:pt x="30" y="448"/>
                  <a:pt x="82" y="500"/>
                </a:cubicBezTo>
                <a:lnTo>
                  <a:pt x="234" y="652"/>
                </a:lnTo>
                <a:cubicBezTo>
                  <a:pt x="245" y="663"/>
                  <a:pt x="260" y="671"/>
                  <a:pt x="275" y="674"/>
                </a:cubicBezTo>
                <a:lnTo>
                  <a:pt x="341" y="740"/>
                </a:lnTo>
                <a:cubicBezTo>
                  <a:pt x="339" y="749"/>
                  <a:pt x="341" y="759"/>
                  <a:pt x="347" y="765"/>
                </a:cubicBezTo>
                <a:lnTo>
                  <a:pt x="452" y="870"/>
                </a:lnTo>
                <a:cubicBezTo>
                  <a:pt x="468" y="886"/>
                  <a:pt x="493" y="886"/>
                  <a:pt x="509" y="870"/>
                </a:cubicBezTo>
                <a:cubicBezTo>
                  <a:pt x="524" y="854"/>
                  <a:pt x="524" y="829"/>
                  <a:pt x="509" y="813"/>
                </a:cubicBezTo>
                <a:lnTo>
                  <a:pt x="385" y="690"/>
                </a:lnTo>
                <a:lnTo>
                  <a:pt x="376" y="699"/>
                </a:lnTo>
                <a:lnTo>
                  <a:pt x="337" y="660"/>
                </a:lnTo>
                <a:cubicBezTo>
                  <a:pt x="341" y="658"/>
                  <a:pt x="344" y="655"/>
                  <a:pt x="348" y="652"/>
                </a:cubicBezTo>
                <a:lnTo>
                  <a:pt x="395" y="604"/>
                </a:lnTo>
                <a:lnTo>
                  <a:pt x="433" y="642"/>
                </a:lnTo>
                <a:lnTo>
                  <a:pt x="423" y="652"/>
                </a:lnTo>
                <a:lnTo>
                  <a:pt x="585" y="813"/>
                </a:lnTo>
                <a:cubicBezTo>
                  <a:pt x="600" y="829"/>
                  <a:pt x="626" y="829"/>
                  <a:pt x="642" y="813"/>
                </a:cubicBezTo>
                <a:cubicBezTo>
                  <a:pt x="657" y="797"/>
                  <a:pt x="657" y="772"/>
                  <a:pt x="642" y="756"/>
                </a:cubicBezTo>
                <a:lnTo>
                  <a:pt x="480" y="595"/>
                </a:lnTo>
                <a:lnTo>
                  <a:pt x="471" y="604"/>
                </a:lnTo>
                <a:lnTo>
                  <a:pt x="433" y="566"/>
                </a:lnTo>
                <a:lnTo>
                  <a:pt x="490" y="509"/>
                </a:lnTo>
                <a:lnTo>
                  <a:pt x="528" y="547"/>
                </a:lnTo>
                <a:lnTo>
                  <a:pt x="518" y="557"/>
                </a:lnTo>
                <a:lnTo>
                  <a:pt x="717" y="756"/>
                </a:lnTo>
                <a:cubicBezTo>
                  <a:pt x="733" y="772"/>
                  <a:pt x="758" y="772"/>
                  <a:pt x="774" y="756"/>
                </a:cubicBezTo>
                <a:cubicBezTo>
                  <a:pt x="789" y="740"/>
                  <a:pt x="790" y="715"/>
                  <a:pt x="774" y="699"/>
                </a:cubicBezTo>
                <a:lnTo>
                  <a:pt x="575" y="500"/>
                </a:lnTo>
                <a:lnTo>
                  <a:pt x="566" y="509"/>
                </a:lnTo>
                <a:lnTo>
                  <a:pt x="528" y="471"/>
                </a:lnTo>
                <a:lnTo>
                  <a:pt x="585" y="415"/>
                </a:lnTo>
                <a:lnTo>
                  <a:pt x="623" y="452"/>
                </a:lnTo>
                <a:lnTo>
                  <a:pt x="613" y="462"/>
                </a:lnTo>
                <a:lnTo>
                  <a:pt x="847" y="702"/>
                </a:lnTo>
                <a:cubicBezTo>
                  <a:pt x="863" y="717"/>
                  <a:pt x="888" y="717"/>
                  <a:pt x="904" y="702"/>
                </a:cubicBezTo>
                <a:cubicBezTo>
                  <a:pt x="919" y="686"/>
                  <a:pt x="919" y="661"/>
                  <a:pt x="904" y="645"/>
                </a:cubicBezTo>
                <a:moveTo>
                  <a:pt x="196" y="83"/>
                </a:moveTo>
                <a:cubicBezTo>
                  <a:pt x="186" y="73"/>
                  <a:pt x="169" y="73"/>
                  <a:pt x="158" y="83"/>
                </a:cubicBezTo>
                <a:lnTo>
                  <a:pt x="8" y="235"/>
                </a:lnTo>
                <a:cubicBezTo>
                  <a:pt x="-2" y="245"/>
                  <a:pt x="-2" y="262"/>
                  <a:pt x="8" y="273"/>
                </a:cubicBezTo>
                <a:lnTo>
                  <a:pt x="25" y="292"/>
                </a:lnTo>
                <a:lnTo>
                  <a:pt x="215" y="102"/>
                </a:lnTo>
                <a:lnTo>
                  <a:pt x="196" y="83"/>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8" name="Google Shape;958;p75"/>
          <p:cNvSpPr/>
          <p:nvPr/>
        </p:nvSpPr>
        <p:spPr>
          <a:xfrm>
            <a:off x="1541055" y="3670953"/>
            <a:ext cx="464991" cy="463978"/>
          </a:xfrm>
          <a:custGeom>
            <a:avLst/>
            <a:gdLst/>
            <a:ahLst/>
            <a:cxnLst/>
            <a:rect l="l" t="t" r="r" b="b"/>
            <a:pathLst>
              <a:path w="916" h="914" extrusionOk="0">
                <a:moveTo>
                  <a:pt x="297" y="296"/>
                </a:moveTo>
                <a:cubicBezTo>
                  <a:pt x="259" y="347"/>
                  <a:pt x="198" y="377"/>
                  <a:pt x="134" y="377"/>
                </a:cubicBezTo>
                <a:lnTo>
                  <a:pt x="107" y="377"/>
                </a:lnTo>
                <a:lnTo>
                  <a:pt x="107" y="565"/>
                </a:lnTo>
                <a:cubicBezTo>
                  <a:pt x="107" y="749"/>
                  <a:pt x="251" y="901"/>
                  <a:pt x="431" y="914"/>
                </a:cubicBezTo>
                <a:lnTo>
                  <a:pt x="431" y="755"/>
                </a:lnTo>
                <a:lnTo>
                  <a:pt x="405" y="755"/>
                </a:lnTo>
                <a:cubicBezTo>
                  <a:pt x="391" y="755"/>
                  <a:pt x="380" y="746"/>
                  <a:pt x="377" y="732"/>
                </a:cubicBezTo>
                <a:cubicBezTo>
                  <a:pt x="375" y="716"/>
                  <a:pt x="388" y="701"/>
                  <a:pt x="404" y="701"/>
                </a:cubicBezTo>
                <a:lnTo>
                  <a:pt x="431" y="701"/>
                </a:lnTo>
                <a:lnTo>
                  <a:pt x="431" y="374"/>
                </a:lnTo>
                <a:cubicBezTo>
                  <a:pt x="377" y="367"/>
                  <a:pt x="329" y="340"/>
                  <a:pt x="297" y="296"/>
                </a:cubicBezTo>
                <a:moveTo>
                  <a:pt x="377" y="457"/>
                </a:moveTo>
                <a:cubicBezTo>
                  <a:pt x="377" y="502"/>
                  <a:pt x="341" y="538"/>
                  <a:pt x="296" y="538"/>
                </a:cubicBezTo>
                <a:cubicBezTo>
                  <a:pt x="252" y="538"/>
                  <a:pt x="216" y="502"/>
                  <a:pt x="216" y="457"/>
                </a:cubicBezTo>
                <a:cubicBezTo>
                  <a:pt x="216" y="413"/>
                  <a:pt x="252" y="377"/>
                  <a:pt x="296" y="377"/>
                </a:cubicBezTo>
                <a:cubicBezTo>
                  <a:pt x="341" y="377"/>
                  <a:pt x="377" y="413"/>
                  <a:pt x="377" y="457"/>
                </a:cubicBezTo>
                <a:moveTo>
                  <a:pt x="131" y="224"/>
                </a:moveTo>
                <a:cubicBezTo>
                  <a:pt x="119" y="256"/>
                  <a:pt x="112" y="289"/>
                  <a:pt x="110" y="324"/>
                </a:cubicBezTo>
                <a:lnTo>
                  <a:pt x="134" y="324"/>
                </a:lnTo>
                <a:cubicBezTo>
                  <a:pt x="190" y="324"/>
                  <a:pt x="242" y="293"/>
                  <a:pt x="267" y="243"/>
                </a:cubicBezTo>
                <a:lnTo>
                  <a:pt x="273" y="231"/>
                </a:lnTo>
                <a:cubicBezTo>
                  <a:pt x="282" y="213"/>
                  <a:pt x="312" y="213"/>
                  <a:pt x="321" y="231"/>
                </a:cubicBezTo>
                <a:lnTo>
                  <a:pt x="326" y="243"/>
                </a:lnTo>
                <a:cubicBezTo>
                  <a:pt x="347" y="284"/>
                  <a:pt x="386" y="312"/>
                  <a:pt x="431" y="320"/>
                </a:cubicBezTo>
                <a:lnTo>
                  <a:pt x="431" y="0"/>
                </a:lnTo>
                <a:cubicBezTo>
                  <a:pt x="297" y="10"/>
                  <a:pt x="180" y="98"/>
                  <a:pt x="131" y="224"/>
                </a:cubicBezTo>
                <a:moveTo>
                  <a:pt x="270" y="457"/>
                </a:moveTo>
                <a:cubicBezTo>
                  <a:pt x="270" y="472"/>
                  <a:pt x="281" y="484"/>
                  <a:pt x="296" y="484"/>
                </a:cubicBezTo>
                <a:cubicBezTo>
                  <a:pt x="310" y="484"/>
                  <a:pt x="323" y="472"/>
                  <a:pt x="323" y="457"/>
                </a:cubicBezTo>
                <a:cubicBezTo>
                  <a:pt x="323" y="443"/>
                  <a:pt x="311" y="431"/>
                  <a:pt x="296" y="431"/>
                </a:cubicBezTo>
                <a:cubicBezTo>
                  <a:pt x="282" y="430"/>
                  <a:pt x="270" y="442"/>
                  <a:pt x="270" y="457"/>
                </a:cubicBezTo>
                <a:moveTo>
                  <a:pt x="0" y="457"/>
                </a:moveTo>
                <a:cubicBezTo>
                  <a:pt x="0" y="501"/>
                  <a:pt x="21" y="539"/>
                  <a:pt x="53" y="564"/>
                </a:cubicBezTo>
                <a:lnTo>
                  <a:pt x="53" y="351"/>
                </a:lnTo>
                <a:cubicBezTo>
                  <a:pt x="21" y="375"/>
                  <a:pt x="0" y="414"/>
                  <a:pt x="0" y="457"/>
                </a:cubicBezTo>
                <a:moveTo>
                  <a:pt x="645" y="56"/>
                </a:moveTo>
                <a:lnTo>
                  <a:pt x="645" y="383"/>
                </a:lnTo>
                <a:cubicBezTo>
                  <a:pt x="677" y="394"/>
                  <a:pt x="699" y="423"/>
                  <a:pt x="699" y="458"/>
                </a:cubicBezTo>
                <a:cubicBezTo>
                  <a:pt x="699" y="493"/>
                  <a:pt x="677" y="523"/>
                  <a:pt x="645" y="534"/>
                </a:cubicBezTo>
                <a:lnTo>
                  <a:pt x="645" y="648"/>
                </a:lnTo>
                <a:lnTo>
                  <a:pt x="799" y="648"/>
                </a:lnTo>
                <a:cubicBezTo>
                  <a:pt x="805" y="622"/>
                  <a:pt x="809" y="593"/>
                  <a:pt x="809" y="565"/>
                </a:cubicBezTo>
                <a:lnTo>
                  <a:pt x="809" y="351"/>
                </a:lnTo>
                <a:cubicBezTo>
                  <a:pt x="809" y="228"/>
                  <a:pt x="742" y="118"/>
                  <a:pt x="645" y="56"/>
                </a:cubicBezTo>
                <a:moveTo>
                  <a:pt x="645" y="860"/>
                </a:moveTo>
                <a:cubicBezTo>
                  <a:pt x="705" y="822"/>
                  <a:pt x="754" y="767"/>
                  <a:pt x="781" y="701"/>
                </a:cubicBezTo>
                <a:lnTo>
                  <a:pt x="645" y="701"/>
                </a:lnTo>
                <a:lnTo>
                  <a:pt x="645" y="860"/>
                </a:lnTo>
                <a:moveTo>
                  <a:pt x="861" y="328"/>
                </a:moveTo>
                <a:cubicBezTo>
                  <a:pt x="861" y="335"/>
                  <a:pt x="862" y="343"/>
                  <a:pt x="862" y="350"/>
                </a:cubicBezTo>
                <a:lnTo>
                  <a:pt x="862" y="565"/>
                </a:lnTo>
                <a:cubicBezTo>
                  <a:pt x="862" y="591"/>
                  <a:pt x="859" y="619"/>
                  <a:pt x="854" y="644"/>
                </a:cubicBezTo>
                <a:cubicBezTo>
                  <a:pt x="890" y="636"/>
                  <a:pt x="916" y="602"/>
                  <a:pt x="916" y="565"/>
                </a:cubicBezTo>
                <a:lnTo>
                  <a:pt x="916" y="404"/>
                </a:lnTo>
                <a:cubicBezTo>
                  <a:pt x="916" y="368"/>
                  <a:pt x="893" y="339"/>
                  <a:pt x="861" y="328"/>
                </a:cubicBezTo>
                <a:moveTo>
                  <a:pt x="538" y="458"/>
                </a:moveTo>
                <a:cubicBezTo>
                  <a:pt x="538" y="423"/>
                  <a:pt x="561" y="394"/>
                  <a:pt x="592" y="383"/>
                </a:cubicBezTo>
                <a:lnTo>
                  <a:pt x="592" y="27"/>
                </a:lnTo>
                <a:cubicBezTo>
                  <a:pt x="558" y="13"/>
                  <a:pt x="522" y="3"/>
                  <a:pt x="485" y="1"/>
                </a:cubicBezTo>
                <a:lnTo>
                  <a:pt x="485" y="701"/>
                </a:lnTo>
                <a:lnTo>
                  <a:pt x="511" y="701"/>
                </a:lnTo>
                <a:cubicBezTo>
                  <a:pt x="525" y="701"/>
                  <a:pt x="537" y="712"/>
                  <a:pt x="538" y="726"/>
                </a:cubicBezTo>
                <a:cubicBezTo>
                  <a:pt x="539" y="742"/>
                  <a:pt x="527" y="755"/>
                  <a:pt x="511" y="755"/>
                </a:cubicBezTo>
                <a:lnTo>
                  <a:pt x="485" y="755"/>
                </a:lnTo>
                <a:lnTo>
                  <a:pt x="485" y="914"/>
                </a:lnTo>
                <a:cubicBezTo>
                  <a:pt x="522" y="912"/>
                  <a:pt x="558" y="903"/>
                  <a:pt x="592" y="889"/>
                </a:cubicBezTo>
                <a:lnTo>
                  <a:pt x="592" y="534"/>
                </a:lnTo>
                <a:cubicBezTo>
                  <a:pt x="561" y="523"/>
                  <a:pt x="538" y="493"/>
                  <a:pt x="538" y="458"/>
                </a:cubicBezTo>
                <a:moveTo>
                  <a:pt x="618" y="430"/>
                </a:moveTo>
                <a:cubicBezTo>
                  <a:pt x="603" y="430"/>
                  <a:pt x="591" y="442"/>
                  <a:pt x="591" y="457"/>
                </a:cubicBezTo>
                <a:cubicBezTo>
                  <a:pt x="591" y="472"/>
                  <a:pt x="603" y="484"/>
                  <a:pt x="618" y="484"/>
                </a:cubicBezTo>
                <a:cubicBezTo>
                  <a:pt x="633" y="484"/>
                  <a:pt x="645" y="472"/>
                  <a:pt x="645" y="457"/>
                </a:cubicBezTo>
                <a:cubicBezTo>
                  <a:pt x="645" y="442"/>
                  <a:pt x="633" y="430"/>
                  <a:pt x="618" y="430"/>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9" name="Google Shape;959;p75"/>
          <p:cNvSpPr/>
          <p:nvPr/>
        </p:nvSpPr>
        <p:spPr>
          <a:xfrm>
            <a:off x="748639" y="3670446"/>
            <a:ext cx="414736" cy="464486"/>
          </a:xfrm>
          <a:custGeom>
            <a:avLst/>
            <a:gdLst/>
            <a:ahLst/>
            <a:cxnLst/>
            <a:rect l="l" t="t" r="r" b="b"/>
            <a:pathLst>
              <a:path w="817" h="915" extrusionOk="0">
                <a:moveTo>
                  <a:pt x="243" y="323"/>
                </a:moveTo>
                <a:lnTo>
                  <a:pt x="292" y="323"/>
                </a:lnTo>
                <a:lnTo>
                  <a:pt x="268" y="261"/>
                </a:lnTo>
                <a:lnTo>
                  <a:pt x="243" y="323"/>
                </a:lnTo>
                <a:moveTo>
                  <a:pt x="214" y="708"/>
                </a:moveTo>
                <a:lnTo>
                  <a:pt x="214" y="685"/>
                </a:lnTo>
                <a:cubicBezTo>
                  <a:pt x="175" y="674"/>
                  <a:pt x="139" y="656"/>
                  <a:pt x="107" y="634"/>
                </a:cubicBezTo>
                <a:lnTo>
                  <a:pt x="107" y="888"/>
                </a:lnTo>
                <a:cubicBezTo>
                  <a:pt x="107" y="903"/>
                  <a:pt x="119" y="915"/>
                  <a:pt x="134" y="915"/>
                </a:cubicBezTo>
                <a:lnTo>
                  <a:pt x="509" y="915"/>
                </a:lnTo>
                <a:cubicBezTo>
                  <a:pt x="524" y="915"/>
                  <a:pt x="536" y="903"/>
                  <a:pt x="536" y="888"/>
                </a:cubicBezTo>
                <a:lnTo>
                  <a:pt x="536" y="847"/>
                </a:lnTo>
                <a:lnTo>
                  <a:pt x="306" y="814"/>
                </a:lnTo>
                <a:cubicBezTo>
                  <a:pt x="254" y="806"/>
                  <a:pt x="214" y="761"/>
                  <a:pt x="214" y="708"/>
                </a:cubicBezTo>
                <a:moveTo>
                  <a:pt x="805" y="525"/>
                </a:moveTo>
                <a:lnTo>
                  <a:pt x="697" y="343"/>
                </a:lnTo>
                <a:lnTo>
                  <a:pt x="697" y="647"/>
                </a:lnTo>
                <a:lnTo>
                  <a:pt x="736" y="647"/>
                </a:lnTo>
                <a:cubicBezTo>
                  <a:pt x="765" y="647"/>
                  <a:pt x="792" y="632"/>
                  <a:pt x="806" y="606"/>
                </a:cubicBezTo>
                <a:cubicBezTo>
                  <a:pt x="821" y="581"/>
                  <a:pt x="820" y="550"/>
                  <a:pt x="805" y="525"/>
                </a:cubicBezTo>
                <a:moveTo>
                  <a:pt x="321" y="0"/>
                </a:moveTo>
                <a:cubicBezTo>
                  <a:pt x="144" y="0"/>
                  <a:pt x="0" y="146"/>
                  <a:pt x="0" y="323"/>
                </a:cubicBezTo>
                <a:cubicBezTo>
                  <a:pt x="0" y="474"/>
                  <a:pt x="101" y="604"/>
                  <a:pt x="247" y="638"/>
                </a:cubicBezTo>
                <a:lnTo>
                  <a:pt x="268" y="643"/>
                </a:lnTo>
                <a:lnTo>
                  <a:pt x="268" y="708"/>
                </a:lnTo>
                <a:cubicBezTo>
                  <a:pt x="268" y="734"/>
                  <a:pt x="288" y="757"/>
                  <a:pt x="314" y="761"/>
                </a:cubicBezTo>
                <a:lnTo>
                  <a:pt x="582" y="799"/>
                </a:lnTo>
                <a:cubicBezTo>
                  <a:pt x="616" y="803"/>
                  <a:pt x="643" y="777"/>
                  <a:pt x="643" y="746"/>
                </a:cubicBezTo>
                <a:lnTo>
                  <a:pt x="643" y="323"/>
                </a:lnTo>
                <a:cubicBezTo>
                  <a:pt x="643" y="146"/>
                  <a:pt x="499" y="0"/>
                  <a:pt x="321" y="0"/>
                </a:cubicBezTo>
                <a:moveTo>
                  <a:pt x="385" y="484"/>
                </a:moveTo>
                <a:cubicBezTo>
                  <a:pt x="371" y="489"/>
                  <a:pt x="356" y="483"/>
                  <a:pt x="350" y="469"/>
                </a:cubicBezTo>
                <a:lnTo>
                  <a:pt x="314" y="377"/>
                </a:lnTo>
                <a:lnTo>
                  <a:pt x="221" y="377"/>
                </a:lnTo>
                <a:lnTo>
                  <a:pt x="185" y="469"/>
                </a:lnTo>
                <a:cubicBezTo>
                  <a:pt x="180" y="483"/>
                  <a:pt x="164" y="489"/>
                  <a:pt x="151" y="484"/>
                </a:cubicBezTo>
                <a:cubicBezTo>
                  <a:pt x="137" y="478"/>
                  <a:pt x="130" y="463"/>
                  <a:pt x="136" y="449"/>
                </a:cubicBezTo>
                <a:lnTo>
                  <a:pt x="179" y="340"/>
                </a:lnTo>
                <a:lnTo>
                  <a:pt x="179" y="339"/>
                </a:lnTo>
                <a:lnTo>
                  <a:pt x="243" y="179"/>
                </a:lnTo>
                <a:cubicBezTo>
                  <a:pt x="251" y="159"/>
                  <a:pt x="284" y="159"/>
                  <a:pt x="293" y="179"/>
                </a:cubicBezTo>
                <a:lnTo>
                  <a:pt x="357" y="339"/>
                </a:lnTo>
                <a:lnTo>
                  <a:pt x="357" y="340"/>
                </a:lnTo>
                <a:lnTo>
                  <a:pt x="400" y="449"/>
                </a:lnTo>
                <a:cubicBezTo>
                  <a:pt x="405" y="463"/>
                  <a:pt x="399" y="478"/>
                  <a:pt x="385" y="484"/>
                </a:cubicBezTo>
                <a:moveTo>
                  <a:pt x="509" y="459"/>
                </a:moveTo>
                <a:cubicBezTo>
                  <a:pt x="509" y="475"/>
                  <a:pt x="496" y="487"/>
                  <a:pt x="480" y="486"/>
                </a:cubicBezTo>
                <a:cubicBezTo>
                  <a:pt x="466" y="485"/>
                  <a:pt x="455" y="472"/>
                  <a:pt x="455" y="458"/>
                </a:cubicBezTo>
                <a:lnTo>
                  <a:pt x="455" y="190"/>
                </a:lnTo>
                <a:cubicBezTo>
                  <a:pt x="455" y="176"/>
                  <a:pt x="466" y="164"/>
                  <a:pt x="480" y="162"/>
                </a:cubicBezTo>
                <a:cubicBezTo>
                  <a:pt x="496" y="161"/>
                  <a:pt x="509" y="174"/>
                  <a:pt x="509" y="189"/>
                </a:cubicBezTo>
                <a:lnTo>
                  <a:pt x="509" y="459"/>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0" name="Google Shape;960;p75"/>
          <p:cNvSpPr/>
          <p:nvPr/>
        </p:nvSpPr>
        <p:spPr>
          <a:xfrm>
            <a:off x="8000689" y="2883102"/>
            <a:ext cx="414736" cy="463978"/>
          </a:xfrm>
          <a:custGeom>
            <a:avLst/>
            <a:gdLst/>
            <a:ahLst/>
            <a:cxnLst/>
            <a:rect l="l" t="t" r="r" b="b"/>
            <a:pathLst>
              <a:path w="817" h="914" extrusionOk="0">
                <a:moveTo>
                  <a:pt x="188" y="269"/>
                </a:moveTo>
                <a:cubicBezTo>
                  <a:pt x="173" y="269"/>
                  <a:pt x="161" y="282"/>
                  <a:pt x="161" y="296"/>
                </a:cubicBezTo>
                <a:cubicBezTo>
                  <a:pt x="161" y="311"/>
                  <a:pt x="174" y="322"/>
                  <a:pt x="188" y="322"/>
                </a:cubicBezTo>
                <a:cubicBezTo>
                  <a:pt x="203" y="322"/>
                  <a:pt x="214" y="310"/>
                  <a:pt x="214" y="296"/>
                </a:cubicBezTo>
                <a:cubicBezTo>
                  <a:pt x="214" y="281"/>
                  <a:pt x="202" y="269"/>
                  <a:pt x="188" y="269"/>
                </a:cubicBezTo>
                <a:moveTo>
                  <a:pt x="322" y="0"/>
                </a:moveTo>
                <a:cubicBezTo>
                  <a:pt x="144" y="0"/>
                  <a:pt x="0" y="146"/>
                  <a:pt x="0" y="323"/>
                </a:cubicBezTo>
                <a:cubicBezTo>
                  <a:pt x="0" y="473"/>
                  <a:pt x="102" y="603"/>
                  <a:pt x="248" y="637"/>
                </a:cubicBezTo>
                <a:lnTo>
                  <a:pt x="268" y="642"/>
                </a:lnTo>
                <a:lnTo>
                  <a:pt x="268" y="707"/>
                </a:lnTo>
                <a:cubicBezTo>
                  <a:pt x="268" y="733"/>
                  <a:pt x="288" y="756"/>
                  <a:pt x="314" y="760"/>
                </a:cubicBezTo>
                <a:lnTo>
                  <a:pt x="582" y="798"/>
                </a:lnTo>
                <a:cubicBezTo>
                  <a:pt x="616" y="803"/>
                  <a:pt x="643" y="776"/>
                  <a:pt x="643" y="745"/>
                </a:cubicBezTo>
                <a:lnTo>
                  <a:pt x="643" y="322"/>
                </a:lnTo>
                <a:cubicBezTo>
                  <a:pt x="644" y="146"/>
                  <a:pt x="499" y="0"/>
                  <a:pt x="322" y="0"/>
                </a:cubicBezTo>
                <a:moveTo>
                  <a:pt x="260" y="493"/>
                </a:moveTo>
                <a:cubicBezTo>
                  <a:pt x="265" y="498"/>
                  <a:pt x="268" y="505"/>
                  <a:pt x="268" y="512"/>
                </a:cubicBezTo>
                <a:lnTo>
                  <a:pt x="268" y="565"/>
                </a:lnTo>
                <a:cubicBezTo>
                  <a:pt x="268" y="579"/>
                  <a:pt x="258" y="591"/>
                  <a:pt x="244" y="592"/>
                </a:cubicBezTo>
                <a:cubicBezTo>
                  <a:pt x="228" y="594"/>
                  <a:pt x="215" y="581"/>
                  <a:pt x="215" y="566"/>
                </a:cubicBezTo>
                <a:lnTo>
                  <a:pt x="215" y="523"/>
                </a:lnTo>
                <a:lnTo>
                  <a:pt x="169" y="478"/>
                </a:lnTo>
                <a:cubicBezTo>
                  <a:pt x="164" y="473"/>
                  <a:pt x="161" y="466"/>
                  <a:pt x="161" y="459"/>
                </a:cubicBezTo>
                <a:lnTo>
                  <a:pt x="161" y="371"/>
                </a:lnTo>
                <a:cubicBezTo>
                  <a:pt x="128" y="360"/>
                  <a:pt x="105" y="328"/>
                  <a:pt x="107" y="290"/>
                </a:cubicBezTo>
                <a:cubicBezTo>
                  <a:pt x="110" y="251"/>
                  <a:pt x="142" y="219"/>
                  <a:pt x="182" y="216"/>
                </a:cubicBezTo>
                <a:cubicBezTo>
                  <a:pt x="229" y="212"/>
                  <a:pt x="268" y="249"/>
                  <a:pt x="268" y="296"/>
                </a:cubicBezTo>
                <a:cubicBezTo>
                  <a:pt x="268" y="331"/>
                  <a:pt x="246" y="360"/>
                  <a:pt x="215" y="371"/>
                </a:cubicBezTo>
                <a:lnTo>
                  <a:pt x="215" y="447"/>
                </a:lnTo>
                <a:lnTo>
                  <a:pt x="260" y="493"/>
                </a:lnTo>
                <a:moveTo>
                  <a:pt x="375" y="264"/>
                </a:moveTo>
                <a:lnTo>
                  <a:pt x="375" y="565"/>
                </a:lnTo>
                <a:cubicBezTo>
                  <a:pt x="375" y="579"/>
                  <a:pt x="365" y="591"/>
                  <a:pt x="351" y="592"/>
                </a:cubicBezTo>
                <a:cubicBezTo>
                  <a:pt x="335" y="594"/>
                  <a:pt x="322" y="581"/>
                  <a:pt x="322" y="566"/>
                </a:cubicBezTo>
                <a:lnTo>
                  <a:pt x="322" y="264"/>
                </a:lnTo>
                <a:cubicBezTo>
                  <a:pt x="289" y="252"/>
                  <a:pt x="266" y="220"/>
                  <a:pt x="268" y="183"/>
                </a:cubicBezTo>
                <a:cubicBezTo>
                  <a:pt x="271" y="144"/>
                  <a:pt x="303" y="112"/>
                  <a:pt x="343" y="109"/>
                </a:cubicBezTo>
                <a:cubicBezTo>
                  <a:pt x="390" y="106"/>
                  <a:pt x="429" y="143"/>
                  <a:pt x="429" y="188"/>
                </a:cubicBezTo>
                <a:cubicBezTo>
                  <a:pt x="429" y="223"/>
                  <a:pt x="407" y="253"/>
                  <a:pt x="375" y="264"/>
                </a:cubicBezTo>
                <a:moveTo>
                  <a:pt x="590" y="296"/>
                </a:moveTo>
                <a:cubicBezTo>
                  <a:pt x="590" y="331"/>
                  <a:pt x="568" y="360"/>
                  <a:pt x="536" y="371"/>
                </a:cubicBezTo>
                <a:lnTo>
                  <a:pt x="536" y="458"/>
                </a:lnTo>
                <a:cubicBezTo>
                  <a:pt x="536" y="465"/>
                  <a:pt x="533" y="472"/>
                  <a:pt x="528" y="477"/>
                </a:cubicBezTo>
                <a:lnTo>
                  <a:pt x="483" y="523"/>
                </a:lnTo>
                <a:lnTo>
                  <a:pt x="483" y="565"/>
                </a:lnTo>
                <a:cubicBezTo>
                  <a:pt x="483" y="579"/>
                  <a:pt x="472" y="591"/>
                  <a:pt x="458" y="592"/>
                </a:cubicBezTo>
                <a:cubicBezTo>
                  <a:pt x="442" y="594"/>
                  <a:pt x="429" y="581"/>
                  <a:pt x="429" y="566"/>
                </a:cubicBezTo>
                <a:lnTo>
                  <a:pt x="429" y="512"/>
                </a:lnTo>
                <a:cubicBezTo>
                  <a:pt x="429" y="505"/>
                  <a:pt x="432" y="498"/>
                  <a:pt x="437" y="493"/>
                </a:cubicBezTo>
                <a:lnTo>
                  <a:pt x="483" y="447"/>
                </a:lnTo>
                <a:lnTo>
                  <a:pt x="483" y="371"/>
                </a:lnTo>
                <a:cubicBezTo>
                  <a:pt x="450" y="360"/>
                  <a:pt x="427" y="327"/>
                  <a:pt x="429" y="290"/>
                </a:cubicBezTo>
                <a:cubicBezTo>
                  <a:pt x="432" y="250"/>
                  <a:pt x="464" y="218"/>
                  <a:pt x="504" y="216"/>
                </a:cubicBezTo>
                <a:cubicBezTo>
                  <a:pt x="551" y="212"/>
                  <a:pt x="590" y="249"/>
                  <a:pt x="590" y="296"/>
                </a:cubicBezTo>
                <a:moveTo>
                  <a:pt x="215" y="707"/>
                </a:moveTo>
                <a:lnTo>
                  <a:pt x="215" y="684"/>
                </a:lnTo>
                <a:cubicBezTo>
                  <a:pt x="175" y="673"/>
                  <a:pt x="139" y="655"/>
                  <a:pt x="107" y="633"/>
                </a:cubicBezTo>
                <a:lnTo>
                  <a:pt x="107" y="888"/>
                </a:lnTo>
                <a:cubicBezTo>
                  <a:pt x="107" y="902"/>
                  <a:pt x="119" y="914"/>
                  <a:pt x="134" y="914"/>
                </a:cubicBezTo>
                <a:lnTo>
                  <a:pt x="509" y="914"/>
                </a:lnTo>
                <a:cubicBezTo>
                  <a:pt x="524" y="914"/>
                  <a:pt x="536" y="902"/>
                  <a:pt x="536" y="888"/>
                </a:cubicBezTo>
                <a:lnTo>
                  <a:pt x="536" y="846"/>
                </a:lnTo>
                <a:lnTo>
                  <a:pt x="307" y="813"/>
                </a:lnTo>
                <a:cubicBezTo>
                  <a:pt x="254" y="806"/>
                  <a:pt x="215" y="760"/>
                  <a:pt x="215" y="707"/>
                </a:cubicBezTo>
                <a:moveTo>
                  <a:pt x="483" y="296"/>
                </a:moveTo>
                <a:cubicBezTo>
                  <a:pt x="483" y="310"/>
                  <a:pt x="495" y="322"/>
                  <a:pt x="509" y="322"/>
                </a:cubicBezTo>
                <a:cubicBezTo>
                  <a:pt x="524" y="322"/>
                  <a:pt x="536" y="311"/>
                  <a:pt x="536" y="296"/>
                </a:cubicBezTo>
                <a:cubicBezTo>
                  <a:pt x="536" y="282"/>
                  <a:pt x="524" y="269"/>
                  <a:pt x="509" y="269"/>
                </a:cubicBezTo>
                <a:cubicBezTo>
                  <a:pt x="495" y="269"/>
                  <a:pt x="483" y="281"/>
                  <a:pt x="483" y="296"/>
                </a:cubicBezTo>
                <a:moveTo>
                  <a:pt x="805" y="524"/>
                </a:moveTo>
                <a:lnTo>
                  <a:pt x="697" y="342"/>
                </a:lnTo>
                <a:lnTo>
                  <a:pt x="697" y="646"/>
                </a:lnTo>
                <a:lnTo>
                  <a:pt x="736" y="646"/>
                </a:lnTo>
                <a:cubicBezTo>
                  <a:pt x="766" y="646"/>
                  <a:pt x="792" y="631"/>
                  <a:pt x="806" y="605"/>
                </a:cubicBezTo>
                <a:cubicBezTo>
                  <a:pt x="821" y="580"/>
                  <a:pt x="821" y="550"/>
                  <a:pt x="805" y="524"/>
                </a:cubicBezTo>
                <a:moveTo>
                  <a:pt x="349" y="162"/>
                </a:moveTo>
                <a:cubicBezTo>
                  <a:pt x="334" y="162"/>
                  <a:pt x="322" y="174"/>
                  <a:pt x="322" y="188"/>
                </a:cubicBezTo>
                <a:cubicBezTo>
                  <a:pt x="322" y="203"/>
                  <a:pt x="335" y="215"/>
                  <a:pt x="349" y="215"/>
                </a:cubicBezTo>
                <a:cubicBezTo>
                  <a:pt x="364" y="215"/>
                  <a:pt x="375" y="203"/>
                  <a:pt x="375" y="188"/>
                </a:cubicBezTo>
                <a:cubicBezTo>
                  <a:pt x="375" y="174"/>
                  <a:pt x="363" y="162"/>
                  <a:pt x="349" y="162"/>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1" name="Google Shape;961;p75"/>
          <p:cNvSpPr/>
          <p:nvPr/>
        </p:nvSpPr>
        <p:spPr>
          <a:xfrm>
            <a:off x="7179338" y="2883102"/>
            <a:ext cx="464991" cy="464486"/>
          </a:xfrm>
          <a:custGeom>
            <a:avLst/>
            <a:gdLst/>
            <a:ahLst/>
            <a:cxnLst/>
            <a:rect l="l" t="t" r="r" b="b"/>
            <a:pathLst>
              <a:path w="916" h="915" extrusionOk="0">
                <a:moveTo>
                  <a:pt x="161" y="540"/>
                </a:moveTo>
                <a:lnTo>
                  <a:pt x="54" y="540"/>
                </a:lnTo>
                <a:cubicBezTo>
                  <a:pt x="24" y="540"/>
                  <a:pt x="0" y="564"/>
                  <a:pt x="0" y="594"/>
                </a:cubicBezTo>
                <a:lnTo>
                  <a:pt x="0" y="647"/>
                </a:lnTo>
                <a:lnTo>
                  <a:pt x="214" y="647"/>
                </a:lnTo>
                <a:lnTo>
                  <a:pt x="214" y="594"/>
                </a:lnTo>
                <a:cubicBezTo>
                  <a:pt x="214" y="564"/>
                  <a:pt x="190" y="540"/>
                  <a:pt x="161" y="540"/>
                </a:cubicBezTo>
                <a:moveTo>
                  <a:pt x="0" y="862"/>
                </a:moveTo>
                <a:cubicBezTo>
                  <a:pt x="0" y="891"/>
                  <a:pt x="24" y="915"/>
                  <a:pt x="54" y="915"/>
                </a:cubicBezTo>
                <a:lnTo>
                  <a:pt x="161" y="915"/>
                </a:lnTo>
                <a:cubicBezTo>
                  <a:pt x="190" y="915"/>
                  <a:pt x="214" y="891"/>
                  <a:pt x="214" y="862"/>
                </a:cubicBezTo>
                <a:lnTo>
                  <a:pt x="214" y="808"/>
                </a:lnTo>
                <a:lnTo>
                  <a:pt x="0" y="808"/>
                </a:lnTo>
                <a:lnTo>
                  <a:pt x="0" y="862"/>
                </a:lnTo>
                <a:moveTo>
                  <a:pt x="582" y="430"/>
                </a:moveTo>
                <a:cubicBezTo>
                  <a:pt x="556" y="402"/>
                  <a:pt x="540" y="365"/>
                  <a:pt x="540" y="323"/>
                </a:cubicBezTo>
                <a:cubicBezTo>
                  <a:pt x="540" y="282"/>
                  <a:pt x="556" y="244"/>
                  <a:pt x="582" y="216"/>
                </a:cubicBezTo>
                <a:lnTo>
                  <a:pt x="485" y="216"/>
                </a:lnTo>
                <a:lnTo>
                  <a:pt x="485" y="156"/>
                </a:lnTo>
                <a:cubicBezTo>
                  <a:pt x="518" y="145"/>
                  <a:pt x="541" y="113"/>
                  <a:pt x="538" y="75"/>
                </a:cubicBezTo>
                <a:cubicBezTo>
                  <a:pt x="535" y="36"/>
                  <a:pt x="503" y="4"/>
                  <a:pt x="464" y="1"/>
                </a:cubicBezTo>
                <a:cubicBezTo>
                  <a:pt x="417" y="-2"/>
                  <a:pt x="378" y="35"/>
                  <a:pt x="378" y="81"/>
                </a:cubicBezTo>
                <a:cubicBezTo>
                  <a:pt x="378" y="116"/>
                  <a:pt x="400" y="145"/>
                  <a:pt x="431" y="156"/>
                </a:cubicBezTo>
                <a:lnTo>
                  <a:pt x="431" y="216"/>
                </a:lnTo>
                <a:lnTo>
                  <a:pt x="334" y="216"/>
                </a:lnTo>
                <a:cubicBezTo>
                  <a:pt x="360" y="244"/>
                  <a:pt x="376" y="282"/>
                  <a:pt x="376" y="323"/>
                </a:cubicBezTo>
                <a:cubicBezTo>
                  <a:pt x="376" y="365"/>
                  <a:pt x="360" y="402"/>
                  <a:pt x="334" y="430"/>
                </a:cubicBezTo>
                <a:lnTo>
                  <a:pt x="582" y="430"/>
                </a:lnTo>
                <a:moveTo>
                  <a:pt x="0" y="754"/>
                </a:moveTo>
                <a:lnTo>
                  <a:pt x="214" y="754"/>
                </a:lnTo>
                <a:lnTo>
                  <a:pt x="214" y="701"/>
                </a:lnTo>
                <a:lnTo>
                  <a:pt x="0" y="701"/>
                </a:lnTo>
                <a:lnTo>
                  <a:pt x="0" y="754"/>
                </a:lnTo>
                <a:moveTo>
                  <a:pt x="701" y="862"/>
                </a:moveTo>
                <a:cubicBezTo>
                  <a:pt x="701" y="891"/>
                  <a:pt x="725" y="915"/>
                  <a:pt x="755" y="915"/>
                </a:cubicBezTo>
                <a:lnTo>
                  <a:pt x="862" y="915"/>
                </a:lnTo>
                <a:cubicBezTo>
                  <a:pt x="892" y="915"/>
                  <a:pt x="916" y="891"/>
                  <a:pt x="916" y="862"/>
                </a:cubicBezTo>
                <a:lnTo>
                  <a:pt x="916" y="808"/>
                </a:lnTo>
                <a:lnTo>
                  <a:pt x="701" y="808"/>
                </a:lnTo>
                <a:lnTo>
                  <a:pt x="701" y="862"/>
                </a:lnTo>
                <a:moveTo>
                  <a:pt x="701" y="754"/>
                </a:moveTo>
                <a:lnTo>
                  <a:pt x="916" y="754"/>
                </a:lnTo>
                <a:lnTo>
                  <a:pt x="916" y="701"/>
                </a:lnTo>
                <a:lnTo>
                  <a:pt x="701" y="701"/>
                </a:lnTo>
                <a:lnTo>
                  <a:pt x="701" y="754"/>
                </a:lnTo>
                <a:moveTo>
                  <a:pt x="862" y="540"/>
                </a:moveTo>
                <a:lnTo>
                  <a:pt x="755" y="540"/>
                </a:lnTo>
                <a:cubicBezTo>
                  <a:pt x="725" y="540"/>
                  <a:pt x="701" y="564"/>
                  <a:pt x="701" y="594"/>
                </a:cubicBezTo>
                <a:lnTo>
                  <a:pt x="701" y="647"/>
                </a:lnTo>
                <a:lnTo>
                  <a:pt x="916" y="647"/>
                </a:lnTo>
                <a:lnTo>
                  <a:pt x="916" y="594"/>
                </a:lnTo>
                <a:cubicBezTo>
                  <a:pt x="916" y="564"/>
                  <a:pt x="892" y="540"/>
                  <a:pt x="862" y="540"/>
                </a:cubicBezTo>
                <a:moveTo>
                  <a:pt x="567" y="540"/>
                </a:moveTo>
                <a:lnTo>
                  <a:pt x="541" y="540"/>
                </a:lnTo>
                <a:lnTo>
                  <a:pt x="541" y="484"/>
                </a:lnTo>
                <a:lnTo>
                  <a:pt x="375" y="484"/>
                </a:lnTo>
                <a:lnTo>
                  <a:pt x="375" y="540"/>
                </a:lnTo>
                <a:lnTo>
                  <a:pt x="349" y="540"/>
                </a:lnTo>
                <a:cubicBezTo>
                  <a:pt x="304" y="540"/>
                  <a:pt x="268" y="576"/>
                  <a:pt x="268" y="620"/>
                </a:cubicBezTo>
                <a:lnTo>
                  <a:pt x="268" y="781"/>
                </a:lnTo>
                <a:cubicBezTo>
                  <a:pt x="268" y="796"/>
                  <a:pt x="280" y="808"/>
                  <a:pt x="295" y="808"/>
                </a:cubicBezTo>
                <a:lnTo>
                  <a:pt x="621" y="808"/>
                </a:lnTo>
                <a:cubicBezTo>
                  <a:pt x="636" y="808"/>
                  <a:pt x="648" y="796"/>
                  <a:pt x="648" y="781"/>
                </a:cubicBezTo>
                <a:lnTo>
                  <a:pt x="648" y="620"/>
                </a:lnTo>
                <a:cubicBezTo>
                  <a:pt x="648" y="576"/>
                  <a:pt x="612" y="540"/>
                  <a:pt x="567" y="540"/>
                </a:cubicBezTo>
                <a:moveTo>
                  <a:pt x="513" y="701"/>
                </a:moveTo>
                <a:lnTo>
                  <a:pt x="403" y="701"/>
                </a:lnTo>
                <a:cubicBezTo>
                  <a:pt x="389" y="701"/>
                  <a:pt x="377" y="690"/>
                  <a:pt x="375" y="676"/>
                </a:cubicBezTo>
                <a:cubicBezTo>
                  <a:pt x="374" y="660"/>
                  <a:pt x="386" y="647"/>
                  <a:pt x="402" y="647"/>
                </a:cubicBezTo>
                <a:lnTo>
                  <a:pt x="512" y="647"/>
                </a:lnTo>
                <a:cubicBezTo>
                  <a:pt x="526" y="647"/>
                  <a:pt x="538" y="658"/>
                  <a:pt x="540" y="672"/>
                </a:cubicBezTo>
                <a:cubicBezTo>
                  <a:pt x="541" y="687"/>
                  <a:pt x="529" y="701"/>
                  <a:pt x="513" y="701"/>
                </a:cubicBezTo>
                <a:moveTo>
                  <a:pt x="322" y="323"/>
                </a:moveTo>
                <a:cubicBezTo>
                  <a:pt x="322" y="263"/>
                  <a:pt x="274" y="215"/>
                  <a:pt x="214" y="215"/>
                </a:cubicBezTo>
                <a:cubicBezTo>
                  <a:pt x="155" y="215"/>
                  <a:pt x="107" y="263"/>
                  <a:pt x="107" y="323"/>
                </a:cubicBezTo>
                <a:cubicBezTo>
                  <a:pt x="107" y="382"/>
                  <a:pt x="155" y="430"/>
                  <a:pt x="214" y="430"/>
                </a:cubicBezTo>
                <a:cubicBezTo>
                  <a:pt x="274" y="430"/>
                  <a:pt x="322" y="382"/>
                  <a:pt x="322" y="323"/>
                </a:cubicBezTo>
                <a:moveTo>
                  <a:pt x="214" y="350"/>
                </a:moveTo>
                <a:cubicBezTo>
                  <a:pt x="200" y="350"/>
                  <a:pt x="188" y="338"/>
                  <a:pt x="188" y="323"/>
                </a:cubicBezTo>
                <a:cubicBezTo>
                  <a:pt x="188" y="308"/>
                  <a:pt x="200" y="296"/>
                  <a:pt x="214" y="296"/>
                </a:cubicBezTo>
                <a:cubicBezTo>
                  <a:pt x="229" y="296"/>
                  <a:pt x="241" y="308"/>
                  <a:pt x="241" y="323"/>
                </a:cubicBezTo>
                <a:cubicBezTo>
                  <a:pt x="241" y="338"/>
                  <a:pt x="229" y="350"/>
                  <a:pt x="214" y="350"/>
                </a:cubicBezTo>
                <a:moveTo>
                  <a:pt x="808" y="323"/>
                </a:moveTo>
                <a:cubicBezTo>
                  <a:pt x="808" y="263"/>
                  <a:pt x="761" y="215"/>
                  <a:pt x="701" y="215"/>
                </a:cubicBezTo>
                <a:cubicBezTo>
                  <a:pt x="642" y="215"/>
                  <a:pt x="593" y="263"/>
                  <a:pt x="593" y="323"/>
                </a:cubicBezTo>
                <a:cubicBezTo>
                  <a:pt x="593" y="382"/>
                  <a:pt x="641" y="430"/>
                  <a:pt x="701" y="430"/>
                </a:cubicBezTo>
                <a:cubicBezTo>
                  <a:pt x="760" y="430"/>
                  <a:pt x="808" y="382"/>
                  <a:pt x="808" y="323"/>
                </a:cubicBezTo>
                <a:moveTo>
                  <a:pt x="701" y="350"/>
                </a:moveTo>
                <a:cubicBezTo>
                  <a:pt x="686" y="350"/>
                  <a:pt x="674" y="338"/>
                  <a:pt x="674" y="323"/>
                </a:cubicBezTo>
                <a:cubicBezTo>
                  <a:pt x="674" y="308"/>
                  <a:pt x="687" y="296"/>
                  <a:pt x="701" y="296"/>
                </a:cubicBezTo>
                <a:cubicBezTo>
                  <a:pt x="716" y="296"/>
                  <a:pt x="727" y="308"/>
                  <a:pt x="727" y="323"/>
                </a:cubicBezTo>
                <a:cubicBezTo>
                  <a:pt x="727" y="338"/>
                  <a:pt x="715" y="350"/>
                  <a:pt x="701" y="350"/>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2" name="Google Shape;962;p75"/>
          <p:cNvSpPr/>
          <p:nvPr/>
        </p:nvSpPr>
        <p:spPr>
          <a:xfrm>
            <a:off x="6370678" y="2897824"/>
            <a:ext cx="464991" cy="435551"/>
          </a:xfrm>
          <a:custGeom>
            <a:avLst/>
            <a:gdLst/>
            <a:ahLst/>
            <a:cxnLst/>
            <a:rect l="l" t="t" r="r" b="b"/>
            <a:pathLst>
              <a:path w="916" h="858" extrusionOk="0">
                <a:moveTo>
                  <a:pt x="27" y="214"/>
                </a:moveTo>
                <a:cubicBezTo>
                  <a:pt x="42" y="214"/>
                  <a:pt x="53" y="202"/>
                  <a:pt x="53" y="188"/>
                </a:cubicBezTo>
                <a:lnTo>
                  <a:pt x="53" y="28"/>
                </a:lnTo>
                <a:cubicBezTo>
                  <a:pt x="53" y="13"/>
                  <a:pt x="41" y="1"/>
                  <a:pt x="27" y="1"/>
                </a:cubicBezTo>
                <a:cubicBezTo>
                  <a:pt x="12" y="1"/>
                  <a:pt x="0" y="13"/>
                  <a:pt x="0" y="28"/>
                </a:cubicBezTo>
                <a:lnTo>
                  <a:pt x="0" y="188"/>
                </a:lnTo>
                <a:cubicBezTo>
                  <a:pt x="0" y="202"/>
                  <a:pt x="12" y="214"/>
                  <a:pt x="27" y="214"/>
                </a:cubicBezTo>
                <a:moveTo>
                  <a:pt x="351" y="214"/>
                </a:moveTo>
                <a:cubicBezTo>
                  <a:pt x="366" y="216"/>
                  <a:pt x="380" y="203"/>
                  <a:pt x="380" y="188"/>
                </a:cubicBezTo>
                <a:lnTo>
                  <a:pt x="380" y="28"/>
                </a:lnTo>
                <a:cubicBezTo>
                  <a:pt x="380" y="13"/>
                  <a:pt x="368" y="1"/>
                  <a:pt x="353" y="1"/>
                </a:cubicBezTo>
                <a:cubicBezTo>
                  <a:pt x="338" y="1"/>
                  <a:pt x="326" y="13"/>
                  <a:pt x="326" y="28"/>
                </a:cubicBezTo>
                <a:lnTo>
                  <a:pt x="326" y="187"/>
                </a:lnTo>
                <a:cubicBezTo>
                  <a:pt x="326" y="201"/>
                  <a:pt x="337" y="213"/>
                  <a:pt x="351" y="214"/>
                </a:cubicBezTo>
                <a:moveTo>
                  <a:pt x="460" y="214"/>
                </a:moveTo>
                <a:lnTo>
                  <a:pt x="567" y="214"/>
                </a:lnTo>
                <a:cubicBezTo>
                  <a:pt x="582" y="214"/>
                  <a:pt x="594" y="202"/>
                  <a:pt x="594" y="187"/>
                </a:cubicBezTo>
                <a:lnTo>
                  <a:pt x="594" y="27"/>
                </a:lnTo>
                <a:cubicBezTo>
                  <a:pt x="594" y="12"/>
                  <a:pt x="582" y="1"/>
                  <a:pt x="567" y="1"/>
                </a:cubicBezTo>
                <a:lnTo>
                  <a:pt x="460" y="1"/>
                </a:lnTo>
                <a:cubicBezTo>
                  <a:pt x="445" y="1"/>
                  <a:pt x="433" y="13"/>
                  <a:pt x="433" y="27"/>
                </a:cubicBezTo>
                <a:lnTo>
                  <a:pt x="433" y="187"/>
                </a:lnTo>
                <a:cubicBezTo>
                  <a:pt x="433" y="202"/>
                  <a:pt x="445" y="214"/>
                  <a:pt x="460" y="214"/>
                </a:cubicBezTo>
                <a:moveTo>
                  <a:pt x="27" y="536"/>
                </a:moveTo>
                <a:cubicBezTo>
                  <a:pt x="12" y="536"/>
                  <a:pt x="0" y="548"/>
                  <a:pt x="0" y="563"/>
                </a:cubicBezTo>
                <a:lnTo>
                  <a:pt x="0" y="724"/>
                </a:lnTo>
                <a:cubicBezTo>
                  <a:pt x="0" y="739"/>
                  <a:pt x="12" y="751"/>
                  <a:pt x="27" y="751"/>
                </a:cubicBezTo>
                <a:cubicBezTo>
                  <a:pt x="42" y="751"/>
                  <a:pt x="53" y="739"/>
                  <a:pt x="53" y="724"/>
                </a:cubicBezTo>
                <a:lnTo>
                  <a:pt x="53" y="563"/>
                </a:lnTo>
                <a:cubicBezTo>
                  <a:pt x="54" y="548"/>
                  <a:pt x="42" y="536"/>
                  <a:pt x="27" y="536"/>
                </a:cubicBezTo>
                <a:moveTo>
                  <a:pt x="672" y="214"/>
                </a:moveTo>
                <a:cubicBezTo>
                  <a:pt x="688" y="216"/>
                  <a:pt x="701" y="203"/>
                  <a:pt x="701" y="188"/>
                </a:cubicBezTo>
                <a:lnTo>
                  <a:pt x="701" y="28"/>
                </a:lnTo>
                <a:cubicBezTo>
                  <a:pt x="701" y="13"/>
                  <a:pt x="689" y="1"/>
                  <a:pt x="675" y="1"/>
                </a:cubicBezTo>
                <a:cubicBezTo>
                  <a:pt x="660" y="1"/>
                  <a:pt x="648" y="13"/>
                  <a:pt x="648" y="28"/>
                </a:cubicBezTo>
                <a:lnTo>
                  <a:pt x="648" y="187"/>
                </a:lnTo>
                <a:cubicBezTo>
                  <a:pt x="648" y="201"/>
                  <a:pt x="658" y="213"/>
                  <a:pt x="672" y="214"/>
                </a:cubicBezTo>
                <a:moveTo>
                  <a:pt x="27" y="482"/>
                </a:moveTo>
                <a:lnTo>
                  <a:pt x="134" y="482"/>
                </a:lnTo>
                <a:cubicBezTo>
                  <a:pt x="149" y="482"/>
                  <a:pt x="161" y="470"/>
                  <a:pt x="161" y="455"/>
                </a:cubicBezTo>
                <a:lnTo>
                  <a:pt x="161" y="294"/>
                </a:lnTo>
                <a:cubicBezTo>
                  <a:pt x="161" y="280"/>
                  <a:pt x="149" y="268"/>
                  <a:pt x="134" y="268"/>
                </a:cubicBezTo>
                <a:lnTo>
                  <a:pt x="27" y="268"/>
                </a:lnTo>
                <a:cubicBezTo>
                  <a:pt x="12" y="268"/>
                  <a:pt x="0" y="280"/>
                  <a:pt x="0" y="294"/>
                </a:cubicBezTo>
                <a:lnTo>
                  <a:pt x="0" y="455"/>
                </a:lnTo>
                <a:cubicBezTo>
                  <a:pt x="0" y="470"/>
                  <a:pt x="12" y="482"/>
                  <a:pt x="27" y="482"/>
                </a:cubicBezTo>
                <a:moveTo>
                  <a:pt x="246" y="536"/>
                </a:moveTo>
                <a:lnTo>
                  <a:pt x="134" y="536"/>
                </a:lnTo>
                <a:cubicBezTo>
                  <a:pt x="119" y="536"/>
                  <a:pt x="107" y="548"/>
                  <a:pt x="107" y="563"/>
                </a:cubicBezTo>
                <a:lnTo>
                  <a:pt x="107" y="723"/>
                </a:lnTo>
                <a:cubicBezTo>
                  <a:pt x="107" y="738"/>
                  <a:pt x="119" y="750"/>
                  <a:pt x="134" y="750"/>
                </a:cubicBezTo>
                <a:lnTo>
                  <a:pt x="246" y="750"/>
                </a:lnTo>
                <a:cubicBezTo>
                  <a:pt x="260" y="750"/>
                  <a:pt x="272" y="738"/>
                  <a:pt x="272" y="723"/>
                </a:cubicBezTo>
                <a:lnTo>
                  <a:pt x="272" y="563"/>
                </a:lnTo>
                <a:cubicBezTo>
                  <a:pt x="272" y="548"/>
                  <a:pt x="260" y="536"/>
                  <a:pt x="246" y="536"/>
                </a:cubicBezTo>
                <a:moveTo>
                  <a:pt x="889" y="0"/>
                </a:moveTo>
                <a:lnTo>
                  <a:pt x="782" y="0"/>
                </a:lnTo>
                <a:cubicBezTo>
                  <a:pt x="767" y="0"/>
                  <a:pt x="755" y="12"/>
                  <a:pt x="755" y="27"/>
                </a:cubicBezTo>
                <a:lnTo>
                  <a:pt x="755" y="187"/>
                </a:lnTo>
                <a:cubicBezTo>
                  <a:pt x="755" y="202"/>
                  <a:pt x="767" y="214"/>
                  <a:pt x="782" y="214"/>
                </a:cubicBezTo>
                <a:lnTo>
                  <a:pt x="889" y="214"/>
                </a:lnTo>
                <a:cubicBezTo>
                  <a:pt x="904" y="214"/>
                  <a:pt x="916" y="202"/>
                  <a:pt x="916" y="187"/>
                </a:cubicBezTo>
                <a:lnTo>
                  <a:pt x="916" y="27"/>
                </a:lnTo>
                <a:cubicBezTo>
                  <a:pt x="916" y="12"/>
                  <a:pt x="904" y="0"/>
                  <a:pt x="889" y="0"/>
                </a:cubicBezTo>
                <a:moveTo>
                  <a:pt x="754" y="659"/>
                </a:moveTo>
                <a:cubicBezTo>
                  <a:pt x="787" y="618"/>
                  <a:pt x="808" y="566"/>
                  <a:pt x="808" y="509"/>
                </a:cubicBezTo>
                <a:cubicBezTo>
                  <a:pt x="808" y="376"/>
                  <a:pt x="700" y="268"/>
                  <a:pt x="567" y="268"/>
                </a:cubicBezTo>
                <a:cubicBezTo>
                  <a:pt x="434" y="268"/>
                  <a:pt x="325" y="376"/>
                  <a:pt x="325" y="509"/>
                </a:cubicBezTo>
                <a:cubicBezTo>
                  <a:pt x="325" y="642"/>
                  <a:pt x="434" y="751"/>
                  <a:pt x="567" y="751"/>
                </a:cubicBezTo>
                <a:cubicBezTo>
                  <a:pt x="623" y="751"/>
                  <a:pt x="675" y="730"/>
                  <a:pt x="716" y="697"/>
                </a:cubicBezTo>
                <a:lnTo>
                  <a:pt x="869" y="850"/>
                </a:lnTo>
                <a:cubicBezTo>
                  <a:pt x="880" y="860"/>
                  <a:pt x="897" y="860"/>
                  <a:pt x="907" y="850"/>
                </a:cubicBezTo>
                <a:cubicBezTo>
                  <a:pt x="918" y="840"/>
                  <a:pt x="918" y="823"/>
                  <a:pt x="907" y="812"/>
                </a:cubicBezTo>
                <a:lnTo>
                  <a:pt x="754" y="659"/>
                </a:lnTo>
                <a:moveTo>
                  <a:pt x="889" y="268"/>
                </a:moveTo>
                <a:cubicBezTo>
                  <a:pt x="874" y="268"/>
                  <a:pt x="862" y="280"/>
                  <a:pt x="862" y="295"/>
                </a:cubicBezTo>
                <a:lnTo>
                  <a:pt x="862" y="455"/>
                </a:lnTo>
                <a:cubicBezTo>
                  <a:pt x="862" y="469"/>
                  <a:pt x="873" y="481"/>
                  <a:pt x="887" y="482"/>
                </a:cubicBezTo>
                <a:cubicBezTo>
                  <a:pt x="903" y="484"/>
                  <a:pt x="916" y="471"/>
                  <a:pt x="916" y="456"/>
                </a:cubicBezTo>
                <a:lnTo>
                  <a:pt x="916" y="295"/>
                </a:lnTo>
                <a:cubicBezTo>
                  <a:pt x="916" y="280"/>
                  <a:pt x="904" y="268"/>
                  <a:pt x="889" y="268"/>
                </a:cubicBezTo>
                <a:moveTo>
                  <a:pt x="246" y="268"/>
                </a:moveTo>
                <a:cubicBezTo>
                  <a:pt x="231" y="268"/>
                  <a:pt x="219" y="280"/>
                  <a:pt x="219" y="295"/>
                </a:cubicBezTo>
                <a:lnTo>
                  <a:pt x="219" y="455"/>
                </a:lnTo>
                <a:cubicBezTo>
                  <a:pt x="219" y="469"/>
                  <a:pt x="229" y="481"/>
                  <a:pt x="243" y="482"/>
                </a:cubicBezTo>
                <a:cubicBezTo>
                  <a:pt x="259" y="484"/>
                  <a:pt x="273" y="471"/>
                  <a:pt x="273" y="456"/>
                </a:cubicBezTo>
                <a:lnTo>
                  <a:pt x="273" y="295"/>
                </a:lnTo>
                <a:cubicBezTo>
                  <a:pt x="272" y="280"/>
                  <a:pt x="260" y="268"/>
                  <a:pt x="246" y="268"/>
                </a:cubicBezTo>
                <a:moveTo>
                  <a:pt x="246" y="0"/>
                </a:moveTo>
                <a:lnTo>
                  <a:pt x="134" y="0"/>
                </a:lnTo>
                <a:cubicBezTo>
                  <a:pt x="119" y="0"/>
                  <a:pt x="107" y="12"/>
                  <a:pt x="107" y="27"/>
                </a:cubicBezTo>
                <a:lnTo>
                  <a:pt x="107" y="187"/>
                </a:lnTo>
                <a:cubicBezTo>
                  <a:pt x="107" y="202"/>
                  <a:pt x="119" y="214"/>
                  <a:pt x="134" y="214"/>
                </a:cubicBezTo>
                <a:lnTo>
                  <a:pt x="246" y="214"/>
                </a:lnTo>
                <a:cubicBezTo>
                  <a:pt x="260" y="214"/>
                  <a:pt x="272" y="202"/>
                  <a:pt x="272" y="187"/>
                </a:cubicBezTo>
                <a:lnTo>
                  <a:pt x="272" y="27"/>
                </a:lnTo>
                <a:cubicBezTo>
                  <a:pt x="272" y="12"/>
                  <a:pt x="260" y="0"/>
                  <a:pt x="246" y="0"/>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3" name="Google Shape;963;p75"/>
          <p:cNvSpPr/>
          <p:nvPr/>
        </p:nvSpPr>
        <p:spPr>
          <a:xfrm>
            <a:off x="5689434" y="2883610"/>
            <a:ext cx="217774" cy="463978"/>
          </a:xfrm>
          <a:custGeom>
            <a:avLst/>
            <a:gdLst/>
            <a:ahLst/>
            <a:cxnLst/>
            <a:rect l="l" t="t" r="r" b="b"/>
            <a:pathLst>
              <a:path w="429" h="914" extrusionOk="0">
                <a:moveTo>
                  <a:pt x="268" y="160"/>
                </a:moveTo>
                <a:lnTo>
                  <a:pt x="161" y="160"/>
                </a:lnTo>
                <a:lnTo>
                  <a:pt x="161" y="213"/>
                </a:lnTo>
                <a:lnTo>
                  <a:pt x="268" y="213"/>
                </a:lnTo>
                <a:lnTo>
                  <a:pt x="268" y="160"/>
                </a:lnTo>
                <a:moveTo>
                  <a:pt x="260" y="323"/>
                </a:moveTo>
                <a:cubicBezTo>
                  <a:pt x="265" y="315"/>
                  <a:pt x="268" y="306"/>
                  <a:pt x="268" y="296"/>
                </a:cubicBezTo>
                <a:lnTo>
                  <a:pt x="268" y="269"/>
                </a:lnTo>
                <a:lnTo>
                  <a:pt x="161" y="269"/>
                </a:lnTo>
                <a:lnTo>
                  <a:pt x="161" y="296"/>
                </a:lnTo>
                <a:cubicBezTo>
                  <a:pt x="161" y="306"/>
                  <a:pt x="164" y="315"/>
                  <a:pt x="169" y="323"/>
                </a:cubicBezTo>
                <a:lnTo>
                  <a:pt x="260" y="323"/>
                </a:lnTo>
                <a:moveTo>
                  <a:pt x="268" y="53"/>
                </a:moveTo>
                <a:lnTo>
                  <a:pt x="161" y="53"/>
                </a:lnTo>
                <a:lnTo>
                  <a:pt x="161" y="107"/>
                </a:lnTo>
                <a:lnTo>
                  <a:pt x="268" y="107"/>
                </a:lnTo>
                <a:lnTo>
                  <a:pt x="268" y="53"/>
                </a:lnTo>
                <a:moveTo>
                  <a:pt x="132" y="364"/>
                </a:moveTo>
                <a:cubicBezTo>
                  <a:pt x="117" y="345"/>
                  <a:pt x="107" y="321"/>
                  <a:pt x="107" y="296"/>
                </a:cubicBezTo>
                <a:lnTo>
                  <a:pt x="107" y="54"/>
                </a:lnTo>
                <a:cubicBezTo>
                  <a:pt x="107" y="24"/>
                  <a:pt x="84" y="0"/>
                  <a:pt x="54" y="0"/>
                </a:cubicBezTo>
                <a:cubicBezTo>
                  <a:pt x="25" y="0"/>
                  <a:pt x="0" y="24"/>
                  <a:pt x="0" y="54"/>
                </a:cubicBezTo>
                <a:lnTo>
                  <a:pt x="0" y="296"/>
                </a:lnTo>
                <a:cubicBezTo>
                  <a:pt x="0" y="341"/>
                  <a:pt x="14" y="382"/>
                  <a:pt x="38" y="417"/>
                </a:cubicBezTo>
                <a:cubicBezTo>
                  <a:pt x="65" y="393"/>
                  <a:pt x="97" y="375"/>
                  <a:pt x="132" y="364"/>
                </a:cubicBezTo>
                <a:moveTo>
                  <a:pt x="297" y="549"/>
                </a:moveTo>
                <a:cubicBezTo>
                  <a:pt x="312" y="568"/>
                  <a:pt x="322" y="591"/>
                  <a:pt x="322" y="617"/>
                </a:cubicBezTo>
                <a:lnTo>
                  <a:pt x="322" y="860"/>
                </a:lnTo>
                <a:cubicBezTo>
                  <a:pt x="322" y="890"/>
                  <a:pt x="346" y="914"/>
                  <a:pt x="375" y="914"/>
                </a:cubicBezTo>
                <a:cubicBezTo>
                  <a:pt x="405" y="914"/>
                  <a:pt x="429" y="890"/>
                  <a:pt x="429" y="860"/>
                </a:cubicBezTo>
                <a:lnTo>
                  <a:pt x="429" y="617"/>
                </a:lnTo>
                <a:cubicBezTo>
                  <a:pt x="429" y="572"/>
                  <a:pt x="415" y="530"/>
                  <a:pt x="391" y="496"/>
                </a:cubicBezTo>
                <a:cubicBezTo>
                  <a:pt x="364" y="520"/>
                  <a:pt x="332" y="538"/>
                  <a:pt x="297" y="549"/>
                </a:cubicBezTo>
                <a:moveTo>
                  <a:pt x="375" y="0"/>
                </a:moveTo>
                <a:cubicBezTo>
                  <a:pt x="346" y="0"/>
                  <a:pt x="322" y="24"/>
                  <a:pt x="322" y="53"/>
                </a:cubicBezTo>
                <a:lnTo>
                  <a:pt x="322" y="296"/>
                </a:lnTo>
                <a:cubicBezTo>
                  <a:pt x="322" y="355"/>
                  <a:pt x="273" y="403"/>
                  <a:pt x="214" y="403"/>
                </a:cubicBezTo>
                <a:cubicBezTo>
                  <a:pt x="96" y="403"/>
                  <a:pt x="0" y="499"/>
                  <a:pt x="0" y="617"/>
                </a:cubicBezTo>
                <a:lnTo>
                  <a:pt x="0" y="860"/>
                </a:lnTo>
                <a:cubicBezTo>
                  <a:pt x="0" y="890"/>
                  <a:pt x="24" y="914"/>
                  <a:pt x="53" y="914"/>
                </a:cubicBezTo>
                <a:cubicBezTo>
                  <a:pt x="83" y="914"/>
                  <a:pt x="107" y="890"/>
                  <a:pt x="107" y="860"/>
                </a:cubicBezTo>
                <a:lnTo>
                  <a:pt x="107" y="617"/>
                </a:lnTo>
                <a:cubicBezTo>
                  <a:pt x="107" y="558"/>
                  <a:pt x="155" y="510"/>
                  <a:pt x="214" y="510"/>
                </a:cubicBezTo>
                <a:cubicBezTo>
                  <a:pt x="333" y="510"/>
                  <a:pt x="429" y="414"/>
                  <a:pt x="429" y="296"/>
                </a:cubicBezTo>
                <a:lnTo>
                  <a:pt x="429" y="53"/>
                </a:lnTo>
                <a:cubicBezTo>
                  <a:pt x="429" y="24"/>
                  <a:pt x="405" y="0"/>
                  <a:pt x="375" y="0"/>
                </a:cubicBezTo>
                <a:moveTo>
                  <a:pt x="161" y="861"/>
                </a:moveTo>
                <a:lnTo>
                  <a:pt x="268" y="861"/>
                </a:lnTo>
                <a:lnTo>
                  <a:pt x="268" y="808"/>
                </a:lnTo>
                <a:lnTo>
                  <a:pt x="161" y="808"/>
                </a:lnTo>
                <a:lnTo>
                  <a:pt x="161" y="861"/>
                </a:lnTo>
                <a:moveTo>
                  <a:pt x="169" y="591"/>
                </a:moveTo>
                <a:cubicBezTo>
                  <a:pt x="164" y="599"/>
                  <a:pt x="161" y="608"/>
                  <a:pt x="161" y="618"/>
                </a:cubicBezTo>
                <a:lnTo>
                  <a:pt x="161" y="645"/>
                </a:lnTo>
                <a:lnTo>
                  <a:pt x="268" y="645"/>
                </a:lnTo>
                <a:lnTo>
                  <a:pt x="268" y="618"/>
                </a:lnTo>
                <a:cubicBezTo>
                  <a:pt x="268" y="608"/>
                  <a:pt x="265" y="599"/>
                  <a:pt x="260" y="591"/>
                </a:cubicBezTo>
                <a:lnTo>
                  <a:pt x="169" y="591"/>
                </a:lnTo>
                <a:moveTo>
                  <a:pt x="161" y="752"/>
                </a:moveTo>
                <a:lnTo>
                  <a:pt x="268" y="752"/>
                </a:lnTo>
                <a:lnTo>
                  <a:pt x="268" y="698"/>
                </a:lnTo>
                <a:lnTo>
                  <a:pt x="161" y="698"/>
                </a:lnTo>
                <a:lnTo>
                  <a:pt x="161" y="752"/>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4" name="Google Shape;964;p75"/>
          <p:cNvSpPr/>
          <p:nvPr/>
        </p:nvSpPr>
        <p:spPr>
          <a:xfrm>
            <a:off x="4755897" y="2883102"/>
            <a:ext cx="464991" cy="463978"/>
          </a:xfrm>
          <a:custGeom>
            <a:avLst/>
            <a:gdLst/>
            <a:ahLst/>
            <a:cxnLst/>
            <a:rect l="l" t="t" r="r" b="b"/>
            <a:pathLst>
              <a:path w="916" h="914" extrusionOk="0">
                <a:moveTo>
                  <a:pt x="270" y="592"/>
                </a:moveTo>
                <a:cubicBezTo>
                  <a:pt x="270" y="622"/>
                  <a:pt x="295" y="646"/>
                  <a:pt x="324" y="646"/>
                </a:cubicBezTo>
                <a:cubicBezTo>
                  <a:pt x="354" y="646"/>
                  <a:pt x="377" y="622"/>
                  <a:pt x="377" y="592"/>
                </a:cubicBezTo>
                <a:cubicBezTo>
                  <a:pt x="377" y="563"/>
                  <a:pt x="354" y="539"/>
                  <a:pt x="324" y="539"/>
                </a:cubicBezTo>
                <a:cubicBezTo>
                  <a:pt x="295" y="539"/>
                  <a:pt x="270" y="563"/>
                  <a:pt x="270" y="592"/>
                </a:cubicBezTo>
                <a:moveTo>
                  <a:pt x="537" y="646"/>
                </a:moveTo>
                <a:cubicBezTo>
                  <a:pt x="564" y="646"/>
                  <a:pt x="590" y="624"/>
                  <a:pt x="592" y="597"/>
                </a:cubicBezTo>
                <a:cubicBezTo>
                  <a:pt x="594" y="565"/>
                  <a:pt x="569" y="539"/>
                  <a:pt x="538" y="539"/>
                </a:cubicBezTo>
                <a:lnTo>
                  <a:pt x="416" y="539"/>
                </a:lnTo>
                <a:cubicBezTo>
                  <a:pt x="425" y="555"/>
                  <a:pt x="431" y="574"/>
                  <a:pt x="431" y="593"/>
                </a:cubicBezTo>
                <a:cubicBezTo>
                  <a:pt x="431" y="613"/>
                  <a:pt x="425" y="630"/>
                  <a:pt x="416" y="646"/>
                </a:cubicBezTo>
                <a:lnTo>
                  <a:pt x="537" y="646"/>
                </a:lnTo>
                <a:moveTo>
                  <a:pt x="378" y="412"/>
                </a:moveTo>
                <a:cubicBezTo>
                  <a:pt x="398" y="429"/>
                  <a:pt x="418" y="446"/>
                  <a:pt x="440" y="465"/>
                </a:cubicBezTo>
                <a:cubicBezTo>
                  <a:pt x="445" y="469"/>
                  <a:pt x="452" y="472"/>
                  <a:pt x="458" y="472"/>
                </a:cubicBezTo>
                <a:cubicBezTo>
                  <a:pt x="464" y="472"/>
                  <a:pt x="470" y="470"/>
                  <a:pt x="475" y="465"/>
                </a:cubicBezTo>
                <a:cubicBezTo>
                  <a:pt x="497" y="446"/>
                  <a:pt x="518" y="429"/>
                  <a:pt x="537" y="412"/>
                </a:cubicBezTo>
                <a:cubicBezTo>
                  <a:pt x="573" y="382"/>
                  <a:pt x="604" y="354"/>
                  <a:pt x="631" y="329"/>
                </a:cubicBezTo>
                <a:cubicBezTo>
                  <a:pt x="680" y="282"/>
                  <a:pt x="724" y="228"/>
                  <a:pt x="724" y="156"/>
                </a:cubicBezTo>
                <a:cubicBezTo>
                  <a:pt x="724" y="69"/>
                  <a:pt x="660" y="0"/>
                  <a:pt x="578" y="0"/>
                </a:cubicBezTo>
                <a:cubicBezTo>
                  <a:pt x="517" y="0"/>
                  <a:pt x="480" y="36"/>
                  <a:pt x="458" y="69"/>
                </a:cubicBezTo>
                <a:cubicBezTo>
                  <a:pt x="436" y="36"/>
                  <a:pt x="399" y="0"/>
                  <a:pt x="338" y="0"/>
                </a:cubicBezTo>
                <a:cubicBezTo>
                  <a:pt x="256" y="0"/>
                  <a:pt x="191" y="69"/>
                  <a:pt x="191" y="156"/>
                </a:cubicBezTo>
                <a:cubicBezTo>
                  <a:pt x="191" y="251"/>
                  <a:pt x="266" y="317"/>
                  <a:pt x="378" y="412"/>
                </a:cubicBezTo>
                <a:moveTo>
                  <a:pt x="908" y="619"/>
                </a:moveTo>
                <a:cubicBezTo>
                  <a:pt x="893" y="593"/>
                  <a:pt x="860" y="585"/>
                  <a:pt x="834" y="600"/>
                </a:cubicBezTo>
                <a:lnTo>
                  <a:pt x="581" y="760"/>
                </a:lnTo>
                <a:cubicBezTo>
                  <a:pt x="580" y="759"/>
                  <a:pt x="579" y="757"/>
                  <a:pt x="577" y="756"/>
                </a:cubicBezTo>
                <a:lnTo>
                  <a:pt x="400" y="668"/>
                </a:lnTo>
                <a:cubicBezTo>
                  <a:pt x="379" y="689"/>
                  <a:pt x="349" y="702"/>
                  <a:pt x="317" y="700"/>
                </a:cubicBezTo>
                <a:cubicBezTo>
                  <a:pt x="266" y="696"/>
                  <a:pt x="224" y="657"/>
                  <a:pt x="217" y="606"/>
                </a:cubicBezTo>
                <a:cubicBezTo>
                  <a:pt x="214" y="581"/>
                  <a:pt x="220" y="558"/>
                  <a:pt x="231" y="539"/>
                </a:cubicBezTo>
                <a:lnTo>
                  <a:pt x="188" y="539"/>
                </a:lnTo>
                <a:cubicBezTo>
                  <a:pt x="143" y="539"/>
                  <a:pt x="107" y="575"/>
                  <a:pt x="107" y="619"/>
                </a:cubicBezTo>
                <a:lnTo>
                  <a:pt x="107" y="834"/>
                </a:lnTo>
                <a:cubicBezTo>
                  <a:pt x="107" y="878"/>
                  <a:pt x="143" y="914"/>
                  <a:pt x="188" y="914"/>
                </a:cubicBezTo>
                <a:lnTo>
                  <a:pt x="446" y="914"/>
                </a:lnTo>
                <a:cubicBezTo>
                  <a:pt x="437" y="899"/>
                  <a:pt x="431" y="880"/>
                  <a:pt x="431" y="861"/>
                </a:cubicBezTo>
                <a:cubicBezTo>
                  <a:pt x="431" y="802"/>
                  <a:pt x="479" y="753"/>
                  <a:pt x="538" y="753"/>
                </a:cubicBezTo>
                <a:cubicBezTo>
                  <a:pt x="555" y="753"/>
                  <a:pt x="570" y="758"/>
                  <a:pt x="584" y="765"/>
                </a:cubicBezTo>
                <a:cubicBezTo>
                  <a:pt x="616" y="780"/>
                  <a:pt x="639" y="811"/>
                  <a:pt x="644" y="847"/>
                </a:cubicBezTo>
                <a:lnTo>
                  <a:pt x="889" y="692"/>
                </a:lnTo>
                <a:cubicBezTo>
                  <a:pt x="915" y="677"/>
                  <a:pt x="923" y="644"/>
                  <a:pt x="908" y="619"/>
                </a:cubicBezTo>
                <a:moveTo>
                  <a:pt x="538" y="807"/>
                </a:moveTo>
                <a:cubicBezTo>
                  <a:pt x="509" y="807"/>
                  <a:pt x="484" y="832"/>
                  <a:pt x="484" y="861"/>
                </a:cubicBezTo>
                <a:cubicBezTo>
                  <a:pt x="484" y="891"/>
                  <a:pt x="509" y="914"/>
                  <a:pt x="538" y="914"/>
                </a:cubicBezTo>
                <a:cubicBezTo>
                  <a:pt x="568" y="914"/>
                  <a:pt x="592" y="891"/>
                  <a:pt x="592" y="861"/>
                </a:cubicBezTo>
                <a:cubicBezTo>
                  <a:pt x="592" y="832"/>
                  <a:pt x="568" y="807"/>
                  <a:pt x="538" y="807"/>
                </a:cubicBezTo>
                <a:moveTo>
                  <a:pt x="0" y="619"/>
                </a:moveTo>
                <a:lnTo>
                  <a:pt x="0" y="834"/>
                </a:lnTo>
                <a:cubicBezTo>
                  <a:pt x="0" y="849"/>
                  <a:pt x="12" y="861"/>
                  <a:pt x="27" y="861"/>
                </a:cubicBezTo>
                <a:lnTo>
                  <a:pt x="54" y="861"/>
                </a:lnTo>
                <a:lnTo>
                  <a:pt x="54" y="593"/>
                </a:lnTo>
                <a:lnTo>
                  <a:pt x="27" y="593"/>
                </a:lnTo>
                <a:cubicBezTo>
                  <a:pt x="12" y="593"/>
                  <a:pt x="0" y="605"/>
                  <a:pt x="0" y="61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5" name="Google Shape;965;p75"/>
          <p:cNvSpPr/>
          <p:nvPr/>
        </p:nvSpPr>
        <p:spPr>
          <a:xfrm>
            <a:off x="3919317" y="2883610"/>
            <a:ext cx="464991" cy="463978"/>
          </a:xfrm>
          <a:custGeom>
            <a:avLst/>
            <a:gdLst/>
            <a:ahLst/>
            <a:cxnLst/>
            <a:rect l="l" t="t" r="r" b="b"/>
            <a:pathLst>
              <a:path w="916" h="914" extrusionOk="0">
                <a:moveTo>
                  <a:pt x="809" y="756"/>
                </a:moveTo>
                <a:lnTo>
                  <a:pt x="809" y="693"/>
                </a:lnTo>
                <a:cubicBezTo>
                  <a:pt x="840" y="682"/>
                  <a:pt x="863" y="652"/>
                  <a:pt x="863" y="617"/>
                </a:cubicBezTo>
                <a:cubicBezTo>
                  <a:pt x="863" y="573"/>
                  <a:pt x="826" y="537"/>
                  <a:pt x="782" y="537"/>
                </a:cubicBezTo>
                <a:cubicBezTo>
                  <a:pt x="770" y="537"/>
                  <a:pt x="758" y="540"/>
                  <a:pt x="748" y="545"/>
                </a:cubicBezTo>
                <a:lnTo>
                  <a:pt x="622" y="420"/>
                </a:lnTo>
                <a:cubicBezTo>
                  <a:pt x="671" y="376"/>
                  <a:pt x="702" y="313"/>
                  <a:pt x="702" y="242"/>
                </a:cubicBezTo>
                <a:cubicBezTo>
                  <a:pt x="702" y="110"/>
                  <a:pt x="591" y="0"/>
                  <a:pt x="458" y="0"/>
                </a:cubicBezTo>
                <a:cubicBezTo>
                  <a:pt x="325" y="0"/>
                  <a:pt x="215" y="110"/>
                  <a:pt x="215" y="242"/>
                </a:cubicBezTo>
                <a:cubicBezTo>
                  <a:pt x="215" y="313"/>
                  <a:pt x="247" y="376"/>
                  <a:pt x="296" y="420"/>
                </a:cubicBezTo>
                <a:lnTo>
                  <a:pt x="169" y="545"/>
                </a:lnTo>
                <a:cubicBezTo>
                  <a:pt x="158" y="540"/>
                  <a:pt x="147" y="537"/>
                  <a:pt x="134" y="537"/>
                </a:cubicBezTo>
                <a:cubicBezTo>
                  <a:pt x="90" y="537"/>
                  <a:pt x="54" y="573"/>
                  <a:pt x="54" y="617"/>
                </a:cubicBezTo>
                <a:cubicBezTo>
                  <a:pt x="54" y="652"/>
                  <a:pt x="76" y="682"/>
                  <a:pt x="107" y="693"/>
                </a:cubicBezTo>
                <a:lnTo>
                  <a:pt x="107" y="756"/>
                </a:lnTo>
                <a:cubicBezTo>
                  <a:pt x="46" y="768"/>
                  <a:pt x="0" y="823"/>
                  <a:pt x="0" y="887"/>
                </a:cubicBezTo>
                <a:cubicBezTo>
                  <a:pt x="0" y="902"/>
                  <a:pt x="12" y="914"/>
                  <a:pt x="27" y="914"/>
                </a:cubicBezTo>
                <a:lnTo>
                  <a:pt x="242" y="914"/>
                </a:lnTo>
                <a:cubicBezTo>
                  <a:pt x="256" y="914"/>
                  <a:pt x="268" y="902"/>
                  <a:pt x="268" y="887"/>
                </a:cubicBezTo>
                <a:cubicBezTo>
                  <a:pt x="268" y="823"/>
                  <a:pt x="222" y="768"/>
                  <a:pt x="161" y="756"/>
                </a:cubicBezTo>
                <a:lnTo>
                  <a:pt x="161" y="693"/>
                </a:lnTo>
                <a:cubicBezTo>
                  <a:pt x="192" y="682"/>
                  <a:pt x="215" y="652"/>
                  <a:pt x="215" y="617"/>
                </a:cubicBezTo>
                <a:cubicBezTo>
                  <a:pt x="215" y="605"/>
                  <a:pt x="212" y="593"/>
                  <a:pt x="207" y="583"/>
                </a:cubicBezTo>
                <a:lnTo>
                  <a:pt x="340" y="451"/>
                </a:lnTo>
                <a:cubicBezTo>
                  <a:pt x="368" y="467"/>
                  <a:pt x="398" y="477"/>
                  <a:pt x="431" y="481"/>
                </a:cubicBezTo>
                <a:lnTo>
                  <a:pt x="431" y="542"/>
                </a:lnTo>
                <a:cubicBezTo>
                  <a:pt x="400" y="553"/>
                  <a:pt x="378" y="583"/>
                  <a:pt x="378" y="617"/>
                </a:cubicBezTo>
                <a:cubicBezTo>
                  <a:pt x="378" y="652"/>
                  <a:pt x="400" y="682"/>
                  <a:pt x="431" y="693"/>
                </a:cubicBezTo>
                <a:lnTo>
                  <a:pt x="431" y="756"/>
                </a:lnTo>
                <a:cubicBezTo>
                  <a:pt x="370" y="769"/>
                  <a:pt x="324" y="823"/>
                  <a:pt x="324" y="888"/>
                </a:cubicBezTo>
                <a:cubicBezTo>
                  <a:pt x="324" y="902"/>
                  <a:pt x="336" y="914"/>
                  <a:pt x="351" y="914"/>
                </a:cubicBezTo>
                <a:lnTo>
                  <a:pt x="565" y="914"/>
                </a:lnTo>
                <a:cubicBezTo>
                  <a:pt x="580" y="914"/>
                  <a:pt x="592" y="902"/>
                  <a:pt x="592" y="888"/>
                </a:cubicBezTo>
                <a:cubicBezTo>
                  <a:pt x="592" y="823"/>
                  <a:pt x="546" y="769"/>
                  <a:pt x="485" y="756"/>
                </a:cubicBezTo>
                <a:lnTo>
                  <a:pt x="485" y="693"/>
                </a:lnTo>
                <a:cubicBezTo>
                  <a:pt x="516" y="682"/>
                  <a:pt x="538" y="652"/>
                  <a:pt x="538" y="617"/>
                </a:cubicBezTo>
                <a:cubicBezTo>
                  <a:pt x="538" y="583"/>
                  <a:pt x="516" y="553"/>
                  <a:pt x="485" y="542"/>
                </a:cubicBezTo>
                <a:lnTo>
                  <a:pt x="485" y="481"/>
                </a:lnTo>
                <a:cubicBezTo>
                  <a:pt x="518" y="477"/>
                  <a:pt x="548" y="467"/>
                  <a:pt x="576" y="451"/>
                </a:cubicBezTo>
                <a:lnTo>
                  <a:pt x="709" y="583"/>
                </a:lnTo>
                <a:cubicBezTo>
                  <a:pt x="704" y="593"/>
                  <a:pt x="701" y="605"/>
                  <a:pt x="701" y="617"/>
                </a:cubicBezTo>
                <a:cubicBezTo>
                  <a:pt x="701" y="652"/>
                  <a:pt x="724" y="682"/>
                  <a:pt x="755" y="693"/>
                </a:cubicBezTo>
                <a:lnTo>
                  <a:pt x="755" y="756"/>
                </a:lnTo>
                <a:cubicBezTo>
                  <a:pt x="694" y="768"/>
                  <a:pt x="648" y="823"/>
                  <a:pt x="648" y="887"/>
                </a:cubicBezTo>
                <a:cubicBezTo>
                  <a:pt x="648" y="902"/>
                  <a:pt x="660" y="914"/>
                  <a:pt x="674" y="914"/>
                </a:cubicBezTo>
                <a:lnTo>
                  <a:pt x="889" y="914"/>
                </a:lnTo>
                <a:cubicBezTo>
                  <a:pt x="904" y="914"/>
                  <a:pt x="916" y="902"/>
                  <a:pt x="916" y="887"/>
                </a:cubicBezTo>
                <a:cubicBezTo>
                  <a:pt x="916" y="823"/>
                  <a:pt x="870" y="768"/>
                  <a:pt x="809" y="756"/>
                </a:cubicBezTo>
                <a:moveTo>
                  <a:pt x="458" y="375"/>
                </a:moveTo>
                <a:cubicBezTo>
                  <a:pt x="384" y="375"/>
                  <a:pt x="324" y="315"/>
                  <a:pt x="324" y="241"/>
                </a:cubicBezTo>
                <a:cubicBezTo>
                  <a:pt x="324" y="167"/>
                  <a:pt x="384" y="108"/>
                  <a:pt x="458" y="108"/>
                </a:cubicBezTo>
                <a:cubicBezTo>
                  <a:pt x="531" y="108"/>
                  <a:pt x="592" y="167"/>
                  <a:pt x="592" y="241"/>
                </a:cubicBezTo>
                <a:cubicBezTo>
                  <a:pt x="592" y="315"/>
                  <a:pt x="532" y="375"/>
                  <a:pt x="458" y="375"/>
                </a:cubicBezTo>
                <a:moveTo>
                  <a:pt x="458" y="161"/>
                </a:moveTo>
                <a:cubicBezTo>
                  <a:pt x="413" y="161"/>
                  <a:pt x="377" y="197"/>
                  <a:pt x="377" y="241"/>
                </a:cubicBezTo>
                <a:cubicBezTo>
                  <a:pt x="377" y="285"/>
                  <a:pt x="413" y="321"/>
                  <a:pt x="458" y="321"/>
                </a:cubicBezTo>
                <a:cubicBezTo>
                  <a:pt x="502" y="321"/>
                  <a:pt x="538" y="285"/>
                  <a:pt x="538" y="241"/>
                </a:cubicBezTo>
                <a:cubicBezTo>
                  <a:pt x="538" y="197"/>
                  <a:pt x="502" y="161"/>
                  <a:pt x="458" y="161"/>
                </a:cubicBezTo>
                <a:moveTo>
                  <a:pt x="458" y="268"/>
                </a:moveTo>
                <a:cubicBezTo>
                  <a:pt x="443" y="268"/>
                  <a:pt x="431" y="256"/>
                  <a:pt x="431" y="241"/>
                </a:cubicBezTo>
                <a:cubicBezTo>
                  <a:pt x="431" y="226"/>
                  <a:pt x="443" y="214"/>
                  <a:pt x="458" y="214"/>
                </a:cubicBezTo>
                <a:cubicBezTo>
                  <a:pt x="472" y="214"/>
                  <a:pt x="484" y="226"/>
                  <a:pt x="484" y="241"/>
                </a:cubicBezTo>
                <a:cubicBezTo>
                  <a:pt x="484" y="256"/>
                  <a:pt x="472" y="268"/>
                  <a:pt x="458" y="268"/>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6" name="Google Shape;966;p75"/>
          <p:cNvSpPr/>
          <p:nvPr/>
        </p:nvSpPr>
        <p:spPr>
          <a:xfrm>
            <a:off x="3164466" y="2883610"/>
            <a:ext cx="464484" cy="463978"/>
          </a:xfrm>
          <a:custGeom>
            <a:avLst/>
            <a:gdLst/>
            <a:ahLst/>
            <a:cxnLst/>
            <a:rect l="l" t="t" r="r" b="b"/>
            <a:pathLst>
              <a:path w="915" h="914" extrusionOk="0">
                <a:moveTo>
                  <a:pt x="214" y="887"/>
                </a:moveTo>
                <a:cubicBezTo>
                  <a:pt x="214" y="902"/>
                  <a:pt x="226" y="914"/>
                  <a:pt x="241" y="914"/>
                </a:cubicBezTo>
                <a:lnTo>
                  <a:pt x="430" y="914"/>
                </a:lnTo>
                <a:lnTo>
                  <a:pt x="430" y="644"/>
                </a:lnTo>
                <a:lnTo>
                  <a:pt x="214" y="644"/>
                </a:lnTo>
                <a:lnTo>
                  <a:pt x="214" y="887"/>
                </a:lnTo>
                <a:moveTo>
                  <a:pt x="321" y="724"/>
                </a:moveTo>
                <a:cubicBezTo>
                  <a:pt x="321" y="709"/>
                  <a:pt x="333" y="697"/>
                  <a:pt x="348" y="697"/>
                </a:cubicBezTo>
                <a:cubicBezTo>
                  <a:pt x="363" y="697"/>
                  <a:pt x="375" y="709"/>
                  <a:pt x="375" y="724"/>
                </a:cubicBezTo>
                <a:lnTo>
                  <a:pt x="375" y="833"/>
                </a:lnTo>
                <a:cubicBezTo>
                  <a:pt x="375" y="848"/>
                  <a:pt x="363" y="860"/>
                  <a:pt x="348" y="860"/>
                </a:cubicBezTo>
                <a:cubicBezTo>
                  <a:pt x="333" y="860"/>
                  <a:pt x="321" y="848"/>
                  <a:pt x="321" y="833"/>
                </a:cubicBezTo>
                <a:lnTo>
                  <a:pt x="321" y="724"/>
                </a:lnTo>
                <a:moveTo>
                  <a:pt x="859" y="348"/>
                </a:moveTo>
                <a:cubicBezTo>
                  <a:pt x="861" y="339"/>
                  <a:pt x="861" y="331"/>
                  <a:pt x="861" y="322"/>
                </a:cubicBezTo>
                <a:cubicBezTo>
                  <a:pt x="861" y="273"/>
                  <a:pt x="837" y="228"/>
                  <a:pt x="801" y="199"/>
                </a:cubicBezTo>
                <a:cubicBezTo>
                  <a:pt x="793" y="242"/>
                  <a:pt x="773" y="281"/>
                  <a:pt x="742" y="313"/>
                </a:cubicBezTo>
                <a:cubicBezTo>
                  <a:pt x="731" y="323"/>
                  <a:pt x="714" y="324"/>
                  <a:pt x="704" y="313"/>
                </a:cubicBezTo>
                <a:cubicBezTo>
                  <a:pt x="693" y="303"/>
                  <a:pt x="693" y="286"/>
                  <a:pt x="704" y="275"/>
                </a:cubicBezTo>
                <a:cubicBezTo>
                  <a:pt x="807" y="173"/>
                  <a:pt x="732" y="0"/>
                  <a:pt x="591" y="0"/>
                </a:cubicBezTo>
                <a:cubicBezTo>
                  <a:pt x="550" y="0"/>
                  <a:pt x="513" y="16"/>
                  <a:pt x="484" y="41"/>
                </a:cubicBezTo>
                <a:lnTo>
                  <a:pt x="484" y="273"/>
                </a:lnTo>
                <a:cubicBezTo>
                  <a:pt x="493" y="270"/>
                  <a:pt x="501" y="269"/>
                  <a:pt x="511" y="269"/>
                </a:cubicBezTo>
                <a:cubicBezTo>
                  <a:pt x="555" y="269"/>
                  <a:pt x="590" y="304"/>
                  <a:pt x="591" y="347"/>
                </a:cubicBezTo>
                <a:cubicBezTo>
                  <a:pt x="592" y="361"/>
                  <a:pt x="582" y="374"/>
                  <a:pt x="568" y="376"/>
                </a:cubicBezTo>
                <a:cubicBezTo>
                  <a:pt x="552" y="378"/>
                  <a:pt x="538" y="365"/>
                  <a:pt x="538" y="349"/>
                </a:cubicBezTo>
                <a:cubicBezTo>
                  <a:pt x="538" y="333"/>
                  <a:pt x="523" y="320"/>
                  <a:pt x="506" y="323"/>
                </a:cubicBezTo>
                <a:cubicBezTo>
                  <a:pt x="493" y="325"/>
                  <a:pt x="484" y="337"/>
                  <a:pt x="484" y="350"/>
                </a:cubicBezTo>
                <a:lnTo>
                  <a:pt x="484" y="590"/>
                </a:lnTo>
                <a:lnTo>
                  <a:pt x="553" y="590"/>
                </a:lnTo>
                <a:cubicBezTo>
                  <a:pt x="543" y="574"/>
                  <a:pt x="538" y="556"/>
                  <a:pt x="538" y="537"/>
                </a:cubicBezTo>
                <a:cubicBezTo>
                  <a:pt x="538" y="478"/>
                  <a:pt x="585" y="430"/>
                  <a:pt x="644" y="429"/>
                </a:cubicBezTo>
                <a:cubicBezTo>
                  <a:pt x="658" y="429"/>
                  <a:pt x="670" y="439"/>
                  <a:pt x="671" y="452"/>
                </a:cubicBezTo>
                <a:cubicBezTo>
                  <a:pt x="674" y="469"/>
                  <a:pt x="661" y="483"/>
                  <a:pt x="645" y="483"/>
                </a:cubicBezTo>
                <a:cubicBezTo>
                  <a:pt x="614" y="483"/>
                  <a:pt x="589" y="509"/>
                  <a:pt x="591" y="541"/>
                </a:cubicBezTo>
                <a:cubicBezTo>
                  <a:pt x="593" y="568"/>
                  <a:pt x="619" y="590"/>
                  <a:pt x="646" y="590"/>
                </a:cubicBezTo>
                <a:lnTo>
                  <a:pt x="779" y="590"/>
                </a:lnTo>
                <a:cubicBezTo>
                  <a:pt x="853" y="590"/>
                  <a:pt x="915" y="530"/>
                  <a:pt x="915" y="456"/>
                </a:cubicBezTo>
                <a:cubicBezTo>
                  <a:pt x="915" y="412"/>
                  <a:pt x="893" y="371"/>
                  <a:pt x="859" y="348"/>
                </a:cubicBezTo>
                <a:moveTo>
                  <a:pt x="208" y="275"/>
                </a:moveTo>
                <a:cubicBezTo>
                  <a:pt x="223" y="290"/>
                  <a:pt x="216" y="320"/>
                  <a:pt x="186" y="322"/>
                </a:cubicBezTo>
                <a:cubicBezTo>
                  <a:pt x="182" y="322"/>
                  <a:pt x="178" y="321"/>
                  <a:pt x="175" y="318"/>
                </a:cubicBezTo>
                <a:cubicBezTo>
                  <a:pt x="141" y="286"/>
                  <a:pt x="119" y="245"/>
                  <a:pt x="111" y="200"/>
                </a:cubicBezTo>
                <a:cubicBezTo>
                  <a:pt x="75" y="229"/>
                  <a:pt x="53" y="273"/>
                  <a:pt x="53" y="322"/>
                </a:cubicBezTo>
                <a:cubicBezTo>
                  <a:pt x="53" y="331"/>
                  <a:pt x="54" y="339"/>
                  <a:pt x="56" y="348"/>
                </a:cubicBezTo>
                <a:cubicBezTo>
                  <a:pt x="22" y="371"/>
                  <a:pt x="0" y="411"/>
                  <a:pt x="0" y="456"/>
                </a:cubicBezTo>
                <a:cubicBezTo>
                  <a:pt x="0" y="530"/>
                  <a:pt x="60" y="590"/>
                  <a:pt x="134" y="590"/>
                </a:cubicBezTo>
                <a:lnTo>
                  <a:pt x="282" y="590"/>
                </a:lnTo>
                <a:cubicBezTo>
                  <a:pt x="289" y="590"/>
                  <a:pt x="298" y="586"/>
                  <a:pt x="303" y="581"/>
                </a:cubicBezTo>
                <a:cubicBezTo>
                  <a:pt x="345" y="534"/>
                  <a:pt x="309" y="479"/>
                  <a:pt x="262" y="483"/>
                </a:cubicBezTo>
                <a:cubicBezTo>
                  <a:pt x="258" y="484"/>
                  <a:pt x="254" y="482"/>
                  <a:pt x="251" y="479"/>
                </a:cubicBezTo>
                <a:cubicBezTo>
                  <a:pt x="230" y="456"/>
                  <a:pt x="246" y="430"/>
                  <a:pt x="268" y="430"/>
                </a:cubicBezTo>
                <a:cubicBezTo>
                  <a:pt x="327" y="430"/>
                  <a:pt x="375" y="478"/>
                  <a:pt x="375" y="537"/>
                </a:cubicBezTo>
                <a:cubicBezTo>
                  <a:pt x="375" y="556"/>
                  <a:pt x="369" y="575"/>
                  <a:pt x="360" y="590"/>
                </a:cubicBezTo>
                <a:lnTo>
                  <a:pt x="431" y="590"/>
                </a:lnTo>
                <a:lnTo>
                  <a:pt x="431" y="317"/>
                </a:lnTo>
                <a:cubicBezTo>
                  <a:pt x="422" y="320"/>
                  <a:pt x="413" y="322"/>
                  <a:pt x="404" y="322"/>
                </a:cubicBezTo>
                <a:cubicBezTo>
                  <a:pt x="359" y="322"/>
                  <a:pt x="321" y="286"/>
                  <a:pt x="321" y="242"/>
                </a:cubicBezTo>
                <a:cubicBezTo>
                  <a:pt x="321" y="227"/>
                  <a:pt x="333" y="215"/>
                  <a:pt x="348" y="215"/>
                </a:cubicBezTo>
                <a:cubicBezTo>
                  <a:pt x="363" y="215"/>
                  <a:pt x="375" y="227"/>
                  <a:pt x="375" y="242"/>
                </a:cubicBezTo>
                <a:cubicBezTo>
                  <a:pt x="375" y="265"/>
                  <a:pt x="410" y="282"/>
                  <a:pt x="428" y="254"/>
                </a:cubicBezTo>
                <a:cubicBezTo>
                  <a:pt x="430" y="252"/>
                  <a:pt x="430" y="249"/>
                  <a:pt x="430" y="247"/>
                </a:cubicBezTo>
                <a:lnTo>
                  <a:pt x="430" y="42"/>
                </a:lnTo>
                <a:cubicBezTo>
                  <a:pt x="402" y="16"/>
                  <a:pt x="363" y="0"/>
                  <a:pt x="321" y="0"/>
                </a:cubicBezTo>
                <a:cubicBezTo>
                  <a:pt x="179" y="0"/>
                  <a:pt x="108" y="175"/>
                  <a:pt x="208" y="275"/>
                </a:cubicBezTo>
                <a:moveTo>
                  <a:pt x="484" y="914"/>
                </a:moveTo>
                <a:lnTo>
                  <a:pt x="672" y="914"/>
                </a:lnTo>
                <a:cubicBezTo>
                  <a:pt x="687" y="914"/>
                  <a:pt x="699" y="902"/>
                  <a:pt x="699" y="887"/>
                </a:cubicBezTo>
                <a:lnTo>
                  <a:pt x="699" y="644"/>
                </a:lnTo>
                <a:lnTo>
                  <a:pt x="484" y="644"/>
                </a:lnTo>
                <a:lnTo>
                  <a:pt x="484" y="914"/>
                </a:lnTo>
                <a:moveTo>
                  <a:pt x="538" y="725"/>
                </a:moveTo>
                <a:cubicBezTo>
                  <a:pt x="538" y="711"/>
                  <a:pt x="548" y="698"/>
                  <a:pt x="562" y="697"/>
                </a:cubicBezTo>
                <a:cubicBezTo>
                  <a:pt x="578" y="696"/>
                  <a:pt x="591" y="708"/>
                  <a:pt x="591" y="724"/>
                </a:cubicBezTo>
                <a:lnTo>
                  <a:pt x="591" y="833"/>
                </a:lnTo>
                <a:cubicBezTo>
                  <a:pt x="591" y="849"/>
                  <a:pt x="578" y="861"/>
                  <a:pt x="562" y="860"/>
                </a:cubicBezTo>
                <a:cubicBezTo>
                  <a:pt x="548" y="858"/>
                  <a:pt x="538" y="846"/>
                  <a:pt x="538" y="832"/>
                </a:cubicBezTo>
                <a:cubicBezTo>
                  <a:pt x="538" y="806"/>
                  <a:pt x="538" y="751"/>
                  <a:pt x="538" y="72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7" name="Google Shape;967;p75"/>
          <p:cNvSpPr/>
          <p:nvPr/>
        </p:nvSpPr>
        <p:spPr>
          <a:xfrm>
            <a:off x="2352760" y="2883102"/>
            <a:ext cx="465499" cy="465501"/>
          </a:xfrm>
          <a:custGeom>
            <a:avLst/>
            <a:gdLst/>
            <a:ahLst/>
            <a:cxnLst/>
            <a:rect l="l" t="t" r="r" b="b"/>
            <a:pathLst>
              <a:path w="917" h="917" extrusionOk="0">
                <a:moveTo>
                  <a:pt x="836" y="755"/>
                </a:moveTo>
                <a:cubicBezTo>
                  <a:pt x="824" y="755"/>
                  <a:pt x="812" y="758"/>
                  <a:pt x="802" y="763"/>
                </a:cubicBezTo>
                <a:lnTo>
                  <a:pt x="756" y="717"/>
                </a:lnTo>
                <a:lnTo>
                  <a:pt x="756" y="640"/>
                </a:lnTo>
                <a:cubicBezTo>
                  <a:pt x="848" y="616"/>
                  <a:pt x="917" y="530"/>
                  <a:pt x="917" y="431"/>
                </a:cubicBezTo>
                <a:cubicBezTo>
                  <a:pt x="917" y="331"/>
                  <a:pt x="847" y="242"/>
                  <a:pt x="751" y="220"/>
                </a:cubicBezTo>
                <a:cubicBezTo>
                  <a:pt x="728" y="94"/>
                  <a:pt x="617" y="0"/>
                  <a:pt x="485" y="0"/>
                </a:cubicBezTo>
                <a:cubicBezTo>
                  <a:pt x="378" y="0"/>
                  <a:pt x="280" y="64"/>
                  <a:pt x="237" y="160"/>
                </a:cubicBezTo>
                <a:cubicBezTo>
                  <a:pt x="106" y="163"/>
                  <a:pt x="0" y="272"/>
                  <a:pt x="0" y="404"/>
                </a:cubicBezTo>
                <a:cubicBezTo>
                  <a:pt x="0" y="509"/>
                  <a:pt x="68" y="599"/>
                  <a:pt x="161" y="632"/>
                </a:cubicBezTo>
                <a:lnTo>
                  <a:pt x="161" y="717"/>
                </a:lnTo>
                <a:lnTo>
                  <a:pt x="115" y="763"/>
                </a:lnTo>
                <a:cubicBezTo>
                  <a:pt x="105" y="758"/>
                  <a:pt x="93" y="755"/>
                  <a:pt x="81" y="755"/>
                </a:cubicBezTo>
                <a:cubicBezTo>
                  <a:pt x="35" y="755"/>
                  <a:pt x="-3" y="794"/>
                  <a:pt x="1" y="841"/>
                </a:cubicBezTo>
                <a:cubicBezTo>
                  <a:pt x="3" y="881"/>
                  <a:pt x="35" y="913"/>
                  <a:pt x="75" y="916"/>
                </a:cubicBezTo>
                <a:cubicBezTo>
                  <a:pt x="122" y="919"/>
                  <a:pt x="161" y="882"/>
                  <a:pt x="161" y="835"/>
                </a:cubicBezTo>
                <a:cubicBezTo>
                  <a:pt x="161" y="823"/>
                  <a:pt x="158" y="811"/>
                  <a:pt x="153" y="801"/>
                </a:cubicBezTo>
                <a:lnTo>
                  <a:pt x="207" y="747"/>
                </a:lnTo>
                <a:cubicBezTo>
                  <a:pt x="212" y="742"/>
                  <a:pt x="215" y="735"/>
                  <a:pt x="215" y="728"/>
                </a:cubicBezTo>
                <a:lnTo>
                  <a:pt x="215" y="648"/>
                </a:lnTo>
                <a:lnTo>
                  <a:pt x="324" y="648"/>
                </a:lnTo>
                <a:lnTo>
                  <a:pt x="324" y="760"/>
                </a:lnTo>
                <a:cubicBezTo>
                  <a:pt x="292" y="772"/>
                  <a:pt x="268" y="804"/>
                  <a:pt x="271" y="841"/>
                </a:cubicBezTo>
                <a:cubicBezTo>
                  <a:pt x="274" y="881"/>
                  <a:pt x="306" y="913"/>
                  <a:pt x="345" y="916"/>
                </a:cubicBezTo>
                <a:cubicBezTo>
                  <a:pt x="392" y="919"/>
                  <a:pt x="432" y="882"/>
                  <a:pt x="432" y="836"/>
                </a:cubicBezTo>
                <a:cubicBezTo>
                  <a:pt x="432" y="801"/>
                  <a:pt x="409" y="771"/>
                  <a:pt x="378" y="760"/>
                </a:cubicBezTo>
                <a:lnTo>
                  <a:pt x="378" y="648"/>
                </a:lnTo>
                <a:lnTo>
                  <a:pt x="539" y="648"/>
                </a:lnTo>
                <a:lnTo>
                  <a:pt x="539" y="760"/>
                </a:lnTo>
                <a:cubicBezTo>
                  <a:pt x="506" y="772"/>
                  <a:pt x="483" y="804"/>
                  <a:pt x="486" y="841"/>
                </a:cubicBezTo>
                <a:cubicBezTo>
                  <a:pt x="488" y="881"/>
                  <a:pt x="520" y="913"/>
                  <a:pt x="560" y="916"/>
                </a:cubicBezTo>
                <a:cubicBezTo>
                  <a:pt x="607" y="919"/>
                  <a:pt x="646" y="882"/>
                  <a:pt x="646" y="836"/>
                </a:cubicBezTo>
                <a:cubicBezTo>
                  <a:pt x="646" y="801"/>
                  <a:pt x="624" y="771"/>
                  <a:pt x="593" y="760"/>
                </a:cubicBezTo>
                <a:lnTo>
                  <a:pt x="593" y="648"/>
                </a:lnTo>
                <a:lnTo>
                  <a:pt x="702" y="648"/>
                </a:lnTo>
                <a:lnTo>
                  <a:pt x="702" y="728"/>
                </a:lnTo>
                <a:cubicBezTo>
                  <a:pt x="702" y="735"/>
                  <a:pt x="705" y="742"/>
                  <a:pt x="710" y="747"/>
                </a:cubicBezTo>
                <a:lnTo>
                  <a:pt x="764" y="801"/>
                </a:lnTo>
                <a:cubicBezTo>
                  <a:pt x="759" y="812"/>
                  <a:pt x="756" y="823"/>
                  <a:pt x="756" y="836"/>
                </a:cubicBezTo>
                <a:cubicBezTo>
                  <a:pt x="756" y="882"/>
                  <a:pt x="795" y="919"/>
                  <a:pt x="842" y="916"/>
                </a:cubicBezTo>
                <a:cubicBezTo>
                  <a:pt x="882" y="913"/>
                  <a:pt x="914" y="881"/>
                  <a:pt x="916" y="841"/>
                </a:cubicBezTo>
                <a:cubicBezTo>
                  <a:pt x="919" y="794"/>
                  <a:pt x="882" y="755"/>
                  <a:pt x="836" y="75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8" name="Google Shape;968;p75"/>
          <p:cNvSpPr/>
          <p:nvPr/>
        </p:nvSpPr>
        <p:spPr>
          <a:xfrm>
            <a:off x="1541055" y="2883610"/>
            <a:ext cx="464991" cy="463978"/>
          </a:xfrm>
          <a:custGeom>
            <a:avLst/>
            <a:gdLst/>
            <a:ahLst/>
            <a:cxnLst/>
            <a:rect l="l" t="t" r="r" b="b"/>
            <a:pathLst>
              <a:path w="916" h="914" extrusionOk="0">
                <a:moveTo>
                  <a:pt x="270" y="456"/>
                </a:moveTo>
                <a:cubicBezTo>
                  <a:pt x="270" y="471"/>
                  <a:pt x="281" y="483"/>
                  <a:pt x="296" y="483"/>
                </a:cubicBezTo>
                <a:cubicBezTo>
                  <a:pt x="310" y="483"/>
                  <a:pt x="323" y="471"/>
                  <a:pt x="323" y="456"/>
                </a:cubicBezTo>
                <a:cubicBezTo>
                  <a:pt x="323" y="441"/>
                  <a:pt x="311" y="429"/>
                  <a:pt x="296" y="429"/>
                </a:cubicBezTo>
                <a:cubicBezTo>
                  <a:pt x="282" y="429"/>
                  <a:pt x="270" y="441"/>
                  <a:pt x="270" y="456"/>
                </a:cubicBezTo>
                <a:moveTo>
                  <a:pt x="109" y="322"/>
                </a:moveTo>
                <a:cubicBezTo>
                  <a:pt x="109" y="331"/>
                  <a:pt x="107" y="340"/>
                  <a:pt x="107" y="349"/>
                </a:cubicBezTo>
                <a:lnTo>
                  <a:pt x="107" y="564"/>
                </a:lnTo>
                <a:cubicBezTo>
                  <a:pt x="107" y="747"/>
                  <a:pt x="251" y="899"/>
                  <a:pt x="431" y="913"/>
                </a:cubicBezTo>
                <a:lnTo>
                  <a:pt x="431" y="753"/>
                </a:lnTo>
                <a:lnTo>
                  <a:pt x="405" y="753"/>
                </a:lnTo>
                <a:cubicBezTo>
                  <a:pt x="391" y="753"/>
                  <a:pt x="380" y="744"/>
                  <a:pt x="377" y="731"/>
                </a:cubicBezTo>
                <a:cubicBezTo>
                  <a:pt x="375" y="714"/>
                  <a:pt x="388" y="700"/>
                  <a:pt x="404" y="700"/>
                </a:cubicBezTo>
                <a:lnTo>
                  <a:pt x="431" y="700"/>
                </a:lnTo>
                <a:lnTo>
                  <a:pt x="431" y="280"/>
                </a:lnTo>
                <a:cubicBezTo>
                  <a:pt x="391" y="307"/>
                  <a:pt x="345" y="322"/>
                  <a:pt x="297" y="322"/>
                </a:cubicBezTo>
                <a:lnTo>
                  <a:pt x="109" y="322"/>
                </a:lnTo>
                <a:moveTo>
                  <a:pt x="377" y="456"/>
                </a:moveTo>
                <a:cubicBezTo>
                  <a:pt x="377" y="500"/>
                  <a:pt x="341" y="536"/>
                  <a:pt x="296" y="536"/>
                </a:cubicBezTo>
                <a:cubicBezTo>
                  <a:pt x="252" y="536"/>
                  <a:pt x="216" y="500"/>
                  <a:pt x="216" y="456"/>
                </a:cubicBezTo>
                <a:cubicBezTo>
                  <a:pt x="216" y="411"/>
                  <a:pt x="252" y="375"/>
                  <a:pt x="296" y="375"/>
                </a:cubicBezTo>
                <a:cubicBezTo>
                  <a:pt x="341" y="375"/>
                  <a:pt x="377" y="411"/>
                  <a:pt x="377" y="456"/>
                </a:cubicBezTo>
                <a:moveTo>
                  <a:pt x="861" y="326"/>
                </a:moveTo>
                <a:cubicBezTo>
                  <a:pt x="861" y="334"/>
                  <a:pt x="862" y="341"/>
                  <a:pt x="862" y="349"/>
                </a:cubicBezTo>
                <a:lnTo>
                  <a:pt x="862" y="563"/>
                </a:lnTo>
                <a:cubicBezTo>
                  <a:pt x="862" y="589"/>
                  <a:pt x="859" y="617"/>
                  <a:pt x="854" y="643"/>
                </a:cubicBezTo>
                <a:cubicBezTo>
                  <a:pt x="889" y="635"/>
                  <a:pt x="916" y="601"/>
                  <a:pt x="916" y="563"/>
                </a:cubicBezTo>
                <a:lnTo>
                  <a:pt x="916" y="402"/>
                </a:lnTo>
                <a:cubicBezTo>
                  <a:pt x="916" y="367"/>
                  <a:pt x="893" y="337"/>
                  <a:pt x="861" y="326"/>
                </a:cubicBezTo>
                <a:moveTo>
                  <a:pt x="53" y="564"/>
                </a:moveTo>
                <a:lnTo>
                  <a:pt x="53" y="492"/>
                </a:lnTo>
                <a:lnTo>
                  <a:pt x="14" y="632"/>
                </a:lnTo>
                <a:cubicBezTo>
                  <a:pt x="4" y="658"/>
                  <a:pt x="-1" y="686"/>
                  <a:pt x="0" y="714"/>
                </a:cubicBezTo>
                <a:cubicBezTo>
                  <a:pt x="3" y="826"/>
                  <a:pt x="97" y="914"/>
                  <a:pt x="210" y="914"/>
                </a:cubicBezTo>
                <a:lnTo>
                  <a:pt x="257" y="914"/>
                </a:lnTo>
                <a:cubicBezTo>
                  <a:pt x="137" y="845"/>
                  <a:pt x="53" y="713"/>
                  <a:pt x="53" y="564"/>
                </a:cubicBezTo>
                <a:moveTo>
                  <a:pt x="645" y="859"/>
                </a:moveTo>
                <a:cubicBezTo>
                  <a:pt x="705" y="821"/>
                  <a:pt x="754" y="765"/>
                  <a:pt x="781" y="700"/>
                </a:cubicBezTo>
                <a:lnTo>
                  <a:pt x="645" y="700"/>
                </a:lnTo>
                <a:lnTo>
                  <a:pt x="645" y="859"/>
                </a:lnTo>
                <a:moveTo>
                  <a:pt x="618" y="429"/>
                </a:moveTo>
                <a:cubicBezTo>
                  <a:pt x="603" y="429"/>
                  <a:pt x="591" y="442"/>
                  <a:pt x="591" y="456"/>
                </a:cubicBezTo>
                <a:cubicBezTo>
                  <a:pt x="591" y="471"/>
                  <a:pt x="603" y="482"/>
                  <a:pt x="618" y="482"/>
                </a:cubicBezTo>
                <a:cubicBezTo>
                  <a:pt x="633" y="482"/>
                  <a:pt x="645" y="470"/>
                  <a:pt x="645" y="456"/>
                </a:cubicBezTo>
                <a:cubicBezTo>
                  <a:pt x="645" y="441"/>
                  <a:pt x="633" y="429"/>
                  <a:pt x="618" y="429"/>
                </a:cubicBezTo>
                <a:moveTo>
                  <a:pt x="645" y="55"/>
                </a:moveTo>
                <a:lnTo>
                  <a:pt x="645" y="381"/>
                </a:lnTo>
                <a:cubicBezTo>
                  <a:pt x="677" y="392"/>
                  <a:pt x="699" y="422"/>
                  <a:pt x="699" y="457"/>
                </a:cubicBezTo>
                <a:cubicBezTo>
                  <a:pt x="699" y="492"/>
                  <a:pt x="677" y="521"/>
                  <a:pt x="645" y="532"/>
                </a:cubicBezTo>
                <a:lnTo>
                  <a:pt x="645" y="646"/>
                </a:lnTo>
                <a:lnTo>
                  <a:pt x="799" y="646"/>
                </a:lnTo>
                <a:cubicBezTo>
                  <a:pt x="805" y="620"/>
                  <a:pt x="809" y="592"/>
                  <a:pt x="809" y="564"/>
                </a:cubicBezTo>
                <a:lnTo>
                  <a:pt x="809" y="349"/>
                </a:lnTo>
                <a:cubicBezTo>
                  <a:pt x="809" y="226"/>
                  <a:pt x="742" y="117"/>
                  <a:pt x="645" y="55"/>
                </a:cubicBezTo>
                <a:moveTo>
                  <a:pt x="131" y="222"/>
                </a:moveTo>
                <a:cubicBezTo>
                  <a:pt x="125" y="237"/>
                  <a:pt x="122" y="253"/>
                  <a:pt x="118" y="269"/>
                </a:cubicBezTo>
                <a:lnTo>
                  <a:pt x="297" y="269"/>
                </a:lnTo>
                <a:cubicBezTo>
                  <a:pt x="348" y="269"/>
                  <a:pt x="396" y="247"/>
                  <a:pt x="431" y="211"/>
                </a:cubicBezTo>
                <a:lnTo>
                  <a:pt x="431" y="0"/>
                </a:lnTo>
                <a:cubicBezTo>
                  <a:pt x="297" y="10"/>
                  <a:pt x="180" y="97"/>
                  <a:pt x="131" y="222"/>
                </a:cubicBezTo>
                <a:moveTo>
                  <a:pt x="538" y="457"/>
                </a:moveTo>
                <a:cubicBezTo>
                  <a:pt x="538" y="422"/>
                  <a:pt x="561" y="392"/>
                  <a:pt x="592" y="381"/>
                </a:cubicBezTo>
                <a:lnTo>
                  <a:pt x="592" y="27"/>
                </a:lnTo>
                <a:cubicBezTo>
                  <a:pt x="558" y="13"/>
                  <a:pt x="522" y="3"/>
                  <a:pt x="485" y="0"/>
                </a:cubicBezTo>
                <a:lnTo>
                  <a:pt x="485" y="700"/>
                </a:lnTo>
                <a:lnTo>
                  <a:pt x="511" y="700"/>
                </a:lnTo>
                <a:cubicBezTo>
                  <a:pt x="525" y="700"/>
                  <a:pt x="537" y="710"/>
                  <a:pt x="538" y="724"/>
                </a:cubicBezTo>
                <a:cubicBezTo>
                  <a:pt x="539" y="740"/>
                  <a:pt x="527" y="753"/>
                  <a:pt x="511" y="753"/>
                </a:cubicBezTo>
                <a:lnTo>
                  <a:pt x="485" y="753"/>
                </a:lnTo>
                <a:lnTo>
                  <a:pt x="485" y="913"/>
                </a:lnTo>
                <a:cubicBezTo>
                  <a:pt x="522" y="910"/>
                  <a:pt x="558" y="901"/>
                  <a:pt x="592" y="887"/>
                </a:cubicBezTo>
                <a:lnTo>
                  <a:pt x="592" y="532"/>
                </a:lnTo>
                <a:cubicBezTo>
                  <a:pt x="561" y="521"/>
                  <a:pt x="538" y="492"/>
                  <a:pt x="538" y="457"/>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9" name="Google Shape;969;p75"/>
          <p:cNvSpPr/>
          <p:nvPr/>
        </p:nvSpPr>
        <p:spPr>
          <a:xfrm>
            <a:off x="723257" y="2911022"/>
            <a:ext cx="464484" cy="408646"/>
          </a:xfrm>
          <a:custGeom>
            <a:avLst/>
            <a:gdLst/>
            <a:ahLst/>
            <a:cxnLst/>
            <a:rect l="l" t="t" r="r" b="b"/>
            <a:pathLst>
              <a:path w="915" h="805" extrusionOk="0">
                <a:moveTo>
                  <a:pt x="537" y="402"/>
                </a:moveTo>
                <a:cubicBezTo>
                  <a:pt x="537" y="358"/>
                  <a:pt x="501" y="322"/>
                  <a:pt x="457" y="322"/>
                </a:cubicBezTo>
                <a:cubicBezTo>
                  <a:pt x="412" y="322"/>
                  <a:pt x="377" y="358"/>
                  <a:pt x="377" y="402"/>
                </a:cubicBezTo>
                <a:cubicBezTo>
                  <a:pt x="377" y="455"/>
                  <a:pt x="415" y="481"/>
                  <a:pt x="455" y="482"/>
                </a:cubicBezTo>
                <a:cubicBezTo>
                  <a:pt x="496" y="482"/>
                  <a:pt x="537" y="456"/>
                  <a:pt x="537" y="402"/>
                </a:cubicBezTo>
                <a:moveTo>
                  <a:pt x="457" y="429"/>
                </a:moveTo>
                <a:cubicBezTo>
                  <a:pt x="442" y="429"/>
                  <a:pt x="430" y="417"/>
                  <a:pt x="430" y="402"/>
                </a:cubicBezTo>
                <a:cubicBezTo>
                  <a:pt x="430" y="388"/>
                  <a:pt x="442" y="376"/>
                  <a:pt x="457" y="376"/>
                </a:cubicBezTo>
                <a:cubicBezTo>
                  <a:pt x="472" y="376"/>
                  <a:pt x="484" y="388"/>
                  <a:pt x="484" y="402"/>
                </a:cubicBezTo>
                <a:cubicBezTo>
                  <a:pt x="484" y="417"/>
                  <a:pt x="472" y="429"/>
                  <a:pt x="457" y="429"/>
                </a:cubicBezTo>
                <a:moveTo>
                  <a:pt x="862" y="649"/>
                </a:moveTo>
                <a:lnTo>
                  <a:pt x="862" y="156"/>
                </a:lnTo>
                <a:cubicBezTo>
                  <a:pt x="895" y="144"/>
                  <a:pt x="918" y="112"/>
                  <a:pt x="915" y="76"/>
                </a:cubicBezTo>
                <a:cubicBezTo>
                  <a:pt x="912" y="36"/>
                  <a:pt x="880" y="4"/>
                  <a:pt x="841" y="1"/>
                </a:cubicBezTo>
                <a:cubicBezTo>
                  <a:pt x="803" y="-1"/>
                  <a:pt x="771" y="22"/>
                  <a:pt x="759" y="55"/>
                </a:cubicBezTo>
                <a:lnTo>
                  <a:pt x="155" y="55"/>
                </a:lnTo>
                <a:cubicBezTo>
                  <a:pt x="144" y="22"/>
                  <a:pt x="111" y="-1"/>
                  <a:pt x="74" y="1"/>
                </a:cubicBezTo>
                <a:cubicBezTo>
                  <a:pt x="34" y="4"/>
                  <a:pt x="2" y="36"/>
                  <a:pt x="0" y="76"/>
                </a:cubicBezTo>
                <a:cubicBezTo>
                  <a:pt x="-3" y="112"/>
                  <a:pt x="20" y="144"/>
                  <a:pt x="53" y="156"/>
                </a:cubicBezTo>
                <a:lnTo>
                  <a:pt x="53" y="649"/>
                </a:lnTo>
                <a:cubicBezTo>
                  <a:pt x="20" y="660"/>
                  <a:pt x="-3" y="693"/>
                  <a:pt x="0" y="730"/>
                </a:cubicBezTo>
                <a:cubicBezTo>
                  <a:pt x="2" y="770"/>
                  <a:pt x="34" y="802"/>
                  <a:pt x="74" y="804"/>
                </a:cubicBezTo>
                <a:cubicBezTo>
                  <a:pt x="111" y="807"/>
                  <a:pt x="144" y="784"/>
                  <a:pt x="155" y="751"/>
                </a:cubicBezTo>
                <a:lnTo>
                  <a:pt x="759" y="751"/>
                </a:lnTo>
                <a:cubicBezTo>
                  <a:pt x="771" y="784"/>
                  <a:pt x="803" y="807"/>
                  <a:pt x="841" y="804"/>
                </a:cubicBezTo>
                <a:cubicBezTo>
                  <a:pt x="880" y="802"/>
                  <a:pt x="912" y="770"/>
                  <a:pt x="915" y="730"/>
                </a:cubicBezTo>
                <a:cubicBezTo>
                  <a:pt x="918" y="693"/>
                  <a:pt x="895" y="660"/>
                  <a:pt x="862" y="649"/>
                </a:cubicBezTo>
                <a:moveTo>
                  <a:pt x="808" y="649"/>
                </a:moveTo>
                <a:cubicBezTo>
                  <a:pt x="785" y="657"/>
                  <a:pt x="768" y="675"/>
                  <a:pt x="759" y="697"/>
                </a:cubicBezTo>
                <a:lnTo>
                  <a:pt x="155" y="697"/>
                </a:lnTo>
                <a:cubicBezTo>
                  <a:pt x="147" y="675"/>
                  <a:pt x="129" y="657"/>
                  <a:pt x="107" y="649"/>
                </a:cubicBezTo>
                <a:lnTo>
                  <a:pt x="107" y="472"/>
                </a:lnTo>
                <a:cubicBezTo>
                  <a:pt x="173" y="538"/>
                  <a:pt x="304" y="644"/>
                  <a:pt x="457" y="644"/>
                </a:cubicBezTo>
                <a:cubicBezTo>
                  <a:pt x="609" y="644"/>
                  <a:pt x="742" y="538"/>
                  <a:pt x="808" y="472"/>
                </a:cubicBezTo>
                <a:lnTo>
                  <a:pt x="808" y="649"/>
                </a:lnTo>
                <a:moveTo>
                  <a:pt x="323" y="402"/>
                </a:moveTo>
                <a:cubicBezTo>
                  <a:pt x="323" y="226"/>
                  <a:pt x="591" y="227"/>
                  <a:pt x="591" y="402"/>
                </a:cubicBezTo>
                <a:cubicBezTo>
                  <a:pt x="591" y="477"/>
                  <a:pt x="531" y="537"/>
                  <a:pt x="457" y="537"/>
                </a:cubicBezTo>
                <a:cubicBezTo>
                  <a:pt x="383" y="537"/>
                  <a:pt x="323" y="477"/>
                  <a:pt x="323" y="402"/>
                </a:cubicBezTo>
                <a:moveTo>
                  <a:pt x="457" y="161"/>
                </a:moveTo>
                <a:cubicBezTo>
                  <a:pt x="305" y="161"/>
                  <a:pt x="173" y="267"/>
                  <a:pt x="107" y="333"/>
                </a:cubicBezTo>
                <a:lnTo>
                  <a:pt x="107" y="156"/>
                </a:lnTo>
                <a:cubicBezTo>
                  <a:pt x="129" y="148"/>
                  <a:pt x="147" y="130"/>
                  <a:pt x="155" y="107"/>
                </a:cubicBezTo>
                <a:lnTo>
                  <a:pt x="759" y="107"/>
                </a:lnTo>
                <a:cubicBezTo>
                  <a:pt x="768" y="130"/>
                  <a:pt x="785" y="148"/>
                  <a:pt x="808" y="156"/>
                </a:cubicBezTo>
                <a:lnTo>
                  <a:pt x="808" y="333"/>
                </a:lnTo>
                <a:cubicBezTo>
                  <a:pt x="741" y="267"/>
                  <a:pt x="610" y="161"/>
                  <a:pt x="457" y="161"/>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0" name="Google Shape;970;p75"/>
          <p:cNvSpPr/>
          <p:nvPr/>
        </p:nvSpPr>
        <p:spPr>
          <a:xfrm>
            <a:off x="7975307" y="2150076"/>
            <a:ext cx="464991" cy="464994"/>
          </a:xfrm>
          <a:custGeom>
            <a:avLst/>
            <a:gdLst/>
            <a:ahLst/>
            <a:cxnLst/>
            <a:rect l="l" t="t" r="r" b="b"/>
            <a:pathLst>
              <a:path w="916" h="916" extrusionOk="0">
                <a:moveTo>
                  <a:pt x="130" y="288"/>
                </a:moveTo>
                <a:cubicBezTo>
                  <a:pt x="116" y="277"/>
                  <a:pt x="99" y="270"/>
                  <a:pt x="80" y="270"/>
                </a:cubicBezTo>
                <a:cubicBezTo>
                  <a:pt x="36" y="270"/>
                  <a:pt x="0" y="306"/>
                  <a:pt x="0" y="351"/>
                </a:cubicBezTo>
                <a:cubicBezTo>
                  <a:pt x="0" y="369"/>
                  <a:pt x="7" y="386"/>
                  <a:pt x="17" y="400"/>
                </a:cubicBezTo>
                <a:cubicBezTo>
                  <a:pt x="39" y="350"/>
                  <a:pt x="79" y="309"/>
                  <a:pt x="130" y="288"/>
                </a:cubicBezTo>
                <a:moveTo>
                  <a:pt x="53" y="485"/>
                </a:moveTo>
                <a:lnTo>
                  <a:pt x="134" y="485"/>
                </a:lnTo>
                <a:cubicBezTo>
                  <a:pt x="178" y="485"/>
                  <a:pt x="214" y="449"/>
                  <a:pt x="214" y="405"/>
                </a:cubicBezTo>
                <a:lnTo>
                  <a:pt x="214" y="324"/>
                </a:lnTo>
                <a:cubicBezTo>
                  <a:pt x="126" y="324"/>
                  <a:pt x="53" y="396"/>
                  <a:pt x="53" y="485"/>
                </a:cubicBezTo>
                <a:moveTo>
                  <a:pt x="325" y="608"/>
                </a:moveTo>
                <a:cubicBezTo>
                  <a:pt x="330" y="605"/>
                  <a:pt x="334" y="600"/>
                  <a:pt x="337" y="595"/>
                </a:cubicBezTo>
                <a:cubicBezTo>
                  <a:pt x="416" y="484"/>
                  <a:pt x="362" y="367"/>
                  <a:pt x="268" y="334"/>
                </a:cubicBezTo>
                <a:lnTo>
                  <a:pt x="268" y="495"/>
                </a:lnTo>
                <a:cubicBezTo>
                  <a:pt x="268" y="519"/>
                  <a:pt x="248" y="539"/>
                  <a:pt x="224" y="539"/>
                </a:cubicBezTo>
                <a:lnTo>
                  <a:pt x="63" y="539"/>
                </a:lnTo>
                <a:cubicBezTo>
                  <a:pt x="97" y="632"/>
                  <a:pt x="213" y="687"/>
                  <a:pt x="325" y="608"/>
                </a:cubicBezTo>
                <a:moveTo>
                  <a:pt x="509" y="431"/>
                </a:moveTo>
                <a:lnTo>
                  <a:pt x="536" y="431"/>
                </a:lnTo>
                <a:lnTo>
                  <a:pt x="536" y="512"/>
                </a:lnTo>
                <a:cubicBezTo>
                  <a:pt x="536" y="527"/>
                  <a:pt x="548" y="539"/>
                  <a:pt x="563" y="539"/>
                </a:cubicBezTo>
                <a:lnTo>
                  <a:pt x="645" y="539"/>
                </a:lnTo>
                <a:lnTo>
                  <a:pt x="645" y="592"/>
                </a:lnTo>
                <a:lnTo>
                  <a:pt x="753" y="592"/>
                </a:lnTo>
                <a:lnTo>
                  <a:pt x="753" y="539"/>
                </a:lnTo>
                <a:lnTo>
                  <a:pt x="833" y="539"/>
                </a:lnTo>
                <a:cubicBezTo>
                  <a:pt x="848" y="539"/>
                  <a:pt x="860" y="527"/>
                  <a:pt x="860" y="512"/>
                </a:cubicBezTo>
                <a:lnTo>
                  <a:pt x="860" y="431"/>
                </a:lnTo>
                <a:lnTo>
                  <a:pt x="888" y="431"/>
                </a:lnTo>
                <a:cubicBezTo>
                  <a:pt x="901" y="431"/>
                  <a:pt x="913" y="422"/>
                  <a:pt x="915" y="409"/>
                </a:cubicBezTo>
                <a:cubicBezTo>
                  <a:pt x="918" y="392"/>
                  <a:pt x="905" y="378"/>
                  <a:pt x="889" y="378"/>
                </a:cubicBezTo>
                <a:lnTo>
                  <a:pt x="860" y="378"/>
                </a:lnTo>
                <a:cubicBezTo>
                  <a:pt x="860" y="289"/>
                  <a:pt x="788" y="217"/>
                  <a:pt x="699" y="217"/>
                </a:cubicBezTo>
                <a:cubicBezTo>
                  <a:pt x="610" y="217"/>
                  <a:pt x="536" y="289"/>
                  <a:pt x="536" y="378"/>
                </a:cubicBezTo>
                <a:lnTo>
                  <a:pt x="510" y="378"/>
                </a:lnTo>
                <a:cubicBezTo>
                  <a:pt x="497" y="378"/>
                  <a:pt x="485" y="387"/>
                  <a:pt x="483" y="400"/>
                </a:cubicBezTo>
                <a:cubicBezTo>
                  <a:pt x="480" y="417"/>
                  <a:pt x="493" y="431"/>
                  <a:pt x="509" y="431"/>
                </a:cubicBezTo>
                <a:moveTo>
                  <a:pt x="752" y="377"/>
                </a:moveTo>
                <a:cubicBezTo>
                  <a:pt x="767" y="377"/>
                  <a:pt x="779" y="389"/>
                  <a:pt x="779" y="404"/>
                </a:cubicBezTo>
                <a:cubicBezTo>
                  <a:pt x="779" y="419"/>
                  <a:pt x="767" y="431"/>
                  <a:pt x="752" y="431"/>
                </a:cubicBezTo>
                <a:cubicBezTo>
                  <a:pt x="737" y="431"/>
                  <a:pt x="726" y="419"/>
                  <a:pt x="726" y="404"/>
                </a:cubicBezTo>
                <a:cubicBezTo>
                  <a:pt x="725" y="389"/>
                  <a:pt x="737" y="377"/>
                  <a:pt x="752" y="377"/>
                </a:cubicBezTo>
                <a:moveTo>
                  <a:pt x="645" y="377"/>
                </a:moveTo>
                <a:cubicBezTo>
                  <a:pt x="660" y="377"/>
                  <a:pt x="672" y="389"/>
                  <a:pt x="672" y="404"/>
                </a:cubicBezTo>
                <a:cubicBezTo>
                  <a:pt x="672" y="419"/>
                  <a:pt x="660" y="431"/>
                  <a:pt x="645" y="431"/>
                </a:cubicBezTo>
                <a:cubicBezTo>
                  <a:pt x="630" y="431"/>
                  <a:pt x="618" y="419"/>
                  <a:pt x="618" y="404"/>
                </a:cubicBezTo>
                <a:cubicBezTo>
                  <a:pt x="618" y="389"/>
                  <a:pt x="630" y="377"/>
                  <a:pt x="645" y="377"/>
                </a:cubicBezTo>
                <a:moveTo>
                  <a:pt x="833" y="646"/>
                </a:moveTo>
                <a:lnTo>
                  <a:pt x="563" y="646"/>
                </a:lnTo>
                <a:cubicBezTo>
                  <a:pt x="519" y="646"/>
                  <a:pt x="483" y="682"/>
                  <a:pt x="483" y="726"/>
                </a:cubicBezTo>
                <a:lnTo>
                  <a:pt x="483" y="889"/>
                </a:lnTo>
                <a:cubicBezTo>
                  <a:pt x="483" y="904"/>
                  <a:pt x="495" y="916"/>
                  <a:pt x="509" y="916"/>
                </a:cubicBezTo>
                <a:lnTo>
                  <a:pt x="889" y="916"/>
                </a:lnTo>
                <a:cubicBezTo>
                  <a:pt x="904" y="916"/>
                  <a:pt x="916" y="904"/>
                  <a:pt x="916" y="889"/>
                </a:cubicBezTo>
                <a:lnTo>
                  <a:pt x="916" y="727"/>
                </a:lnTo>
                <a:cubicBezTo>
                  <a:pt x="916" y="682"/>
                  <a:pt x="878" y="646"/>
                  <a:pt x="833" y="646"/>
                </a:cubicBezTo>
                <a:moveTo>
                  <a:pt x="563" y="753"/>
                </a:moveTo>
                <a:cubicBezTo>
                  <a:pt x="548" y="753"/>
                  <a:pt x="536" y="741"/>
                  <a:pt x="536" y="726"/>
                </a:cubicBezTo>
                <a:cubicBezTo>
                  <a:pt x="536" y="711"/>
                  <a:pt x="548" y="699"/>
                  <a:pt x="563" y="699"/>
                </a:cubicBezTo>
                <a:cubicBezTo>
                  <a:pt x="578" y="699"/>
                  <a:pt x="590" y="711"/>
                  <a:pt x="590" y="726"/>
                </a:cubicBezTo>
                <a:cubicBezTo>
                  <a:pt x="590" y="741"/>
                  <a:pt x="578" y="753"/>
                  <a:pt x="563" y="753"/>
                </a:cubicBezTo>
                <a:moveTo>
                  <a:pt x="833" y="753"/>
                </a:moveTo>
                <a:cubicBezTo>
                  <a:pt x="818" y="753"/>
                  <a:pt x="806" y="741"/>
                  <a:pt x="806" y="726"/>
                </a:cubicBezTo>
                <a:cubicBezTo>
                  <a:pt x="806" y="711"/>
                  <a:pt x="818" y="699"/>
                  <a:pt x="833" y="699"/>
                </a:cubicBezTo>
                <a:cubicBezTo>
                  <a:pt x="848" y="699"/>
                  <a:pt x="859" y="711"/>
                  <a:pt x="859" y="726"/>
                </a:cubicBezTo>
                <a:cubicBezTo>
                  <a:pt x="860" y="741"/>
                  <a:pt x="848" y="753"/>
                  <a:pt x="833" y="753"/>
                </a:cubicBezTo>
                <a:moveTo>
                  <a:pt x="355" y="646"/>
                </a:moveTo>
                <a:cubicBezTo>
                  <a:pt x="317" y="679"/>
                  <a:pt x="268" y="700"/>
                  <a:pt x="214" y="700"/>
                </a:cubicBezTo>
                <a:cubicBezTo>
                  <a:pt x="161" y="700"/>
                  <a:pt x="112" y="680"/>
                  <a:pt x="74" y="646"/>
                </a:cubicBezTo>
                <a:cubicBezTo>
                  <a:pt x="29" y="686"/>
                  <a:pt x="0" y="745"/>
                  <a:pt x="0" y="809"/>
                </a:cubicBezTo>
                <a:lnTo>
                  <a:pt x="0" y="889"/>
                </a:lnTo>
                <a:cubicBezTo>
                  <a:pt x="0" y="904"/>
                  <a:pt x="12" y="916"/>
                  <a:pt x="27" y="916"/>
                </a:cubicBezTo>
                <a:lnTo>
                  <a:pt x="402" y="916"/>
                </a:lnTo>
                <a:cubicBezTo>
                  <a:pt x="417" y="916"/>
                  <a:pt x="429" y="904"/>
                  <a:pt x="429" y="889"/>
                </a:cubicBezTo>
                <a:lnTo>
                  <a:pt x="429" y="809"/>
                </a:lnTo>
                <a:cubicBezTo>
                  <a:pt x="429" y="745"/>
                  <a:pt x="400" y="686"/>
                  <a:pt x="355" y="646"/>
                </a:cubicBezTo>
                <a:moveTo>
                  <a:pt x="617" y="99"/>
                </a:moveTo>
                <a:cubicBezTo>
                  <a:pt x="617" y="44"/>
                  <a:pt x="574" y="0"/>
                  <a:pt x="522" y="0"/>
                </a:cubicBezTo>
                <a:cubicBezTo>
                  <a:pt x="493" y="0"/>
                  <a:pt x="471" y="14"/>
                  <a:pt x="456" y="31"/>
                </a:cubicBezTo>
                <a:cubicBezTo>
                  <a:pt x="440" y="14"/>
                  <a:pt x="418" y="0"/>
                  <a:pt x="389" y="0"/>
                </a:cubicBezTo>
                <a:cubicBezTo>
                  <a:pt x="337" y="0"/>
                  <a:pt x="296" y="44"/>
                  <a:pt x="296" y="99"/>
                </a:cubicBezTo>
                <a:cubicBezTo>
                  <a:pt x="296" y="157"/>
                  <a:pt x="341" y="198"/>
                  <a:pt x="404" y="250"/>
                </a:cubicBezTo>
                <a:cubicBezTo>
                  <a:pt x="414" y="260"/>
                  <a:pt x="426" y="269"/>
                  <a:pt x="438" y="280"/>
                </a:cubicBezTo>
                <a:cubicBezTo>
                  <a:pt x="443" y="284"/>
                  <a:pt x="450" y="286"/>
                  <a:pt x="456" y="286"/>
                </a:cubicBezTo>
                <a:cubicBezTo>
                  <a:pt x="463" y="286"/>
                  <a:pt x="468" y="284"/>
                  <a:pt x="473" y="280"/>
                </a:cubicBezTo>
                <a:cubicBezTo>
                  <a:pt x="485" y="269"/>
                  <a:pt x="497" y="260"/>
                  <a:pt x="507" y="250"/>
                </a:cubicBezTo>
                <a:cubicBezTo>
                  <a:pt x="557" y="209"/>
                  <a:pt x="617" y="163"/>
                  <a:pt x="617" y="9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1" name="Google Shape;971;p75"/>
          <p:cNvSpPr/>
          <p:nvPr/>
        </p:nvSpPr>
        <p:spPr>
          <a:xfrm>
            <a:off x="7207766" y="2150076"/>
            <a:ext cx="408137" cy="464994"/>
          </a:xfrm>
          <a:custGeom>
            <a:avLst/>
            <a:gdLst/>
            <a:ahLst/>
            <a:cxnLst/>
            <a:rect l="l" t="t" r="r" b="b"/>
            <a:pathLst>
              <a:path w="804" h="916" extrusionOk="0">
                <a:moveTo>
                  <a:pt x="697" y="405"/>
                </a:moveTo>
                <a:cubicBezTo>
                  <a:pt x="697" y="567"/>
                  <a:pt x="565" y="700"/>
                  <a:pt x="402" y="700"/>
                </a:cubicBezTo>
                <a:cubicBezTo>
                  <a:pt x="365" y="700"/>
                  <a:pt x="328" y="693"/>
                  <a:pt x="294" y="679"/>
                </a:cubicBezTo>
                <a:lnTo>
                  <a:pt x="262" y="757"/>
                </a:lnTo>
                <a:cubicBezTo>
                  <a:pt x="249" y="790"/>
                  <a:pt x="216" y="810"/>
                  <a:pt x="181" y="807"/>
                </a:cubicBezTo>
                <a:cubicBezTo>
                  <a:pt x="140" y="803"/>
                  <a:pt x="108" y="769"/>
                  <a:pt x="107" y="729"/>
                </a:cubicBezTo>
                <a:cubicBezTo>
                  <a:pt x="107" y="706"/>
                  <a:pt x="115" y="685"/>
                  <a:pt x="132" y="669"/>
                </a:cubicBezTo>
                <a:lnTo>
                  <a:pt x="191" y="611"/>
                </a:lnTo>
                <a:cubicBezTo>
                  <a:pt x="138" y="556"/>
                  <a:pt x="107" y="482"/>
                  <a:pt x="107" y="405"/>
                </a:cubicBezTo>
                <a:cubicBezTo>
                  <a:pt x="107" y="333"/>
                  <a:pt x="133" y="268"/>
                  <a:pt x="175" y="217"/>
                </a:cubicBezTo>
                <a:lnTo>
                  <a:pt x="0" y="217"/>
                </a:lnTo>
                <a:lnTo>
                  <a:pt x="0" y="780"/>
                </a:lnTo>
                <a:cubicBezTo>
                  <a:pt x="0" y="855"/>
                  <a:pt x="61" y="916"/>
                  <a:pt x="136" y="916"/>
                </a:cubicBezTo>
                <a:lnTo>
                  <a:pt x="668" y="916"/>
                </a:lnTo>
                <a:cubicBezTo>
                  <a:pt x="743" y="916"/>
                  <a:pt x="804" y="855"/>
                  <a:pt x="804" y="780"/>
                </a:cubicBezTo>
                <a:lnTo>
                  <a:pt x="804" y="217"/>
                </a:lnTo>
                <a:lnTo>
                  <a:pt x="629" y="217"/>
                </a:lnTo>
                <a:cubicBezTo>
                  <a:pt x="671" y="268"/>
                  <a:pt x="697" y="333"/>
                  <a:pt x="697" y="405"/>
                </a:cubicBezTo>
                <a:moveTo>
                  <a:pt x="590" y="780"/>
                </a:moveTo>
                <a:cubicBezTo>
                  <a:pt x="590" y="794"/>
                  <a:pt x="578" y="806"/>
                  <a:pt x="563" y="806"/>
                </a:cubicBezTo>
                <a:cubicBezTo>
                  <a:pt x="548" y="806"/>
                  <a:pt x="536" y="794"/>
                  <a:pt x="536" y="780"/>
                </a:cubicBezTo>
                <a:lnTo>
                  <a:pt x="536" y="726"/>
                </a:lnTo>
                <a:cubicBezTo>
                  <a:pt x="536" y="711"/>
                  <a:pt x="548" y="699"/>
                  <a:pt x="563" y="699"/>
                </a:cubicBezTo>
                <a:cubicBezTo>
                  <a:pt x="578" y="699"/>
                  <a:pt x="590" y="711"/>
                  <a:pt x="590" y="726"/>
                </a:cubicBezTo>
                <a:lnTo>
                  <a:pt x="590" y="780"/>
                </a:lnTo>
                <a:moveTo>
                  <a:pt x="697" y="780"/>
                </a:moveTo>
                <a:cubicBezTo>
                  <a:pt x="697" y="794"/>
                  <a:pt x="685" y="806"/>
                  <a:pt x="670" y="806"/>
                </a:cubicBezTo>
                <a:cubicBezTo>
                  <a:pt x="655" y="806"/>
                  <a:pt x="643" y="794"/>
                  <a:pt x="643" y="780"/>
                </a:cubicBezTo>
                <a:lnTo>
                  <a:pt x="643" y="726"/>
                </a:lnTo>
                <a:cubicBezTo>
                  <a:pt x="643" y="711"/>
                  <a:pt x="655" y="699"/>
                  <a:pt x="670" y="699"/>
                </a:cubicBezTo>
                <a:cubicBezTo>
                  <a:pt x="685" y="699"/>
                  <a:pt x="697" y="711"/>
                  <a:pt x="697" y="726"/>
                </a:cubicBezTo>
                <a:lnTo>
                  <a:pt x="697" y="780"/>
                </a:lnTo>
                <a:moveTo>
                  <a:pt x="314" y="629"/>
                </a:moveTo>
                <a:cubicBezTo>
                  <a:pt x="342" y="640"/>
                  <a:pt x="371" y="646"/>
                  <a:pt x="402" y="646"/>
                </a:cubicBezTo>
                <a:cubicBezTo>
                  <a:pt x="535" y="646"/>
                  <a:pt x="643" y="537"/>
                  <a:pt x="643" y="404"/>
                </a:cubicBezTo>
                <a:cubicBezTo>
                  <a:pt x="643" y="271"/>
                  <a:pt x="535" y="163"/>
                  <a:pt x="402" y="163"/>
                </a:cubicBezTo>
                <a:cubicBezTo>
                  <a:pt x="269" y="163"/>
                  <a:pt x="161" y="271"/>
                  <a:pt x="161" y="404"/>
                </a:cubicBezTo>
                <a:cubicBezTo>
                  <a:pt x="161" y="468"/>
                  <a:pt x="187" y="527"/>
                  <a:pt x="231" y="572"/>
                </a:cubicBezTo>
                <a:lnTo>
                  <a:pt x="315" y="491"/>
                </a:lnTo>
                <a:cubicBezTo>
                  <a:pt x="324" y="482"/>
                  <a:pt x="338" y="481"/>
                  <a:pt x="348" y="488"/>
                </a:cubicBezTo>
                <a:cubicBezTo>
                  <a:pt x="359" y="495"/>
                  <a:pt x="363" y="508"/>
                  <a:pt x="358" y="520"/>
                </a:cubicBezTo>
                <a:lnTo>
                  <a:pt x="314" y="629"/>
                </a:lnTo>
                <a:moveTo>
                  <a:pt x="322" y="404"/>
                </a:moveTo>
                <a:cubicBezTo>
                  <a:pt x="322" y="360"/>
                  <a:pt x="358" y="324"/>
                  <a:pt x="402" y="324"/>
                </a:cubicBezTo>
                <a:cubicBezTo>
                  <a:pt x="446" y="324"/>
                  <a:pt x="482" y="360"/>
                  <a:pt x="482" y="404"/>
                </a:cubicBezTo>
                <a:cubicBezTo>
                  <a:pt x="482" y="449"/>
                  <a:pt x="446" y="485"/>
                  <a:pt x="402" y="485"/>
                </a:cubicBezTo>
                <a:cubicBezTo>
                  <a:pt x="358" y="485"/>
                  <a:pt x="322" y="449"/>
                  <a:pt x="322" y="404"/>
                </a:cubicBezTo>
                <a:moveTo>
                  <a:pt x="670" y="0"/>
                </a:moveTo>
                <a:lnTo>
                  <a:pt x="134" y="0"/>
                </a:lnTo>
                <a:cubicBezTo>
                  <a:pt x="60" y="0"/>
                  <a:pt x="0" y="60"/>
                  <a:pt x="0" y="134"/>
                </a:cubicBezTo>
                <a:lnTo>
                  <a:pt x="0" y="163"/>
                </a:lnTo>
                <a:lnTo>
                  <a:pt x="233" y="163"/>
                </a:lnTo>
                <a:cubicBezTo>
                  <a:pt x="281" y="130"/>
                  <a:pt x="339" y="110"/>
                  <a:pt x="402" y="110"/>
                </a:cubicBezTo>
                <a:cubicBezTo>
                  <a:pt x="465" y="110"/>
                  <a:pt x="523" y="130"/>
                  <a:pt x="571" y="163"/>
                </a:cubicBezTo>
                <a:lnTo>
                  <a:pt x="804" y="163"/>
                </a:lnTo>
                <a:lnTo>
                  <a:pt x="804" y="136"/>
                </a:lnTo>
                <a:cubicBezTo>
                  <a:pt x="804" y="62"/>
                  <a:pt x="744" y="0"/>
                  <a:pt x="670" y="0"/>
                </a:cubicBezTo>
                <a:moveTo>
                  <a:pt x="429" y="404"/>
                </a:moveTo>
                <a:cubicBezTo>
                  <a:pt x="429" y="389"/>
                  <a:pt x="417" y="377"/>
                  <a:pt x="402" y="377"/>
                </a:cubicBezTo>
                <a:cubicBezTo>
                  <a:pt x="387" y="377"/>
                  <a:pt x="375" y="389"/>
                  <a:pt x="375" y="404"/>
                </a:cubicBezTo>
                <a:cubicBezTo>
                  <a:pt x="375" y="419"/>
                  <a:pt x="387" y="431"/>
                  <a:pt x="402" y="431"/>
                </a:cubicBezTo>
                <a:cubicBezTo>
                  <a:pt x="417" y="431"/>
                  <a:pt x="429" y="419"/>
                  <a:pt x="429" y="404"/>
                </a:cubicBezTo>
                <a:moveTo>
                  <a:pt x="161" y="726"/>
                </a:moveTo>
                <a:cubicBezTo>
                  <a:pt x="161" y="741"/>
                  <a:pt x="173" y="753"/>
                  <a:pt x="187" y="753"/>
                </a:cubicBezTo>
                <a:cubicBezTo>
                  <a:pt x="198" y="753"/>
                  <a:pt x="208" y="746"/>
                  <a:pt x="212" y="736"/>
                </a:cubicBezTo>
                <a:lnTo>
                  <a:pt x="260" y="618"/>
                </a:lnTo>
                <a:lnTo>
                  <a:pt x="169" y="707"/>
                </a:lnTo>
                <a:cubicBezTo>
                  <a:pt x="164" y="712"/>
                  <a:pt x="161" y="719"/>
                  <a:pt x="161" y="726"/>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2" name="Google Shape;972;p75"/>
          <p:cNvSpPr/>
          <p:nvPr/>
        </p:nvSpPr>
        <p:spPr>
          <a:xfrm>
            <a:off x="6370678" y="2150076"/>
            <a:ext cx="464991" cy="464994"/>
          </a:xfrm>
          <a:custGeom>
            <a:avLst/>
            <a:gdLst/>
            <a:ahLst/>
            <a:cxnLst/>
            <a:rect l="l" t="t" r="r" b="b"/>
            <a:pathLst>
              <a:path w="916" h="916" extrusionOk="0">
                <a:moveTo>
                  <a:pt x="834" y="0"/>
                </a:moveTo>
                <a:cubicBezTo>
                  <a:pt x="792" y="0"/>
                  <a:pt x="758" y="32"/>
                  <a:pt x="754" y="73"/>
                </a:cubicBezTo>
                <a:lnTo>
                  <a:pt x="577" y="117"/>
                </a:lnTo>
                <a:cubicBezTo>
                  <a:pt x="549" y="49"/>
                  <a:pt x="482" y="0"/>
                  <a:pt x="403" y="0"/>
                </a:cubicBezTo>
                <a:cubicBezTo>
                  <a:pt x="330" y="0"/>
                  <a:pt x="267" y="43"/>
                  <a:pt x="236" y="104"/>
                </a:cubicBezTo>
                <a:lnTo>
                  <a:pt x="160" y="79"/>
                </a:lnTo>
                <a:cubicBezTo>
                  <a:pt x="159" y="35"/>
                  <a:pt x="122" y="-1"/>
                  <a:pt x="78" y="0"/>
                </a:cubicBezTo>
                <a:cubicBezTo>
                  <a:pt x="36" y="1"/>
                  <a:pt x="2" y="35"/>
                  <a:pt x="0" y="77"/>
                </a:cubicBezTo>
                <a:cubicBezTo>
                  <a:pt x="-2" y="123"/>
                  <a:pt x="34" y="161"/>
                  <a:pt x="80" y="161"/>
                </a:cubicBezTo>
                <a:cubicBezTo>
                  <a:pt x="105" y="161"/>
                  <a:pt x="128" y="149"/>
                  <a:pt x="143" y="130"/>
                </a:cubicBezTo>
                <a:lnTo>
                  <a:pt x="219" y="155"/>
                </a:lnTo>
                <a:cubicBezTo>
                  <a:pt x="217" y="166"/>
                  <a:pt x="216" y="177"/>
                  <a:pt x="216" y="188"/>
                </a:cubicBezTo>
                <a:cubicBezTo>
                  <a:pt x="216" y="230"/>
                  <a:pt x="230" y="269"/>
                  <a:pt x="254" y="300"/>
                </a:cubicBezTo>
                <a:lnTo>
                  <a:pt x="170" y="384"/>
                </a:lnTo>
                <a:cubicBezTo>
                  <a:pt x="159" y="379"/>
                  <a:pt x="148" y="376"/>
                  <a:pt x="135" y="376"/>
                </a:cubicBezTo>
                <a:cubicBezTo>
                  <a:pt x="89" y="376"/>
                  <a:pt x="52" y="415"/>
                  <a:pt x="55" y="462"/>
                </a:cubicBezTo>
                <a:cubicBezTo>
                  <a:pt x="58" y="502"/>
                  <a:pt x="90" y="534"/>
                  <a:pt x="130" y="536"/>
                </a:cubicBezTo>
                <a:cubicBezTo>
                  <a:pt x="177" y="540"/>
                  <a:pt x="216" y="502"/>
                  <a:pt x="216" y="456"/>
                </a:cubicBezTo>
                <a:cubicBezTo>
                  <a:pt x="216" y="444"/>
                  <a:pt x="213" y="432"/>
                  <a:pt x="208" y="422"/>
                </a:cubicBezTo>
                <a:lnTo>
                  <a:pt x="289" y="336"/>
                </a:lnTo>
                <a:cubicBezTo>
                  <a:pt x="296" y="341"/>
                  <a:pt x="303" y="346"/>
                  <a:pt x="310" y="350"/>
                </a:cubicBezTo>
                <a:lnTo>
                  <a:pt x="310" y="284"/>
                </a:lnTo>
                <a:cubicBezTo>
                  <a:pt x="283" y="258"/>
                  <a:pt x="267" y="221"/>
                  <a:pt x="270" y="180"/>
                </a:cubicBezTo>
                <a:cubicBezTo>
                  <a:pt x="274" y="112"/>
                  <a:pt x="329" y="57"/>
                  <a:pt x="397" y="54"/>
                </a:cubicBezTo>
                <a:cubicBezTo>
                  <a:pt x="474" y="51"/>
                  <a:pt x="538" y="112"/>
                  <a:pt x="538" y="188"/>
                </a:cubicBezTo>
                <a:cubicBezTo>
                  <a:pt x="538" y="226"/>
                  <a:pt x="522" y="259"/>
                  <a:pt x="497" y="284"/>
                </a:cubicBezTo>
                <a:lnTo>
                  <a:pt x="497" y="331"/>
                </a:lnTo>
                <a:cubicBezTo>
                  <a:pt x="508" y="326"/>
                  <a:pt x="521" y="323"/>
                  <a:pt x="534" y="323"/>
                </a:cubicBezTo>
                <a:cubicBezTo>
                  <a:pt x="543" y="314"/>
                  <a:pt x="550" y="305"/>
                  <a:pt x="557" y="295"/>
                </a:cubicBezTo>
                <a:lnTo>
                  <a:pt x="646" y="339"/>
                </a:lnTo>
                <a:cubicBezTo>
                  <a:pt x="645" y="343"/>
                  <a:pt x="645" y="346"/>
                  <a:pt x="645" y="349"/>
                </a:cubicBezTo>
                <a:cubicBezTo>
                  <a:pt x="645" y="395"/>
                  <a:pt x="684" y="433"/>
                  <a:pt x="731" y="429"/>
                </a:cubicBezTo>
                <a:cubicBezTo>
                  <a:pt x="771" y="427"/>
                  <a:pt x="803" y="395"/>
                  <a:pt x="805" y="355"/>
                </a:cubicBezTo>
                <a:cubicBezTo>
                  <a:pt x="809" y="308"/>
                  <a:pt x="772" y="269"/>
                  <a:pt x="725" y="269"/>
                </a:cubicBezTo>
                <a:cubicBezTo>
                  <a:pt x="704" y="269"/>
                  <a:pt x="684" y="277"/>
                  <a:pt x="670" y="291"/>
                </a:cubicBezTo>
                <a:lnTo>
                  <a:pt x="581" y="247"/>
                </a:lnTo>
                <a:cubicBezTo>
                  <a:pt x="587" y="228"/>
                  <a:pt x="591" y="209"/>
                  <a:pt x="591" y="188"/>
                </a:cubicBezTo>
                <a:cubicBezTo>
                  <a:pt x="591" y="182"/>
                  <a:pt x="590" y="176"/>
                  <a:pt x="589" y="169"/>
                </a:cubicBezTo>
                <a:lnTo>
                  <a:pt x="767" y="125"/>
                </a:lnTo>
                <a:cubicBezTo>
                  <a:pt x="782" y="147"/>
                  <a:pt x="806" y="161"/>
                  <a:pt x="834" y="161"/>
                </a:cubicBezTo>
                <a:cubicBezTo>
                  <a:pt x="879" y="161"/>
                  <a:pt x="916" y="125"/>
                  <a:pt x="916" y="81"/>
                </a:cubicBezTo>
                <a:cubicBezTo>
                  <a:pt x="916" y="36"/>
                  <a:pt x="879" y="0"/>
                  <a:pt x="834" y="0"/>
                </a:cubicBezTo>
                <a:moveTo>
                  <a:pt x="806" y="484"/>
                </a:moveTo>
                <a:cubicBezTo>
                  <a:pt x="784" y="484"/>
                  <a:pt x="765" y="502"/>
                  <a:pt x="765" y="524"/>
                </a:cubicBezTo>
                <a:lnTo>
                  <a:pt x="765" y="562"/>
                </a:lnTo>
                <a:cubicBezTo>
                  <a:pt x="765" y="576"/>
                  <a:pt x="756" y="588"/>
                  <a:pt x="743" y="590"/>
                </a:cubicBezTo>
                <a:cubicBezTo>
                  <a:pt x="726" y="592"/>
                  <a:pt x="712" y="579"/>
                  <a:pt x="712" y="563"/>
                </a:cubicBezTo>
                <a:lnTo>
                  <a:pt x="712" y="470"/>
                </a:lnTo>
                <a:cubicBezTo>
                  <a:pt x="712" y="451"/>
                  <a:pt x="699" y="434"/>
                  <a:pt x="680" y="430"/>
                </a:cubicBezTo>
                <a:cubicBezTo>
                  <a:pt x="655" y="425"/>
                  <a:pt x="631" y="445"/>
                  <a:pt x="631" y="469"/>
                </a:cubicBezTo>
                <a:lnTo>
                  <a:pt x="631" y="563"/>
                </a:lnTo>
                <a:cubicBezTo>
                  <a:pt x="631" y="576"/>
                  <a:pt x="622" y="588"/>
                  <a:pt x="609" y="590"/>
                </a:cubicBezTo>
                <a:cubicBezTo>
                  <a:pt x="592" y="592"/>
                  <a:pt x="578" y="580"/>
                  <a:pt x="578" y="563"/>
                </a:cubicBezTo>
                <a:lnTo>
                  <a:pt x="578" y="417"/>
                </a:lnTo>
                <a:cubicBezTo>
                  <a:pt x="578" y="396"/>
                  <a:pt x="562" y="378"/>
                  <a:pt x="541" y="376"/>
                </a:cubicBezTo>
                <a:cubicBezTo>
                  <a:pt x="517" y="374"/>
                  <a:pt x="497" y="392"/>
                  <a:pt x="497" y="416"/>
                </a:cubicBezTo>
                <a:lnTo>
                  <a:pt x="497" y="562"/>
                </a:lnTo>
                <a:cubicBezTo>
                  <a:pt x="497" y="576"/>
                  <a:pt x="488" y="588"/>
                  <a:pt x="475" y="590"/>
                </a:cubicBezTo>
                <a:cubicBezTo>
                  <a:pt x="458" y="592"/>
                  <a:pt x="444" y="579"/>
                  <a:pt x="444" y="563"/>
                </a:cubicBezTo>
                <a:lnTo>
                  <a:pt x="444" y="203"/>
                </a:lnTo>
                <a:cubicBezTo>
                  <a:pt x="444" y="182"/>
                  <a:pt x="428" y="164"/>
                  <a:pt x="407" y="162"/>
                </a:cubicBezTo>
                <a:cubicBezTo>
                  <a:pt x="383" y="160"/>
                  <a:pt x="363" y="179"/>
                  <a:pt x="363" y="202"/>
                </a:cubicBezTo>
                <a:lnTo>
                  <a:pt x="363" y="498"/>
                </a:lnTo>
                <a:lnTo>
                  <a:pt x="273" y="570"/>
                </a:lnTo>
                <a:cubicBezTo>
                  <a:pt x="244" y="593"/>
                  <a:pt x="235" y="635"/>
                  <a:pt x="251" y="669"/>
                </a:cubicBezTo>
                <a:lnTo>
                  <a:pt x="351" y="872"/>
                </a:lnTo>
                <a:cubicBezTo>
                  <a:pt x="365" y="899"/>
                  <a:pt x="393" y="916"/>
                  <a:pt x="423" y="916"/>
                </a:cubicBezTo>
                <a:lnTo>
                  <a:pt x="726" y="916"/>
                </a:lnTo>
                <a:cubicBezTo>
                  <a:pt x="759" y="916"/>
                  <a:pt x="792" y="896"/>
                  <a:pt x="804" y="859"/>
                </a:cubicBezTo>
                <a:cubicBezTo>
                  <a:pt x="823" y="794"/>
                  <a:pt x="846" y="687"/>
                  <a:pt x="846" y="564"/>
                </a:cubicBezTo>
                <a:lnTo>
                  <a:pt x="846" y="524"/>
                </a:lnTo>
                <a:cubicBezTo>
                  <a:pt x="846" y="502"/>
                  <a:pt x="828" y="484"/>
                  <a:pt x="806" y="48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3" name="Google Shape;973;p75"/>
          <p:cNvSpPr/>
          <p:nvPr/>
        </p:nvSpPr>
        <p:spPr>
          <a:xfrm>
            <a:off x="5566079" y="2150076"/>
            <a:ext cx="464484" cy="464994"/>
          </a:xfrm>
          <a:custGeom>
            <a:avLst/>
            <a:gdLst/>
            <a:ahLst/>
            <a:cxnLst/>
            <a:rect l="l" t="t" r="r" b="b"/>
            <a:pathLst>
              <a:path w="915" h="916" extrusionOk="0">
                <a:moveTo>
                  <a:pt x="226" y="809"/>
                </a:moveTo>
                <a:lnTo>
                  <a:pt x="156" y="809"/>
                </a:lnTo>
                <a:cubicBezTo>
                  <a:pt x="144" y="776"/>
                  <a:pt x="112" y="753"/>
                  <a:pt x="74" y="756"/>
                </a:cubicBezTo>
                <a:cubicBezTo>
                  <a:pt x="35" y="758"/>
                  <a:pt x="3" y="790"/>
                  <a:pt x="0" y="830"/>
                </a:cubicBezTo>
                <a:cubicBezTo>
                  <a:pt x="-3" y="877"/>
                  <a:pt x="34" y="916"/>
                  <a:pt x="80" y="916"/>
                </a:cubicBezTo>
                <a:cubicBezTo>
                  <a:pt x="115" y="916"/>
                  <a:pt x="145" y="894"/>
                  <a:pt x="156" y="863"/>
                </a:cubicBezTo>
                <a:lnTo>
                  <a:pt x="243" y="863"/>
                </a:lnTo>
                <a:cubicBezTo>
                  <a:pt x="253" y="863"/>
                  <a:pt x="262" y="857"/>
                  <a:pt x="267" y="848"/>
                </a:cubicBezTo>
                <a:lnTo>
                  <a:pt x="313" y="756"/>
                </a:lnTo>
                <a:lnTo>
                  <a:pt x="265" y="732"/>
                </a:lnTo>
                <a:lnTo>
                  <a:pt x="226" y="809"/>
                </a:lnTo>
                <a:moveTo>
                  <a:pt x="80" y="161"/>
                </a:moveTo>
                <a:cubicBezTo>
                  <a:pt x="115" y="161"/>
                  <a:pt x="145" y="139"/>
                  <a:pt x="156" y="107"/>
                </a:cubicBezTo>
                <a:lnTo>
                  <a:pt x="226" y="107"/>
                </a:lnTo>
                <a:lnTo>
                  <a:pt x="251" y="158"/>
                </a:lnTo>
                <a:lnTo>
                  <a:pt x="298" y="131"/>
                </a:lnTo>
                <a:lnTo>
                  <a:pt x="267" y="69"/>
                </a:lnTo>
                <a:cubicBezTo>
                  <a:pt x="262" y="60"/>
                  <a:pt x="253" y="54"/>
                  <a:pt x="243" y="54"/>
                </a:cubicBezTo>
                <a:lnTo>
                  <a:pt x="156" y="54"/>
                </a:lnTo>
                <a:cubicBezTo>
                  <a:pt x="145" y="23"/>
                  <a:pt x="115" y="0"/>
                  <a:pt x="80" y="0"/>
                </a:cubicBezTo>
                <a:cubicBezTo>
                  <a:pt x="36" y="0"/>
                  <a:pt x="0" y="36"/>
                  <a:pt x="0" y="81"/>
                </a:cubicBezTo>
                <a:cubicBezTo>
                  <a:pt x="0" y="125"/>
                  <a:pt x="36" y="161"/>
                  <a:pt x="80" y="161"/>
                </a:cubicBezTo>
                <a:moveTo>
                  <a:pt x="688" y="107"/>
                </a:moveTo>
                <a:lnTo>
                  <a:pt x="759" y="107"/>
                </a:lnTo>
                <a:cubicBezTo>
                  <a:pt x="770" y="139"/>
                  <a:pt x="800" y="161"/>
                  <a:pt x="835" y="161"/>
                </a:cubicBezTo>
                <a:cubicBezTo>
                  <a:pt x="879" y="161"/>
                  <a:pt x="915" y="125"/>
                  <a:pt x="915" y="81"/>
                </a:cubicBezTo>
                <a:cubicBezTo>
                  <a:pt x="915" y="36"/>
                  <a:pt x="879" y="0"/>
                  <a:pt x="835" y="0"/>
                </a:cubicBezTo>
                <a:cubicBezTo>
                  <a:pt x="800" y="0"/>
                  <a:pt x="770" y="23"/>
                  <a:pt x="759" y="54"/>
                </a:cubicBezTo>
                <a:lnTo>
                  <a:pt x="672" y="54"/>
                </a:lnTo>
                <a:cubicBezTo>
                  <a:pt x="662" y="54"/>
                  <a:pt x="652" y="60"/>
                  <a:pt x="648" y="69"/>
                </a:cubicBezTo>
                <a:lnTo>
                  <a:pt x="617" y="131"/>
                </a:lnTo>
                <a:lnTo>
                  <a:pt x="663" y="158"/>
                </a:lnTo>
                <a:lnTo>
                  <a:pt x="688" y="107"/>
                </a:lnTo>
                <a:moveTo>
                  <a:pt x="835" y="755"/>
                </a:moveTo>
                <a:cubicBezTo>
                  <a:pt x="800" y="755"/>
                  <a:pt x="770" y="778"/>
                  <a:pt x="759" y="809"/>
                </a:cubicBezTo>
                <a:lnTo>
                  <a:pt x="688" y="809"/>
                </a:lnTo>
                <a:lnTo>
                  <a:pt x="650" y="732"/>
                </a:lnTo>
                <a:lnTo>
                  <a:pt x="602" y="756"/>
                </a:lnTo>
                <a:lnTo>
                  <a:pt x="648" y="848"/>
                </a:lnTo>
                <a:cubicBezTo>
                  <a:pt x="653" y="857"/>
                  <a:pt x="662" y="863"/>
                  <a:pt x="672" y="863"/>
                </a:cubicBezTo>
                <a:lnTo>
                  <a:pt x="759" y="863"/>
                </a:lnTo>
                <a:cubicBezTo>
                  <a:pt x="771" y="895"/>
                  <a:pt x="803" y="919"/>
                  <a:pt x="841" y="916"/>
                </a:cubicBezTo>
                <a:cubicBezTo>
                  <a:pt x="880" y="913"/>
                  <a:pt x="912" y="881"/>
                  <a:pt x="915" y="842"/>
                </a:cubicBezTo>
                <a:cubicBezTo>
                  <a:pt x="918" y="795"/>
                  <a:pt x="881" y="755"/>
                  <a:pt x="835" y="755"/>
                </a:cubicBezTo>
                <a:moveTo>
                  <a:pt x="755" y="295"/>
                </a:moveTo>
                <a:lnTo>
                  <a:pt x="485" y="429"/>
                </a:lnTo>
                <a:lnTo>
                  <a:pt x="485" y="755"/>
                </a:lnTo>
                <a:lnTo>
                  <a:pt x="755" y="621"/>
                </a:lnTo>
                <a:lnTo>
                  <a:pt x="755" y="295"/>
                </a:lnTo>
                <a:moveTo>
                  <a:pt x="470" y="111"/>
                </a:moveTo>
                <a:cubicBezTo>
                  <a:pt x="462" y="106"/>
                  <a:pt x="453" y="106"/>
                  <a:pt x="445" y="111"/>
                </a:cubicBezTo>
                <a:lnTo>
                  <a:pt x="192" y="251"/>
                </a:lnTo>
                <a:lnTo>
                  <a:pt x="457" y="383"/>
                </a:lnTo>
                <a:lnTo>
                  <a:pt x="722" y="251"/>
                </a:lnTo>
                <a:lnTo>
                  <a:pt x="470" y="111"/>
                </a:lnTo>
                <a:moveTo>
                  <a:pt x="161" y="604"/>
                </a:moveTo>
                <a:cubicBezTo>
                  <a:pt x="161" y="614"/>
                  <a:pt x="166" y="623"/>
                  <a:pt x="176" y="628"/>
                </a:cubicBezTo>
                <a:lnTo>
                  <a:pt x="431" y="755"/>
                </a:lnTo>
                <a:lnTo>
                  <a:pt x="431" y="429"/>
                </a:lnTo>
                <a:lnTo>
                  <a:pt x="161" y="295"/>
                </a:lnTo>
                <a:lnTo>
                  <a:pt x="161" y="604"/>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4" name="Google Shape;974;p75"/>
          <p:cNvSpPr/>
          <p:nvPr/>
        </p:nvSpPr>
        <p:spPr>
          <a:xfrm>
            <a:off x="4811736" y="2150076"/>
            <a:ext cx="353820" cy="464994"/>
          </a:xfrm>
          <a:custGeom>
            <a:avLst/>
            <a:gdLst/>
            <a:ahLst/>
            <a:cxnLst/>
            <a:rect l="l" t="t" r="r" b="b"/>
            <a:pathLst>
              <a:path w="697" h="916" extrusionOk="0">
                <a:moveTo>
                  <a:pt x="455" y="755"/>
                </a:moveTo>
                <a:lnTo>
                  <a:pt x="509" y="755"/>
                </a:lnTo>
                <a:cubicBezTo>
                  <a:pt x="518" y="755"/>
                  <a:pt x="527" y="756"/>
                  <a:pt x="536" y="758"/>
                </a:cubicBezTo>
                <a:lnTo>
                  <a:pt x="536" y="592"/>
                </a:lnTo>
                <a:lnTo>
                  <a:pt x="429" y="592"/>
                </a:lnTo>
                <a:lnTo>
                  <a:pt x="429" y="758"/>
                </a:lnTo>
                <a:cubicBezTo>
                  <a:pt x="437" y="756"/>
                  <a:pt x="446" y="755"/>
                  <a:pt x="455" y="755"/>
                </a:cubicBezTo>
                <a:moveTo>
                  <a:pt x="482" y="134"/>
                </a:moveTo>
                <a:cubicBezTo>
                  <a:pt x="482" y="60"/>
                  <a:pt x="422" y="0"/>
                  <a:pt x="348" y="0"/>
                </a:cubicBezTo>
                <a:cubicBezTo>
                  <a:pt x="274" y="0"/>
                  <a:pt x="214" y="60"/>
                  <a:pt x="214" y="134"/>
                </a:cubicBezTo>
                <a:lnTo>
                  <a:pt x="214" y="161"/>
                </a:lnTo>
                <a:lnTo>
                  <a:pt x="482" y="161"/>
                </a:lnTo>
                <a:lnTo>
                  <a:pt x="482" y="134"/>
                </a:lnTo>
                <a:moveTo>
                  <a:pt x="348" y="107"/>
                </a:moveTo>
                <a:cubicBezTo>
                  <a:pt x="333" y="107"/>
                  <a:pt x="321" y="95"/>
                  <a:pt x="321" y="81"/>
                </a:cubicBezTo>
                <a:cubicBezTo>
                  <a:pt x="321" y="66"/>
                  <a:pt x="333" y="54"/>
                  <a:pt x="348" y="54"/>
                </a:cubicBezTo>
                <a:cubicBezTo>
                  <a:pt x="363" y="54"/>
                  <a:pt x="375" y="66"/>
                  <a:pt x="375" y="81"/>
                </a:cubicBezTo>
                <a:cubicBezTo>
                  <a:pt x="375" y="95"/>
                  <a:pt x="363" y="107"/>
                  <a:pt x="348" y="107"/>
                </a:cubicBezTo>
                <a:moveTo>
                  <a:pt x="536" y="241"/>
                </a:moveTo>
                <a:cubicBezTo>
                  <a:pt x="536" y="227"/>
                  <a:pt x="524" y="215"/>
                  <a:pt x="509" y="215"/>
                </a:cubicBezTo>
                <a:lnTo>
                  <a:pt x="187" y="215"/>
                </a:lnTo>
                <a:cubicBezTo>
                  <a:pt x="173" y="215"/>
                  <a:pt x="161" y="227"/>
                  <a:pt x="161" y="241"/>
                </a:cubicBezTo>
                <a:lnTo>
                  <a:pt x="161" y="539"/>
                </a:lnTo>
                <a:lnTo>
                  <a:pt x="536" y="539"/>
                </a:lnTo>
                <a:lnTo>
                  <a:pt x="536" y="241"/>
                </a:lnTo>
                <a:moveTo>
                  <a:pt x="402" y="376"/>
                </a:moveTo>
                <a:lnTo>
                  <a:pt x="295" y="376"/>
                </a:lnTo>
                <a:cubicBezTo>
                  <a:pt x="280" y="376"/>
                  <a:pt x="268" y="364"/>
                  <a:pt x="268" y="349"/>
                </a:cubicBezTo>
                <a:cubicBezTo>
                  <a:pt x="268" y="334"/>
                  <a:pt x="280" y="322"/>
                  <a:pt x="295" y="322"/>
                </a:cubicBezTo>
                <a:lnTo>
                  <a:pt x="402" y="322"/>
                </a:lnTo>
                <a:cubicBezTo>
                  <a:pt x="417" y="322"/>
                  <a:pt x="429" y="334"/>
                  <a:pt x="429" y="349"/>
                </a:cubicBezTo>
                <a:cubicBezTo>
                  <a:pt x="429" y="364"/>
                  <a:pt x="417" y="376"/>
                  <a:pt x="402" y="376"/>
                </a:cubicBezTo>
                <a:moveTo>
                  <a:pt x="509" y="809"/>
                </a:moveTo>
                <a:lnTo>
                  <a:pt x="455" y="809"/>
                </a:lnTo>
                <a:cubicBezTo>
                  <a:pt x="411" y="809"/>
                  <a:pt x="375" y="845"/>
                  <a:pt x="375" y="890"/>
                </a:cubicBezTo>
                <a:cubicBezTo>
                  <a:pt x="375" y="904"/>
                  <a:pt x="387" y="916"/>
                  <a:pt x="402" y="916"/>
                </a:cubicBezTo>
                <a:lnTo>
                  <a:pt x="563" y="916"/>
                </a:lnTo>
                <a:cubicBezTo>
                  <a:pt x="577" y="916"/>
                  <a:pt x="589" y="904"/>
                  <a:pt x="589" y="890"/>
                </a:cubicBezTo>
                <a:cubicBezTo>
                  <a:pt x="590" y="845"/>
                  <a:pt x="554" y="809"/>
                  <a:pt x="509" y="809"/>
                </a:cubicBezTo>
                <a:moveTo>
                  <a:pt x="616" y="215"/>
                </a:moveTo>
                <a:lnTo>
                  <a:pt x="589" y="215"/>
                </a:lnTo>
                <a:lnTo>
                  <a:pt x="589" y="643"/>
                </a:lnTo>
                <a:cubicBezTo>
                  <a:pt x="651" y="630"/>
                  <a:pt x="697" y="576"/>
                  <a:pt x="697" y="511"/>
                </a:cubicBezTo>
                <a:lnTo>
                  <a:pt x="697" y="295"/>
                </a:lnTo>
                <a:cubicBezTo>
                  <a:pt x="697" y="251"/>
                  <a:pt x="661" y="215"/>
                  <a:pt x="616" y="215"/>
                </a:cubicBezTo>
                <a:moveTo>
                  <a:pt x="0" y="295"/>
                </a:moveTo>
                <a:lnTo>
                  <a:pt x="0" y="511"/>
                </a:lnTo>
                <a:cubicBezTo>
                  <a:pt x="0" y="576"/>
                  <a:pt x="46" y="630"/>
                  <a:pt x="107" y="643"/>
                </a:cubicBezTo>
                <a:lnTo>
                  <a:pt x="107" y="215"/>
                </a:lnTo>
                <a:lnTo>
                  <a:pt x="80" y="215"/>
                </a:lnTo>
                <a:cubicBezTo>
                  <a:pt x="36" y="215"/>
                  <a:pt x="0" y="251"/>
                  <a:pt x="0" y="295"/>
                </a:cubicBezTo>
                <a:moveTo>
                  <a:pt x="241" y="755"/>
                </a:moveTo>
                <a:cubicBezTo>
                  <a:pt x="250" y="755"/>
                  <a:pt x="259" y="756"/>
                  <a:pt x="268" y="758"/>
                </a:cubicBezTo>
                <a:lnTo>
                  <a:pt x="268" y="592"/>
                </a:lnTo>
                <a:lnTo>
                  <a:pt x="160" y="592"/>
                </a:lnTo>
                <a:lnTo>
                  <a:pt x="160" y="758"/>
                </a:lnTo>
                <a:cubicBezTo>
                  <a:pt x="169" y="756"/>
                  <a:pt x="178" y="755"/>
                  <a:pt x="187" y="755"/>
                </a:cubicBezTo>
                <a:lnTo>
                  <a:pt x="241" y="755"/>
                </a:lnTo>
                <a:moveTo>
                  <a:pt x="241" y="809"/>
                </a:moveTo>
                <a:lnTo>
                  <a:pt x="187" y="809"/>
                </a:lnTo>
                <a:cubicBezTo>
                  <a:pt x="143" y="809"/>
                  <a:pt x="107" y="845"/>
                  <a:pt x="107" y="890"/>
                </a:cubicBezTo>
                <a:cubicBezTo>
                  <a:pt x="107" y="904"/>
                  <a:pt x="119" y="916"/>
                  <a:pt x="134" y="916"/>
                </a:cubicBezTo>
                <a:lnTo>
                  <a:pt x="295" y="916"/>
                </a:lnTo>
                <a:cubicBezTo>
                  <a:pt x="309" y="916"/>
                  <a:pt x="321" y="904"/>
                  <a:pt x="321" y="890"/>
                </a:cubicBezTo>
                <a:cubicBezTo>
                  <a:pt x="322" y="845"/>
                  <a:pt x="286" y="809"/>
                  <a:pt x="241" y="80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5" name="Google Shape;975;p75"/>
          <p:cNvSpPr/>
          <p:nvPr/>
        </p:nvSpPr>
        <p:spPr>
          <a:xfrm>
            <a:off x="3919317" y="2149568"/>
            <a:ext cx="464484" cy="464994"/>
          </a:xfrm>
          <a:custGeom>
            <a:avLst/>
            <a:gdLst/>
            <a:ahLst/>
            <a:cxnLst/>
            <a:rect l="l" t="t" r="r" b="b"/>
            <a:pathLst>
              <a:path w="915" h="916" extrusionOk="0">
                <a:moveTo>
                  <a:pt x="845" y="212"/>
                </a:moveTo>
                <a:lnTo>
                  <a:pt x="900" y="186"/>
                </a:lnTo>
                <a:cubicBezTo>
                  <a:pt x="914" y="179"/>
                  <a:pt x="919" y="163"/>
                  <a:pt x="912" y="150"/>
                </a:cubicBezTo>
                <a:cubicBezTo>
                  <a:pt x="906" y="136"/>
                  <a:pt x="890" y="131"/>
                  <a:pt x="876" y="137"/>
                </a:cubicBezTo>
                <a:lnTo>
                  <a:pt x="821" y="164"/>
                </a:lnTo>
                <a:cubicBezTo>
                  <a:pt x="808" y="171"/>
                  <a:pt x="802" y="187"/>
                  <a:pt x="809" y="200"/>
                </a:cubicBezTo>
                <a:cubicBezTo>
                  <a:pt x="816" y="213"/>
                  <a:pt x="832" y="219"/>
                  <a:pt x="845" y="212"/>
                </a:cubicBezTo>
                <a:moveTo>
                  <a:pt x="55" y="322"/>
                </a:moveTo>
                <a:cubicBezTo>
                  <a:pt x="69" y="322"/>
                  <a:pt x="81" y="311"/>
                  <a:pt x="82" y="297"/>
                </a:cubicBezTo>
                <a:cubicBezTo>
                  <a:pt x="84" y="281"/>
                  <a:pt x="71" y="268"/>
                  <a:pt x="56" y="268"/>
                </a:cubicBezTo>
                <a:lnTo>
                  <a:pt x="28" y="268"/>
                </a:lnTo>
                <a:cubicBezTo>
                  <a:pt x="14" y="268"/>
                  <a:pt x="1" y="279"/>
                  <a:pt x="0" y="293"/>
                </a:cubicBezTo>
                <a:cubicBezTo>
                  <a:pt x="-1" y="309"/>
                  <a:pt x="11" y="322"/>
                  <a:pt x="27" y="322"/>
                </a:cubicBezTo>
                <a:lnTo>
                  <a:pt x="55" y="322"/>
                </a:lnTo>
                <a:moveTo>
                  <a:pt x="70" y="379"/>
                </a:moveTo>
                <a:lnTo>
                  <a:pt x="15" y="406"/>
                </a:lnTo>
                <a:cubicBezTo>
                  <a:pt x="2" y="412"/>
                  <a:pt x="-4" y="428"/>
                  <a:pt x="3" y="442"/>
                </a:cubicBezTo>
                <a:cubicBezTo>
                  <a:pt x="9" y="455"/>
                  <a:pt x="26" y="460"/>
                  <a:pt x="39" y="454"/>
                </a:cubicBezTo>
                <a:lnTo>
                  <a:pt x="94" y="427"/>
                </a:lnTo>
                <a:cubicBezTo>
                  <a:pt x="108" y="420"/>
                  <a:pt x="113" y="404"/>
                  <a:pt x="106" y="391"/>
                </a:cubicBezTo>
                <a:cubicBezTo>
                  <a:pt x="100" y="378"/>
                  <a:pt x="84" y="372"/>
                  <a:pt x="70" y="379"/>
                </a:cubicBezTo>
                <a:moveTo>
                  <a:pt x="861" y="268"/>
                </a:moveTo>
                <a:cubicBezTo>
                  <a:pt x="847" y="268"/>
                  <a:pt x="834" y="279"/>
                  <a:pt x="833" y="293"/>
                </a:cubicBezTo>
                <a:cubicBezTo>
                  <a:pt x="832" y="309"/>
                  <a:pt x="844" y="322"/>
                  <a:pt x="860" y="322"/>
                </a:cubicBezTo>
                <a:lnTo>
                  <a:pt x="887" y="322"/>
                </a:lnTo>
                <a:cubicBezTo>
                  <a:pt x="901" y="322"/>
                  <a:pt x="914" y="311"/>
                  <a:pt x="915" y="297"/>
                </a:cubicBezTo>
                <a:cubicBezTo>
                  <a:pt x="916" y="281"/>
                  <a:pt x="904" y="268"/>
                  <a:pt x="888" y="268"/>
                </a:cubicBezTo>
                <a:lnTo>
                  <a:pt x="861" y="268"/>
                </a:lnTo>
                <a:moveTo>
                  <a:pt x="270" y="728"/>
                </a:moveTo>
                <a:cubicBezTo>
                  <a:pt x="270" y="763"/>
                  <a:pt x="293" y="792"/>
                  <a:pt x="324" y="803"/>
                </a:cubicBezTo>
                <a:lnTo>
                  <a:pt x="324" y="836"/>
                </a:lnTo>
                <a:cubicBezTo>
                  <a:pt x="324" y="880"/>
                  <a:pt x="360" y="916"/>
                  <a:pt x="404" y="916"/>
                </a:cubicBezTo>
                <a:lnTo>
                  <a:pt x="512" y="916"/>
                </a:lnTo>
                <a:cubicBezTo>
                  <a:pt x="556" y="916"/>
                  <a:pt x="592" y="880"/>
                  <a:pt x="592" y="836"/>
                </a:cubicBezTo>
                <a:lnTo>
                  <a:pt x="592" y="803"/>
                </a:lnTo>
                <a:cubicBezTo>
                  <a:pt x="623" y="792"/>
                  <a:pt x="646" y="763"/>
                  <a:pt x="646" y="728"/>
                </a:cubicBezTo>
                <a:lnTo>
                  <a:pt x="646" y="697"/>
                </a:lnTo>
                <a:lnTo>
                  <a:pt x="270" y="697"/>
                </a:lnTo>
                <a:lnTo>
                  <a:pt x="270" y="728"/>
                </a:lnTo>
                <a:moveTo>
                  <a:pt x="775" y="209"/>
                </a:moveTo>
                <a:cubicBezTo>
                  <a:pt x="707" y="129"/>
                  <a:pt x="587" y="155"/>
                  <a:pt x="592" y="247"/>
                </a:cubicBezTo>
                <a:cubicBezTo>
                  <a:pt x="593" y="252"/>
                  <a:pt x="591" y="256"/>
                  <a:pt x="587" y="259"/>
                </a:cubicBezTo>
                <a:cubicBezTo>
                  <a:pt x="565" y="279"/>
                  <a:pt x="538" y="263"/>
                  <a:pt x="538" y="241"/>
                </a:cubicBezTo>
                <a:cubicBezTo>
                  <a:pt x="538" y="194"/>
                  <a:pt x="563" y="150"/>
                  <a:pt x="604" y="126"/>
                </a:cubicBezTo>
                <a:cubicBezTo>
                  <a:pt x="631" y="110"/>
                  <a:pt x="661" y="106"/>
                  <a:pt x="691" y="110"/>
                </a:cubicBezTo>
                <a:cubicBezTo>
                  <a:pt x="676" y="61"/>
                  <a:pt x="635" y="22"/>
                  <a:pt x="586" y="7"/>
                </a:cubicBezTo>
                <a:cubicBezTo>
                  <a:pt x="552" y="-3"/>
                  <a:pt x="517" y="-2"/>
                  <a:pt x="485" y="10"/>
                </a:cubicBezTo>
                <a:lnTo>
                  <a:pt x="485" y="644"/>
                </a:lnTo>
                <a:lnTo>
                  <a:pt x="646" y="644"/>
                </a:lnTo>
                <a:lnTo>
                  <a:pt x="646" y="629"/>
                </a:lnTo>
                <a:cubicBezTo>
                  <a:pt x="678" y="610"/>
                  <a:pt x="699" y="575"/>
                  <a:pt x="699" y="536"/>
                </a:cubicBezTo>
                <a:cubicBezTo>
                  <a:pt x="699" y="532"/>
                  <a:pt x="699" y="527"/>
                  <a:pt x="698" y="522"/>
                </a:cubicBezTo>
                <a:cubicBezTo>
                  <a:pt x="780" y="476"/>
                  <a:pt x="772" y="341"/>
                  <a:pt x="659" y="384"/>
                </a:cubicBezTo>
                <a:cubicBezTo>
                  <a:pt x="645" y="389"/>
                  <a:pt x="639" y="405"/>
                  <a:pt x="644" y="419"/>
                </a:cubicBezTo>
                <a:cubicBezTo>
                  <a:pt x="653" y="445"/>
                  <a:pt x="623" y="469"/>
                  <a:pt x="598" y="447"/>
                </a:cubicBezTo>
                <a:cubicBezTo>
                  <a:pt x="594" y="445"/>
                  <a:pt x="593" y="441"/>
                  <a:pt x="592" y="437"/>
                </a:cubicBezTo>
                <a:cubicBezTo>
                  <a:pt x="588" y="374"/>
                  <a:pt x="637" y="322"/>
                  <a:pt x="699" y="322"/>
                </a:cubicBezTo>
                <a:cubicBezTo>
                  <a:pt x="735" y="322"/>
                  <a:pt x="766" y="339"/>
                  <a:pt x="785" y="365"/>
                </a:cubicBezTo>
                <a:cubicBezTo>
                  <a:pt x="798" y="344"/>
                  <a:pt x="806" y="320"/>
                  <a:pt x="806" y="295"/>
                </a:cubicBezTo>
                <a:cubicBezTo>
                  <a:pt x="807" y="262"/>
                  <a:pt x="795" y="232"/>
                  <a:pt x="775" y="209"/>
                </a:cubicBezTo>
                <a:moveTo>
                  <a:pt x="900" y="406"/>
                </a:moveTo>
                <a:lnTo>
                  <a:pt x="845" y="379"/>
                </a:lnTo>
                <a:cubicBezTo>
                  <a:pt x="832" y="372"/>
                  <a:pt x="816" y="378"/>
                  <a:pt x="809" y="391"/>
                </a:cubicBezTo>
                <a:cubicBezTo>
                  <a:pt x="802" y="404"/>
                  <a:pt x="808" y="420"/>
                  <a:pt x="821" y="427"/>
                </a:cubicBezTo>
                <a:lnTo>
                  <a:pt x="876" y="454"/>
                </a:lnTo>
                <a:cubicBezTo>
                  <a:pt x="890" y="460"/>
                  <a:pt x="906" y="455"/>
                  <a:pt x="912" y="442"/>
                </a:cubicBezTo>
                <a:cubicBezTo>
                  <a:pt x="919" y="428"/>
                  <a:pt x="914" y="412"/>
                  <a:pt x="900" y="406"/>
                </a:cubicBezTo>
                <a:moveTo>
                  <a:pt x="270" y="644"/>
                </a:moveTo>
                <a:lnTo>
                  <a:pt x="431" y="644"/>
                </a:lnTo>
                <a:lnTo>
                  <a:pt x="431" y="10"/>
                </a:lnTo>
                <a:cubicBezTo>
                  <a:pt x="399" y="-2"/>
                  <a:pt x="364" y="-3"/>
                  <a:pt x="330" y="7"/>
                </a:cubicBezTo>
                <a:cubicBezTo>
                  <a:pt x="281" y="22"/>
                  <a:pt x="241" y="61"/>
                  <a:pt x="225" y="110"/>
                </a:cubicBezTo>
                <a:cubicBezTo>
                  <a:pt x="255" y="106"/>
                  <a:pt x="285" y="110"/>
                  <a:pt x="312" y="126"/>
                </a:cubicBezTo>
                <a:cubicBezTo>
                  <a:pt x="352" y="150"/>
                  <a:pt x="377" y="194"/>
                  <a:pt x="378" y="240"/>
                </a:cubicBezTo>
                <a:cubicBezTo>
                  <a:pt x="378" y="253"/>
                  <a:pt x="367" y="266"/>
                  <a:pt x="355" y="268"/>
                </a:cubicBezTo>
                <a:cubicBezTo>
                  <a:pt x="338" y="270"/>
                  <a:pt x="324" y="258"/>
                  <a:pt x="324" y="241"/>
                </a:cubicBezTo>
                <a:cubicBezTo>
                  <a:pt x="324" y="154"/>
                  <a:pt x="207" y="131"/>
                  <a:pt x="141" y="209"/>
                </a:cubicBezTo>
                <a:cubicBezTo>
                  <a:pt x="121" y="232"/>
                  <a:pt x="109" y="262"/>
                  <a:pt x="109" y="295"/>
                </a:cubicBezTo>
                <a:cubicBezTo>
                  <a:pt x="109" y="321"/>
                  <a:pt x="118" y="345"/>
                  <a:pt x="131" y="366"/>
                </a:cubicBezTo>
                <a:cubicBezTo>
                  <a:pt x="150" y="339"/>
                  <a:pt x="181" y="322"/>
                  <a:pt x="217" y="322"/>
                </a:cubicBezTo>
                <a:cubicBezTo>
                  <a:pt x="275" y="322"/>
                  <a:pt x="323" y="370"/>
                  <a:pt x="324" y="428"/>
                </a:cubicBezTo>
                <a:cubicBezTo>
                  <a:pt x="324" y="442"/>
                  <a:pt x="313" y="455"/>
                  <a:pt x="299" y="456"/>
                </a:cubicBezTo>
                <a:cubicBezTo>
                  <a:pt x="283" y="457"/>
                  <a:pt x="270" y="445"/>
                  <a:pt x="270" y="429"/>
                </a:cubicBezTo>
                <a:cubicBezTo>
                  <a:pt x="270" y="402"/>
                  <a:pt x="251" y="378"/>
                  <a:pt x="225" y="376"/>
                </a:cubicBezTo>
                <a:cubicBezTo>
                  <a:pt x="144" y="368"/>
                  <a:pt x="144" y="481"/>
                  <a:pt x="218" y="522"/>
                </a:cubicBezTo>
                <a:cubicBezTo>
                  <a:pt x="217" y="527"/>
                  <a:pt x="217" y="531"/>
                  <a:pt x="217" y="536"/>
                </a:cubicBezTo>
                <a:cubicBezTo>
                  <a:pt x="217" y="575"/>
                  <a:pt x="238" y="610"/>
                  <a:pt x="270" y="629"/>
                </a:cubicBezTo>
                <a:lnTo>
                  <a:pt x="270" y="644"/>
                </a:lnTo>
                <a:moveTo>
                  <a:pt x="94" y="164"/>
                </a:moveTo>
                <a:lnTo>
                  <a:pt x="39" y="138"/>
                </a:lnTo>
                <a:cubicBezTo>
                  <a:pt x="26" y="131"/>
                  <a:pt x="10" y="136"/>
                  <a:pt x="3" y="150"/>
                </a:cubicBezTo>
                <a:cubicBezTo>
                  <a:pt x="-4" y="163"/>
                  <a:pt x="2" y="179"/>
                  <a:pt x="15" y="186"/>
                </a:cubicBezTo>
                <a:lnTo>
                  <a:pt x="70" y="212"/>
                </a:lnTo>
                <a:cubicBezTo>
                  <a:pt x="84" y="219"/>
                  <a:pt x="100" y="214"/>
                  <a:pt x="106" y="200"/>
                </a:cubicBezTo>
                <a:cubicBezTo>
                  <a:pt x="113" y="187"/>
                  <a:pt x="107" y="171"/>
                  <a:pt x="94" y="16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6" name="Google Shape;976;p75"/>
          <p:cNvSpPr/>
          <p:nvPr/>
        </p:nvSpPr>
        <p:spPr>
          <a:xfrm>
            <a:off x="3178172" y="2150076"/>
            <a:ext cx="436564" cy="464994"/>
          </a:xfrm>
          <a:custGeom>
            <a:avLst/>
            <a:gdLst/>
            <a:ahLst/>
            <a:cxnLst/>
            <a:rect l="l" t="t" r="r" b="b"/>
            <a:pathLst>
              <a:path w="860" h="916" extrusionOk="0">
                <a:moveTo>
                  <a:pt x="349" y="809"/>
                </a:moveTo>
                <a:cubicBezTo>
                  <a:pt x="305" y="809"/>
                  <a:pt x="269" y="773"/>
                  <a:pt x="269" y="729"/>
                </a:cubicBezTo>
                <a:lnTo>
                  <a:pt x="269" y="376"/>
                </a:lnTo>
                <a:lnTo>
                  <a:pt x="351" y="376"/>
                </a:lnTo>
                <a:lnTo>
                  <a:pt x="327" y="234"/>
                </a:lnTo>
                <a:cubicBezTo>
                  <a:pt x="326" y="229"/>
                  <a:pt x="326" y="224"/>
                  <a:pt x="326" y="218"/>
                </a:cubicBezTo>
                <a:cubicBezTo>
                  <a:pt x="293" y="228"/>
                  <a:pt x="269" y="259"/>
                  <a:pt x="269" y="295"/>
                </a:cubicBezTo>
                <a:lnTo>
                  <a:pt x="269" y="375"/>
                </a:lnTo>
                <a:lnTo>
                  <a:pt x="215" y="375"/>
                </a:lnTo>
                <a:lnTo>
                  <a:pt x="215" y="295"/>
                </a:lnTo>
                <a:cubicBezTo>
                  <a:pt x="215" y="221"/>
                  <a:pt x="275" y="161"/>
                  <a:pt x="349" y="161"/>
                </a:cubicBezTo>
                <a:lnTo>
                  <a:pt x="352" y="161"/>
                </a:lnTo>
                <a:lnTo>
                  <a:pt x="376" y="139"/>
                </a:lnTo>
                <a:cubicBezTo>
                  <a:pt x="376" y="138"/>
                  <a:pt x="376" y="136"/>
                  <a:pt x="376" y="134"/>
                </a:cubicBezTo>
                <a:cubicBezTo>
                  <a:pt x="376" y="83"/>
                  <a:pt x="398" y="35"/>
                  <a:pt x="434" y="0"/>
                </a:cubicBezTo>
                <a:lnTo>
                  <a:pt x="27" y="0"/>
                </a:lnTo>
                <a:cubicBezTo>
                  <a:pt x="12" y="0"/>
                  <a:pt x="0" y="12"/>
                  <a:pt x="0" y="27"/>
                </a:cubicBezTo>
                <a:lnTo>
                  <a:pt x="0" y="349"/>
                </a:lnTo>
                <a:cubicBezTo>
                  <a:pt x="0" y="364"/>
                  <a:pt x="12" y="375"/>
                  <a:pt x="27" y="375"/>
                </a:cubicBezTo>
                <a:lnTo>
                  <a:pt x="215" y="375"/>
                </a:lnTo>
                <a:lnTo>
                  <a:pt x="215" y="729"/>
                </a:lnTo>
                <a:cubicBezTo>
                  <a:pt x="215" y="803"/>
                  <a:pt x="275" y="863"/>
                  <a:pt x="349" y="863"/>
                </a:cubicBezTo>
                <a:lnTo>
                  <a:pt x="432" y="863"/>
                </a:lnTo>
                <a:cubicBezTo>
                  <a:pt x="430" y="854"/>
                  <a:pt x="429" y="845"/>
                  <a:pt x="429" y="836"/>
                </a:cubicBezTo>
                <a:cubicBezTo>
                  <a:pt x="429" y="827"/>
                  <a:pt x="430" y="818"/>
                  <a:pt x="432" y="809"/>
                </a:cubicBezTo>
                <a:lnTo>
                  <a:pt x="349" y="809"/>
                </a:lnTo>
                <a:moveTo>
                  <a:pt x="564" y="268"/>
                </a:moveTo>
                <a:cubicBezTo>
                  <a:pt x="636" y="268"/>
                  <a:pt x="697" y="210"/>
                  <a:pt x="698" y="135"/>
                </a:cubicBezTo>
                <a:cubicBezTo>
                  <a:pt x="698" y="58"/>
                  <a:pt x="639" y="0"/>
                  <a:pt x="564" y="0"/>
                </a:cubicBezTo>
                <a:cubicBezTo>
                  <a:pt x="490" y="0"/>
                  <a:pt x="429" y="59"/>
                  <a:pt x="429" y="134"/>
                </a:cubicBezTo>
                <a:cubicBezTo>
                  <a:pt x="429" y="209"/>
                  <a:pt x="491" y="268"/>
                  <a:pt x="564" y="268"/>
                </a:cubicBezTo>
                <a:moveTo>
                  <a:pt x="564" y="54"/>
                </a:moveTo>
                <a:cubicBezTo>
                  <a:pt x="608" y="54"/>
                  <a:pt x="644" y="90"/>
                  <a:pt x="644" y="134"/>
                </a:cubicBezTo>
                <a:cubicBezTo>
                  <a:pt x="644" y="179"/>
                  <a:pt x="608" y="215"/>
                  <a:pt x="564" y="215"/>
                </a:cubicBezTo>
                <a:cubicBezTo>
                  <a:pt x="519" y="215"/>
                  <a:pt x="483" y="179"/>
                  <a:pt x="483" y="134"/>
                </a:cubicBezTo>
                <a:cubicBezTo>
                  <a:pt x="483" y="90"/>
                  <a:pt x="519" y="54"/>
                  <a:pt x="564" y="54"/>
                </a:cubicBezTo>
                <a:moveTo>
                  <a:pt x="564" y="161"/>
                </a:moveTo>
                <a:cubicBezTo>
                  <a:pt x="578" y="161"/>
                  <a:pt x="590" y="148"/>
                  <a:pt x="590" y="134"/>
                </a:cubicBezTo>
                <a:cubicBezTo>
                  <a:pt x="590" y="119"/>
                  <a:pt x="578" y="108"/>
                  <a:pt x="564" y="108"/>
                </a:cubicBezTo>
                <a:cubicBezTo>
                  <a:pt x="549" y="108"/>
                  <a:pt x="537" y="120"/>
                  <a:pt x="537" y="134"/>
                </a:cubicBezTo>
                <a:cubicBezTo>
                  <a:pt x="537" y="149"/>
                  <a:pt x="549" y="161"/>
                  <a:pt x="564" y="161"/>
                </a:cubicBezTo>
                <a:moveTo>
                  <a:pt x="704" y="705"/>
                </a:moveTo>
                <a:lnTo>
                  <a:pt x="696" y="745"/>
                </a:lnTo>
                <a:cubicBezTo>
                  <a:pt x="693" y="756"/>
                  <a:pt x="688" y="766"/>
                  <a:pt x="682" y="775"/>
                </a:cubicBezTo>
                <a:cubicBezTo>
                  <a:pt x="692" y="793"/>
                  <a:pt x="698" y="814"/>
                  <a:pt x="698" y="836"/>
                </a:cubicBezTo>
                <a:cubicBezTo>
                  <a:pt x="698" y="866"/>
                  <a:pt x="687" y="894"/>
                  <a:pt x="670" y="916"/>
                </a:cubicBezTo>
                <a:lnTo>
                  <a:pt x="833" y="916"/>
                </a:lnTo>
                <a:cubicBezTo>
                  <a:pt x="848" y="916"/>
                  <a:pt x="860" y="904"/>
                  <a:pt x="860" y="890"/>
                </a:cubicBezTo>
                <a:cubicBezTo>
                  <a:pt x="860" y="798"/>
                  <a:pt x="792" y="721"/>
                  <a:pt x="704" y="705"/>
                </a:cubicBezTo>
                <a:moveTo>
                  <a:pt x="467" y="743"/>
                </a:moveTo>
                <a:cubicBezTo>
                  <a:pt x="491" y="718"/>
                  <a:pt x="525" y="702"/>
                  <a:pt x="563" y="702"/>
                </a:cubicBezTo>
                <a:cubicBezTo>
                  <a:pt x="594" y="702"/>
                  <a:pt x="622" y="712"/>
                  <a:pt x="644" y="729"/>
                </a:cubicBezTo>
                <a:lnTo>
                  <a:pt x="661" y="648"/>
                </a:lnTo>
                <a:lnTo>
                  <a:pt x="451" y="648"/>
                </a:lnTo>
                <a:lnTo>
                  <a:pt x="467" y="743"/>
                </a:lnTo>
                <a:moveTo>
                  <a:pt x="564" y="754"/>
                </a:moveTo>
                <a:cubicBezTo>
                  <a:pt x="519" y="754"/>
                  <a:pt x="483" y="790"/>
                  <a:pt x="483" y="835"/>
                </a:cubicBezTo>
                <a:cubicBezTo>
                  <a:pt x="483" y="879"/>
                  <a:pt x="519" y="915"/>
                  <a:pt x="564" y="915"/>
                </a:cubicBezTo>
                <a:cubicBezTo>
                  <a:pt x="608" y="915"/>
                  <a:pt x="644" y="879"/>
                  <a:pt x="644" y="835"/>
                </a:cubicBezTo>
                <a:cubicBezTo>
                  <a:pt x="644" y="790"/>
                  <a:pt x="608" y="754"/>
                  <a:pt x="564" y="754"/>
                </a:cubicBezTo>
                <a:moveTo>
                  <a:pt x="747" y="227"/>
                </a:moveTo>
                <a:cubicBezTo>
                  <a:pt x="749" y="217"/>
                  <a:pt x="746" y="208"/>
                  <a:pt x="739" y="202"/>
                </a:cubicBezTo>
                <a:cubicBezTo>
                  <a:pt x="711" y="273"/>
                  <a:pt x="642" y="323"/>
                  <a:pt x="564" y="323"/>
                </a:cubicBezTo>
                <a:cubicBezTo>
                  <a:pt x="485" y="323"/>
                  <a:pt x="416" y="273"/>
                  <a:pt x="388" y="202"/>
                </a:cubicBezTo>
                <a:cubicBezTo>
                  <a:pt x="382" y="208"/>
                  <a:pt x="378" y="216"/>
                  <a:pt x="380" y="226"/>
                </a:cubicBezTo>
                <a:lnTo>
                  <a:pt x="442" y="594"/>
                </a:lnTo>
                <a:lnTo>
                  <a:pt x="672" y="594"/>
                </a:lnTo>
                <a:lnTo>
                  <a:pt x="747" y="227"/>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7" name="Google Shape;977;p75"/>
          <p:cNvSpPr/>
          <p:nvPr/>
        </p:nvSpPr>
        <p:spPr>
          <a:xfrm>
            <a:off x="2352760" y="2150076"/>
            <a:ext cx="464991" cy="464994"/>
          </a:xfrm>
          <a:custGeom>
            <a:avLst/>
            <a:gdLst/>
            <a:ahLst/>
            <a:cxnLst/>
            <a:rect l="l" t="t" r="r" b="b"/>
            <a:pathLst>
              <a:path w="916" h="916" extrusionOk="0">
                <a:moveTo>
                  <a:pt x="412" y="456"/>
                </a:moveTo>
                <a:cubicBezTo>
                  <a:pt x="414" y="464"/>
                  <a:pt x="430" y="525"/>
                  <a:pt x="429" y="534"/>
                </a:cubicBezTo>
                <a:cubicBezTo>
                  <a:pt x="438" y="535"/>
                  <a:pt x="448" y="536"/>
                  <a:pt x="458" y="536"/>
                </a:cubicBezTo>
                <a:cubicBezTo>
                  <a:pt x="468" y="536"/>
                  <a:pt x="477" y="535"/>
                  <a:pt x="487" y="534"/>
                </a:cubicBezTo>
                <a:cubicBezTo>
                  <a:pt x="486" y="525"/>
                  <a:pt x="502" y="464"/>
                  <a:pt x="504" y="456"/>
                </a:cubicBezTo>
                <a:lnTo>
                  <a:pt x="412" y="456"/>
                </a:lnTo>
                <a:moveTo>
                  <a:pt x="581" y="369"/>
                </a:moveTo>
                <a:lnTo>
                  <a:pt x="544" y="518"/>
                </a:lnTo>
                <a:cubicBezTo>
                  <a:pt x="611" y="488"/>
                  <a:pt x="660" y="425"/>
                  <a:pt x="670" y="349"/>
                </a:cubicBezTo>
                <a:lnTo>
                  <a:pt x="607" y="349"/>
                </a:lnTo>
                <a:cubicBezTo>
                  <a:pt x="595" y="349"/>
                  <a:pt x="584" y="357"/>
                  <a:pt x="581" y="369"/>
                </a:cubicBezTo>
                <a:moveTo>
                  <a:pt x="485" y="402"/>
                </a:moveTo>
                <a:lnTo>
                  <a:pt x="518" y="402"/>
                </a:lnTo>
                <a:lnTo>
                  <a:pt x="529" y="356"/>
                </a:lnTo>
                <a:cubicBezTo>
                  <a:pt x="538" y="320"/>
                  <a:pt x="570" y="295"/>
                  <a:pt x="607" y="295"/>
                </a:cubicBezTo>
                <a:lnTo>
                  <a:pt x="673" y="295"/>
                </a:lnTo>
                <a:lnTo>
                  <a:pt x="673" y="215"/>
                </a:lnTo>
                <a:cubicBezTo>
                  <a:pt x="673" y="136"/>
                  <a:pt x="630" y="68"/>
                  <a:pt x="566" y="30"/>
                </a:cubicBezTo>
                <a:lnTo>
                  <a:pt x="537" y="116"/>
                </a:lnTo>
                <a:cubicBezTo>
                  <a:pt x="534" y="127"/>
                  <a:pt x="524" y="134"/>
                  <a:pt x="512" y="134"/>
                </a:cubicBezTo>
                <a:lnTo>
                  <a:pt x="485" y="134"/>
                </a:lnTo>
                <a:lnTo>
                  <a:pt x="485" y="402"/>
                </a:lnTo>
                <a:moveTo>
                  <a:pt x="565" y="188"/>
                </a:moveTo>
                <a:cubicBezTo>
                  <a:pt x="580" y="188"/>
                  <a:pt x="592" y="200"/>
                  <a:pt x="592" y="215"/>
                </a:cubicBezTo>
                <a:cubicBezTo>
                  <a:pt x="592" y="229"/>
                  <a:pt x="580" y="241"/>
                  <a:pt x="565" y="241"/>
                </a:cubicBezTo>
                <a:cubicBezTo>
                  <a:pt x="550" y="241"/>
                  <a:pt x="538" y="229"/>
                  <a:pt x="538" y="215"/>
                </a:cubicBezTo>
                <a:cubicBezTo>
                  <a:pt x="538" y="200"/>
                  <a:pt x="550" y="188"/>
                  <a:pt x="565" y="188"/>
                </a:cubicBezTo>
                <a:moveTo>
                  <a:pt x="309" y="349"/>
                </a:moveTo>
                <a:lnTo>
                  <a:pt x="246" y="349"/>
                </a:lnTo>
                <a:cubicBezTo>
                  <a:pt x="256" y="425"/>
                  <a:pt x="304" y="489"/>
                  <a:pt x="372" y="518"/>
                </a:cubicBezTo>
                <a:lnTo>
                  <a:pt x="335" y="369"/>
                </a:lnTo>
                <a:cubicBezTo>
                  <a:pt x="332" y="357"/>
                  <a:pt x="321" y="349"/>
                  <a:pt x="309" y="349"/>
                </a:cubicBezTo>
                <a:moveTo>
                  <a:pt x="836" y="161"/>
                </a:moveTo>
                <a:lnTo>
                  <a:pt x="721" y="161"/>
                </a:lnTo>
                <a:cubicBezTo>
                  <a:pt x="725" y="178"/>
                  <a:pt x="726" y="196"/>
                  <a:pt x="726" y="215"/>
                </a:cubicBezTo>
                <a:lnTo>
                  <a:pt x="726" y="319"/>
                </a:lnTo>
                <a:cubicBezTo>
                  <a:pt x="726" y="465"/>
                  <a:pt x="612" y="586"/>
                  <a:pt x="466" y="590"/>
                </a:cubicBezTo>
                <a:cubicBezTo>
                  <a:pt x="315" y="594"/>
                  <a:pt x="190" y="472"/>
                  <a:pt x="190" y="322"/>
                </a:cubicBezTo>
                <a:lnTo>
                  <a:pt x="190" y="215"/>
                </a:lnTo>
                <a:cubicBezTo>
                  <a:pt x="190" y="196"/>
                  <a:pt x="192" y="178"/>
                  <a:pt x="196" y="161"/>
                </a:cubicBezTo>
                <a:lnTo>
                  <a:pt x="81" y="161"/>
                </a:lnTo>
                <a:cubicBezTo>
                  <a:pt x="36" y="161"/>
                  <a:pt x="0" y="197"/>
                  <a:pt x="0" y="241"/>
                </a:cubicBezTo>
                <a:lnTo>
                  <a:pt x="0" y="648"/>
                </a:lnTo>
                <a:lnTo>
                  <a:pt x="916" y="648"/>
                </a:lnTo>
                <a:lnTo>
                  <a:pt x="916" y="242"/>
                </a:lnTo>
                <a:cubicBezTo>
                  <a:pt x="916" y="197"/>
                  <a:pt x="880" y="161"/>
                  <a:pt x="836" y="161"/>
                </a:cubicBezTo>
                <a:moveTo>
                  <a:pt x="0" y="729"/>
                </a:moveTo>
                <a:cubicBezTo>
                  <a:pt x="0" y="773"/>
                  <a:pt x="36" y="809"/>
                  <a:pt x="81" y="809"/>
                </a:cubicBezTo>
                <a:lnTo>
                  <a:pt x="324" y="809"/>
                </a:lnTo>
                <a:lnTo>
                  <a:pt x="324" y="863"/>
                </a:lnTo>
                <a:lnTo>
                  <a:pt x="245" y="863"/>
                </a:lnTo>
                <a:cubicBezTo>
                  <a:pt x="231" y="863"/>
                  <a:pt x="218" y="873"/>
                  <a:pt x="217" y="887"/>
                </a:cubicBezTo>
                <a:cubicBezTo>
                  <a:pt x="216" y="903"/>
                  <a:pt x="228" y="916"/>
                  <a:pt x="244" y="916"/>
                </a:cubicBezTo>
                <a:lnTo>
                  <a:pt x="672" y="916"/>
                </a:lnTo>
                <a:cubicBezTo>
                  <a:pt x="686" y="916"/>
                  <a:pt x="698" y="906"/>
                  <a:pt x="699" y="892"/>
                </a:cubicBezTo>
                <a:cubicBezTo>
                  <a:pt x="701" y="876"/>
                  <a:pt x="688" y="863"/>
                  <a:pt x="673" y="863"/>
                </a:cubicBezTo>
                <a:lnTo>
                  <a:pt x="592" y="863"/>
                </a:lnTo>
                <a:lnTo>
                  <a:pt x="592" y="809"/>
                </a:lnTo>
                <a:lnTo>
                  <a:pt x="836" y="809"/>
                </a:lnTo>
                <a:cubicBezTo>
                  <a:pt x="880" y="809"/>
                  <a:pt x="916" y="773"/>
                  <a:pt x="916" y="729"/>
                </a:cubicBezTo>
                <a:lnTo>
                  <a:pt x="916" y="702"/>
                </a:lnTo>
                <a:lnTo>
                  <a:pt x="0" y="702"/>
                </a:lnTo>
                <a:lnTo>
                  <a:pt x="0" y="729"/>
                </a:lnTo>
                <a:moveTo>
                  <a:pt x="387" y="356"/>
                </a:moveTo>
                <a:lnTo>
                  <a:pt x="399" y="402"/>
                </a:lnTo>
                <a:lnTo>
                  <a:pt x="432" y="402"/>
                </a:lnTo>
                <a:lnTo>
                  <a:pt x="432" y="134"/>
                </a:lnTo>
                <a:lnTo>
                  <a:pt x="405" y="134"/>
                </a:lnTo>
                <a:cubicBezTo>
                  <a:pt x="393" y="134"/>
                  <a:pt x="383" y="127"/>
                  <a:pt x="379" y="116"/>
                </a:cubicBezTo>
                <a:lnTo>
                  <a:pt x="351" y="30"/>
                </a:lnTo>
                <a:cubicBezTo>
                  <a:pt x="287" y="68"/>
                  <a:pt x="244" y="136"/>
                  <a:pt x="244" y="215"/>
                </a:cubicBezTo>
                <a:lnTo>
                  <a:pt x="244" y="295"/>
                </a:lnTo>
                <a:lnTo>
                  <a:pt x="309" y="295"/>
                </a:lnTo>
                <a:cubicBezTo>
                  <a:pt x="346" y="295"/>
                  <a:pt x="378" y="320"/>
                  <a:pt x="387" y="356"/>
                </a:cubicBezTo>
                <a:moveTo>
                  <a:pt x="351" y="188"/>
                </a:moveTo>
                <a:cubicBezTo>
                  <a:pt x="365" y="188"/>
                  <a:pt x="377" y="200"/>
                  <a:pt x="377" y="215"/>
                </a:cubicBezTo>
                <a:cubicBezTo>
                  <a:pt x="377" y="229"/>
                  <a:pt x="365" y="241"/>
                  <a:pt x="351" y="241"/>
                </a:cubicBezTo>
                <a:cubicBezTo>
                  <a:pt x="336" y="241"/>
                  <a:pt x="324" y="229"/>
                  <a:pt x="324" y="215"/>
                </a:cubicBezTo>
                <a:cubicBezTo>
                  <a:pt x="324" y="200"/>
                  <a:pt x="336" y="188"/>
                  <a:pt x="351" y="188"/>
                </a:cubicBezTo>
                <a:moveTo>
                  <a:pt x="492" y="81"/>
                </a:moveTo>
                <a:lnTo>
                  <a:pt x="516" y="9"/>
                </a:lnTo>
                <a:cubicBezTo>
                  <a:pt x="497" y="4"/>
                  <a:pt x="478" y="0"/>
                  <a:pt x="458" y="0"/>
                </a:cubicBezTo>
                <a:cubicBezTo>
                  <a:pt x="438" y="0"/>
                  <a:pt x="418" y="4"/>
                  <a:pt x="400" y="9"/>
                </a:cubicBezTo>
                <a:lnTo>
                  <a:pt x="423" y="81"/>
                </a:lnTo>
                <a:lnTo>
                  <a:pt x="492" y="81"/>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8" name="Google Shape;978;p75"/>
          <p:cNvSpPr/>
          <p:nvPr/>
        </p:nvSpPr>
        <p:spPr>
          <a:xfrm>
            <a:off x="1541055" y="2150076"/>
            <a:ext cx="464484" cy="464994"/>
          </a:xfrm>
          <a:custGeom>
            <a:avLst/>
            <a:gdLst/>
            <a:ahLst/>
            <a:cxnLst/>
            <a:rect l="l" t="t" r="r" b="b"/>
            <a:pathLst>
              <a:path w="915" h="916" extrusionOk="0">
                <a:moveTo>
                  <a:pt x="457" y="538"/>
                </a:moveTo>
                <a:cubicBezTo>
                  <a:pt x="502" y="538"/>
                  <a:pt x="538" y="502"/>
                  <a:pt x="538" y="458"/>
                </a:cubicBezTo>
                <a:cubicBezTo>
                  <a:pt x="538" y="413"/>
                  <a:pt x="502" y="377"/>
                  <a:pt x="457" y="377"/>
                </a:cubicBezTo>
                <a:cubicBezTo>
                  <a:pt x="413" y="377"/>
                  <a:pt x="377" y="413"/>
                  <a:pt x="377" y="458"/>
                </a:cubicBezTo>
                <a:cubicBezTo>
                  <a:pt x="377" y="502"/>
                  <a:pt x="413" y="538"/>
                  <a:pt x="457" y="538"/>
                </a:cubicBezTo>
                <a:moveTo>
                  <a:pt x="888" y="431"/>
                </a:moveTo>
                <a:cubicBezTo>
                  <a:pt x="902" y="431"/>
                  <a:pt x="914" y="421"/>
                  <a:pt x="915" y="407"/>
                </a:cubicBezTo>
                <a:cubicBezTo>
                  <a:pt x="917" y="391"/>
                  <a:pt x="904" y="378"/>
                  <a:pt x="889" y="378"/>
                </a:cubicBezTo>
                <a:lnTo>
                  <a:pt x="806" y="378"/>
                </a:lnTo>
                <a:lnTo>
                  <a:pt x="806" y="324"/>
                </a:lnTo>
                <a:lnTo>
                  <a:pt x="888" y="324"/>
                </a:lnTo>
                <a:cubicBezTo>
                  <a:pt x="902" y="324"/>
                  <a:pt x="914" y="314"/>
                  <a:pt x="915" y="300"/>
                </a:cubicBezTo>
                <a:cubicBezTo>
                  <a:pt x="917" y="284"/>
                  <a:pt x="904" y="271"/>
                  <a:pt x="889" y="271"/>
                </a:cubicBezTo>
                <a:lnTo>
                  <a:pt x="806" y="271"/>
                </a:lnTo>
                <a:lnTo>
                  <a:pt x="806" y="190"/>
                </a:lnTo>
                <a:cubicBezTo>
                  <a:pt x="806" y="146"/>
                  <a:pt x="770" y="110"/>
                  <a:pt x="726" y="110"/>
                </a:cubicBezTo>
                <a:lnTo>
                  <a:pt x="646" y="110"/>
                </a:lnTo>
                <a:lnTo>
                  <a:pt x="646" y="28"/>
                </a:lnTo>
                <a:cubicBezTo>
                  <a:pt x="646" y="14"/>
                  <a:pt x="635" y="2"/>
                  <a:pt x="621" y="1"/>
                </a:cubicBezTo>
                <a:cubicBezTo>
                  <a:pt x="605" y="-1"/>
                  <a:pt x="592" y="12"/>
                  <a:pt x="592" y="27"/>
                </a:cubicBezTo>
                <a:lnTo>
                  <a:pt x="592" y="110"/>
                </a:lnTo>
                <a:lnTo>
                  <a:pt x="538" y="110"/>
                </a:lnTo>
                <a:lnTo>
                  <a:pt x="538" y="28"/>
                </a:lnTo>
                <a:cubicBezTo>
                  <a:pt x="538" y="14"/>
                  <a:pt x="528" y="2"/>
                  <a:pt x="514" y="1"/>
                </a:cubicBezTo>
                <a:cubicBezTo>
                  <a:pt x="498" y="-1"/>
                  <a:pt x="485" y="12"/>
                  <a:pt x="485" y="27"/>
                </a:cubicBezTo>
                <a:lnTo>
                  <a:pt x="485" y="110"/>
                </a:lnTo>
                <a:lnTo>
                  <a:pt x="431" y="110"/>
                </a:lnTo>
                <a:lnTo>
                  <a:pt x="431" y="28"/>
                </a:lnTo>
                <a:cubicBezTo>
                  <a:pt x="431" y="14"/>
                  <a:pt x="421" y="2"/>
                  <a:pt x="407" y="1"/>
                </a:cubicBezTo>
                <a:cubicBezTo>
                  <a:pt x="391" y="-1"/>
                  <a:pt x="377" y="12"/>
                  <a:pt x="377" y="27"/>
                </a:cubicBezTo>
                <a:lnTo>
                  <a:pt x="377" y="110"/>
                </a:lnTo>
                <a:lnTo>
                  <a:pt x="324" y="110"/>
                </a:lnTo>
                <a:lnTo>
                  <a:pt x="324" y="28"/>
                </a:lnTo>
                <a:cubicBezTo>
                  <a:pt x="324" y="14"/>
                  <a:pt x="313" y="2"/>
                  <a:pt x="299" y="1"/>
                </a:cubicBezTo>
                <a:cubicBezTo>
                  <a:pt x="283" y="-1"/>
                  <a:pt x="270" y="12"/>
                  <a:pt x="270" y="27"/>
                </a:cubicBezTo>
                <a:lnTo>
                  <a:pt x="270" y="110"/>
                </a:lnTo>
                <a:lnTo>
                  <a:pt x="190" y="110"/>
                </a:lnTo>
                <a:cubicBezTo>
                  <a:pt x="145" y="110"/>
                  <a:pt x="109" y="146"/>
                  <a:pt x="109" y="190"/>
                </a:cubicBezTo>
                <a:lnTo>
                  <a:pt x="109" y="271"/>
                </a:lnTo>
                <a:lnTo>
                  <a:pt x="28" y="271"/>
                </a:lnTo>
                <a:cubicBezTo>
                  <a:pt x="14" y="271"/>
                  <a:pt x="2" y="281"/>
                  <a:pt x="0" y="295"/>
                </a:cubicBezTo>
                <a:cubicBezTo>
                  <a:pt x="-1" y="311"/>
                  <a:pt x="12" y="324"/>
                  <a:pt x="27" y="324"/>
                </a:cubicBezTo>
                <a:lnTo>
                  <a:pt x="109" y="324"/>
                </a:lnTo>
                <a:lnTo>
                  <a:pt x="109" y="378"/>
                </a:lnTo>
                <a:lnTo>
                  <a:pt x="28" y="378"/>
                </a:lnTo>
                <a:cubicBezTo>
                  <a:pt x="14" y="378"/>
                  <a:pt x="2" y="388"/>
                  <a:pt x="0" y="402"/>
                </a:cubicBezTo>
                <a:cubicBezTo>
                  <a:pt x="-1" y="418"/>
                  <a:pt x="12" y="431"/>
                  <a:pt x="27" y="431"/>
                </a:cubicBezTo>
                <a:lnTo>
                  <a:pt x="109" y="431"/>
                </a:lnTo>
                <a:lnTo>
                  <a:pt x="109" y="485"/>
                </a:lnTo>
                <a:lnTo>
                  <a:pt x="28" y="485"/>
                </a:lnTo>
                <a:cubicBezTo>
                  <a:pt x="14" y="485"/>
                  <a:pt x="2" y="495"/>
                  <a:pt x="0" y="509"/>
                </a:cubicBezTo>
                <a:cubicBezTo>
                  <a:pt x="-1" y="525"/>
                  <a:pt x="12" y="539"/>
                  <a:pt x="27" y="539"/>
                </a:cubicBezTo>
                <a:lnTo>
                  <a:pt x="109" y="539"/>
                </a:lnTo>
                <a:lnTo>
                  <a:pt x="109" y="592"/>
                </a:lnTo>
                <a:lnTo>
                  <a:pt x="28" y="592"/>
                </a:lnTo>
                <a:cubicBezTo>
                  <a:pt x="14" y="592"/>
                  <a:pt x="2" y="603"/>
                  <a:pt x="0" y="617"/>
                </a:cubicBezTo>
                <a:cubicBezTo>
                  <a:pt x="-1" y="633"/>
                  <a:pt x="12" y="646"/>
                  <a:pt x="27" y="646"/>
                </a:cubicBezTo>
                <a:lnTo>
                  <a:pt x="109" y="646"/>
                </a:lnTo>
                <a:lnTo>
                  <a:pt x="109" y="726"/>
                </a:lnTo>
                <a:cubicBezTo>
                  <a:pt x="109" y="771"/>
                  <a:pt x="145" y="807"/>
                  <a:pt x="190" y="807"/>
                </a:cubicBezTo>
                <a:lnTo>
                  <a:pt x="270" y="807"/>
                </a:lnTo>
                <a:lnTo>
                  <a:pt x="270" y="888"/>
                </a:lnTo>
                <a:cubicBezTo>
                  <a:pt x="270" y="902"/>
                  <a:pt x="281" y="914"/>
                  <a:pt x="295" y="916"/>
                </a:cubicBezTo>
                <a:cubicBezTo>
                  <a:pt x="311" y="917"/>
                  <a:pt x="324" y="905"/>
                  <a:pt x="324" y="889"/>
                </a:cubicBezTo>
                <a:lnTo>
                  <a:pt x="324" y="807"/>
                </a:lnTo>
                <a:lnTo>
                  <a:pt x="377" y="807"/>
                </a:lnTo>
                <a:lnTo>
                  <a:pt x="377" y="888"/>
                </a:lnTo>
                <a:cubicBezTo>
                  <a:pt x="377" y="902"/>
                  <a:pt x="388" y="914"/>
                  <a:pt x="402" y="916"/>
                </a:cubicBezTo>
                <a:cubicBezTo>
                  <a:pt x="418" y="917"/>
                  <a:pt x="431" y="905"/>
                  <a:pt x="431" y="889"/>
                </a:cubicBezTo>
                <a:lnTo>
                  <a:pt x="431" y="807"/>
                </a:lnTo>
                <a:lnTo>
                  <a:pt x="485" y="807"/>
                </a:lnTo>
                <a:lnTo>
                  <a:pt x="485" y="888"/>
                </a:lnTo>
                <a:cubicBezTo>
                  <a:pt x="485" y="902"/>
                  <a:pt x="495" y="914"/>
                  <a:pt x="509" y="916"/>
                </a:cubicBezTo>
                <a:cubicBezTo>
                  <a:pt x="525" y="917"/>
                  <a:pt x="538" y="905"/>
                  <a:pt x="538" y="889"/>
                </a:cubicBezTo>
                <a:lnTo>
                  <a:pt x="538" y="807"/>
                </a:lnTo>
                <a:lnTo>
                  <a:pt x="592" y="807"/>
                </a:lnTo>
                <a:lnTo>
                  <a:pt x="592" y="888"/>
                </a:lnTo>
                <a:cubicBezTo>
                  <a:pt x="592" y="902"/>
                  <a:pt x="602" y="914"/>
                  <a:pt x="616" y="916"/>
                </a:cubicBezTo>
                <a:cubicBezTo>
                  <a:pt x="632" y="917"/>
                  <a:pt x="646" y="905"/>
                  <a:pt x="646" y="889"/>
                </a:cubicBezTo>
                <a:lnTo>
                  <a:pt x="646" y="807"/>
                </a:lnTo>
                <a:lnTo>
                  <a:pt x="726" y="807"/>
                </a:lnTo>
                <a:cubicBezTo>
                  <a:pt x="770" y="807"/>
                  <a:pt x="806" y="771"/>
                  <a:pt x="806" y="726"/>
                </a:cubicBezTo>
                <a:lnTo>
                  <a:pt x="806" y="646"/>
                </a:lnTo>
                <a:lnTo>
                  <a:pt x="888" y="646"/>
                </a:lnTo>
                <a:cubicBezTo>
                  <a:pt x="902" y="646"/>
                  <a:pt x="914" y="635"/>
                  <a:pt x="915" y="622"/>
                </a:cubicBezTo>
                <a:cubicBezTo>
                  <a:pt x="917" y="606"/>
                  <a:pt x="904" y="592"/>
                  <a:pt x="889" y="592"/>
                </a:cubicBezTo>
                <a:lnTo>
                  <a:pt x="806" y="592"/>
                </a:lnTo>
                <a:lnTo>
                  <a:pt x="806" y="539"/>
                </a:lnTo>
                <a:lnTo>
                  <a:pt x="888" y="539"/>
                </a:lnTo>
                <a:cubicBezTo>
                  <a:pt x="902" y="539"/>
                  <a:pt x="914" y="528"/>
                  <a:pt x="915" y="514"/>
                </a:cubicBezTo>
                <a:cubicBezTo>
                  <a:pt x="917" y="498"/>
                  <a:pt x="904" y="485"/>
                  <a:pt x="889" y="485"/>
                </a:cubicBezTo>
                <a:lnTo>
                  <a:pt x="806" y="485"/>
                </a:lnTo>
                <a:lnTo>
                  <a:pt x="806" y="431"/>
                </a:lnTo>
                <a:lnTo>
                  <a:pt x="888" y="431"/>
                </a:lnTo>
                <a:moveTo>
                  <a:pt x="699" y="673"/>
                </a:moveTo>
                <a:cubicBezTo>
                  <a:pt x="699" y="687"/>
                  <a:pt x="687" y="699"/>
                  <a:pt x="672" y="699"/>
                </a:cubicBezTo>
                <a:lnTo>
                  <a:pt x="243" y="699"/>
                </a:lnTo>
                <a:cubicBezTo>
                  <a:pt x="228" y="699"/>
                  <a:pt x="216" y="687"/>
                  <a:pt x="216" y="673"/>
                </a:cubicBezTo>
                <a:lnTo>
                  <a:pt x="216" y="244"/>
                </a:lnTo>
                <a:cubicBezTo>
                  <a:pt x="216" y="229"/>
                  <a:pt x="228" y="217"/>
                  <a:pt x="243" y="217"/>
                </a:cubicBezTo>
                <a:lnTo>
                  <a:pt x="672" y="217"/>
                </a:lnTo>
                <a:cubicBezTo>
                  <a:pt x="687" y="217"/>
                  <a:pt x="699" y="229"/>
                  <a:pt x="699" y="244"/>
                </a:cubicBezTo>
                <a:lnTo>
                  <a:pt x="699" y="673"/>
                </a:lnTo>
                <a:moveTo>
                  <a:pt x="270" y="646"/>
                </a:moveTo>
                <a:lnTo>
                  <a:pt x="645" y="646"/>
                </a:lnTo>
                <a:lnTo>
                  <a:pt x="645" y="271"/>
                </a:lnTo>
                <a:lnTo>
                  <a:pt x="270" y="271"/>
                </a:lnTo>
                <a:lnTo>
                  <a:pt x="270" y="646"/>
                </a:lnTo>
                <a:moveTo>
                  <a:pt x="457" y="324"/>
                </a:moveTo>
                <a:cubicBezTo>
                  <a:pt x="531" y="324"/>
                  <a:pt x="591" y="384"/>
                  <a:pt x="591" y="458"/>
                </a:cubicBezTo>
                <a:cubicBezTo>
                  <a:pt x="591" y="532"/>
                  <a:pt x="531" y="592"/>
                  <a:pt x="457" y="592"/>
                </a:cubicBezTo>
                <a:cubicBezTo>
                  <a:pt x="383" y="592"/>
                  <a:pt x="323" y="532"/>
                  <a:pt x="323" y="458"/>
                </a:cubicBezTo>
                <a:cubicBezTo>
                  <a:pt x="323" y="384"/>
                  <a:pt x="383" y="324"/>
                  <a:pt x="457" y="32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9" name="Google Shape;979;p75"/>
          <p:cNvSpPr/>
          <p:nvPr/>
        </p:nvSpPr>
        <p:spPr>
          <a:xfrm>
            <a:off x="723257" y="2149568"/>
            <a:ext cx="464484" cy="464994"/>
          </a:xfrm>
          <a:custGeom>
            <a:avLst/>
            <a:gdLst/>
            <a:ahLst/>
            <a:cxnLst/>
            <a:rect l="l" t="t" r="r" b="b"/>
            <a:pathLst>
              <a:path w="915" h="916" extrusionOk="0">
                <a:moveTo>
                  <a:pt x="267" y="215"/>
                </a:moveTo>
                <a:lnTo>
                  <a:pt x="267" y="27"/>
                </a:lnTo>
                <a:cubicBezTo>
                  <a:pt x="267" y="12"/>
                  <a:pt x="255" y="0"/>
                  <a:pt x="241" y="0"/>
                </a:cubicBezTo>
                <a:cubicBezTo>
                  <a:pt x="226" y="0"/>
                  <a:pt x="214" y="12"/>
                  <a:pt x="214" y="27"/>
                </a:cubicBezTo>
                <a:lnTo>
                  <a:pt x="214" y="54"/>
                </a:lnTo>
                <a:lnTo>
                  <a:pt x="27" y="54"/>
                </a:lnTo>
                <a:cubicBezTo>
                  <a:pt x="10" y="54"/>
                  <a:pt x="-3" y="69"/>
                  <a:pt x="0" y="86"/>
                </a:cubicBezTo>
                <a:cubicBezTo>
                  <a:pt x="15" y="159"/>
                  <a:pt x="83" y="215"/>
                  <a:pt x="160" y="215"/>
                </a:cubicBezTo>
                <a:lnTo>
                  <a:pt x="267" y="215"/>
                </a:lnTo>
                <a:moveTo>
                  <a:pt x="312" y="325"/>
                </a:moveTo>
                <a:lnTo>
                  <a:pt x="284" y="268"/>
                </a:lnTo>
                <a:lnTo>
                  <a:pt x="160" y="268"/>
                </a:lnTo>
                <a:lnTo>
                  <a:pt x="160" y="398"/>
                </a:lnTo>
                <a:cubicBezTo>
                  <a:pt x="198" y="355"/>
                  <a:pt x="251" y="327"/>
                  <a:pt x="312" y="325"/>
                </a:cubicBezTo>
                <a:moveTo>
                  <a:pt x="348" y="539"/>
                </a:moveTo>
                <a:cubicBezTo>
                  <a:pt x="318" y="539"/>
                  <a:pt x="294" y="563"/>
                  <a:pt x="294" y="592"/>
                </a:cubicBezTo>
                <a:lnTo>
                  <a:pt x="294" y="741"/>
                </a:lnTo>
                <a:lnTo>
                  <a:pt x="246" y="838"/>
                </a:lnTo>
                <a:cubicBezTo>
                  <a:pt x="240" y="851"/>
                  <a:pt x="238" y="865"/>
                  <a:pt x="243" y="879"/>
                </a:cubicBezTo>
                <a:cubicBezTo>
                  <a:pt x="247" y="892"/>
                  <a:pt x="258" y="904"/>
                  <a:pt x="270" y="910"/>
                </a:cubicBezTo>
                <a:cubicBezTo>
                  <a:pt x="278" y="914"/>
                  <a:pt x="286" y="916"/>
                  <a:pt x="294" y="916"/>
                </a:cubicBezTo>
                <a:cubicBezTo>
                  <a:pt x="315" y="916"/>
                  <a:pt x="333" y="905"/>
                  <a:pt x="342" y="886"/>
                </a:cubicBezTo>
                <a:lnTo>
                  <a:pt x="396" y="777"/>
                </a:lnTo>
                <a:cubicBezTo>
                  <a:pt x="400" y="770"/>
                  <a:pt x="402" y="762"/>
                  <a:pt x="402" y="753"/>
                </a:cubicBezTo>
                <a:lnTo>
                  <a:pt x="402" y="592"/>
                </a:lnTo>
                <a:cubicBezTo>
                  <a:pt x="402" y="563"/>
                  <a:pt x="377" y="539"/>
                  <a:pt x="348" y="539"/>
                </a:cubicBezTo>
                <a:moveTo>
                  <a:pt x="834" y="110"/>
                </a:moveTo>
                <a:cubicBezTo>
                  <a:pt x="790" y="110"/>
                  <a:pt x="754" y="146"/>
                  <a:pt x="754" y="190"/>
                </a:cubicBezTo>
                <a:cubicBezTo>
                  <a:pt x="754" y="208"/>
                  <a:pt x="760" y="225"/>
                  <a:pt x="770" y="239"/>
                </a:cubicBezTo>
                <a:lnTo>
                  <a:pt x="712" y="328"/>
                </a:lnTo>
                <a:cubicBezTo>
                  <a:pt x="725" y="326"/>
                  <a:pt x="739" y="324"/>
                  <a:pt x="754" y="324"/>
                </a:cubicBezTo>
                <a:lnTo>
                  <a:pt x="779" y="324"/>
                </a:lnTo>
                <a:lnTo>
                  <a:pt x="815" y="268"/>
                </a:lnTo>
                <a:cubicBezTo>
                  <a:pt x="821" y="269"/>
                  <a:pt x="828" y="270"/>
                  <a:pt x="834" y="270"/>
                </a:cubicBezTo>
                <a:cubicBezTo>
                  <a:pt x="879" y="270"/>
                  <a:pt x="915" y="234"/>
                  <a:pt x="915" y="190"/>
                </a:cubicBezTo>
                <a:cubicBezTo>
                  <a:pt x="915" y="146"/>
                  <a:pt x="879" y="110"/>
                  <a:pt x="834" y="110"/>
                </a:cubicBezTo>
                <a:moveTo>
                  <a:pt x="808" y="592"/>
                </a:moveTo>
                <a:lnTo>
                  <a:pt x="755" y="592"/>
                </a:lnTo>
                <a:lnTo>
                  <a:pt x="755" y="378"/>
                </a:lnTo>
                <a:cubicBezTo>
                  <a:pt x="666" y="378"/>
                  <a:pt x="594" y="450"/>
                  <a:pt x="594" y="539"/>
                </a:cubicBezTo>
                <a:cubicBezTo>
                  <a:pt x="594" y="618"/>
                  <a:pt x="653" y="686"/>
                  <a:pt x="731" y="698"/>
                </a:cubicBezTo>
                <a:lnTo>
                  <a:pt x="755" y="701"/>
                </a:lnTo>
                <a:lnTo>
                  <a:pt x="755" y="861"/>
                </a:lnTo>
                <a:cubicBezTo>
                  <a:pt x="755" y="888"/>
                  <a:pt x="777" y="914"/>
                  <a:pt x="804" y="916"/>
                </a:cubicBezTo>
                <a:cubicBezTo>
                  <a:pt x="835" y="918"/>
                  <a:pt x="862" y="893"/>
                  <a:pt x="862" y="862"/>
                </a:cubicBezTo>
                <a:lnTo>
                  <a:pt x="862" y="646"/>
                </a:lnTo>
                <a:cubicBezTo>
                  <a:pt x="862" y="616"/>
                  <a:pt x="838" y="592"/>
                  <a:pt x="808" y="592"/>
                </a:cubicBezTo>
                <a:moveTo>
                  <a:pt x="539" y="539"/>
                </a:moveTo>
                <a:cubicBezTo>
                  <a:pt x="539" y="474"/>
                  <a:pt x="568" y="417"/>
                  <a:pt x="613" y="378"/>
                </a:cubicBezTo>
                <a:lnTo>
                  <a:pt x="323" y="378"/>
                </a:lnTo>
                <a:cubicBezTo>
                  <a:pt x="238" y="378"/>
                  <a:pt x="166" y="443"/>
                  <a:pt x="160" y="528"/>
                </a:cubicBezTo>
                <a:cubicBezTo>
                  <a:pt x="156" y="592"/>
                  <a:pt x="190" y="648"/>
                  <a:pt x="241" y="677"/>
                </a:cubicBezTo>
                <a:lnTo>
                  <a:pt x="241" y="594"/>
                </a:lnTo>
                <a:cubicBezTo>
                  <a:pt x="241" y="537"/>
                  <a:pt x="285" y="488"/>
                  <a:pt x="342" y="485"/>
                </a:cubicBezTo>
                <a:cubicBezTo>
                  <a:pt x="404" y="482"/>
                  <a:pt x="455" y="531"/>
                  <a:pt x="455" y="592"/>
                </a:cubicBezTo>
                <a:lnTo>
                  <a:pt x="455" y="699"/>
                </a:lnTo>
                <a:lnTo>
                  <a:pt x="613" y="699"/>
                </a:lnTo>
                <a:cubicBezTo>
                  <a:pt x="568" y="660"/>
                  <a:pt x="539" y="602"/>
                  <a:pt x="539" y="53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0" name="Google Shape;980;p75"/>
          <p:cNvSpPr/>
          <p:nvPr/>
        </p:nvSpPr>
        <p:spPr>
          <a:xfrm>
            <a:off x="7975307" y="1435832"/>
            <a:ext cx="464991" cy="464994"/>
          </a:xfrm>
          <a:custGeom>
            <a:avLst/>
            <a:gdLst/>
            <a:ahLst/>
            <a:cxnLst/>
            <a:rect l="l" t="t" r="r" b="b"/>
            <a:pathLst>
              <a:path w="916" h="916" extrusionOk="0">
                <a:moveTo>
                  <a:pt x="53" y="351"/>
                </a:moveTo>
                <a:cubicBezTo>
                  <a:pt x="53" y="343"/>
                  <a:pt x="54" y="336"/>
                  <a:pt x="54" y="328"/>
                </a:cubicBezTo>
                <a:cubicBezTo>
                  <a:pt x="23" y="339"/>
                  <a:pt x="0" y="369"/>
                  <a:pt x="0" y="404"/>
                </a:cubicBezTo>
                <a:lnTo>
                  <a:pt x="0" y="565"/>
                </a:lnTo>
                <a:cubicBezTo>
                  <a:pt x="0" y="603"/>
                  <a:pt x="26" y="634"/>
                  <a:pt x="61" y="643"/>
                </a:cubicBezTo>
                <a:cubicBezTo>
                  <a:pt x="56" y="618"/>
                  <a:pt x="53" y="592"/>
                  <a:pt x="53" y="565"/>
                </a:cubicBezTo>
                <a:lnTo>
                  <a:pt x="53" y="351"/>
                </a:lnTo>
                <a:moveTo>
                  <a:pt x="458" y="0"/>
                </a:moveTo>
                <a:cubicBezTo>
                  <a:pt x="266" y="0"/>
                  <a:pt x="107" y="158"/>
                  <a:pt x="107" y="351"/>
                </a:cubicBezTo>
                <a:lnTo>
                  <a:pt x="107" y="565"/>
                </a:lnTo>
                <a:cubicBezTo>
                  <a:pt x="107" y="758"/>
                  <a:pt x="266" y="916"/>
                  <a:pt x="458" y="916"/>
                </a:cubicBezTo>
                <a:cubicBezTo>
                  <a:pt x="651" y="916"/>
                  <a:pt x="809" y="758"/>
                  <a:pt x="809" y="565"/>
                </a:cubicBezTo>
                <a:lnTo>
                  <a:pt x="809" y="351"/>
                </a:lnTo>
                <a:cubicBezTo>
                  <a:pt x="809" y="158"/>
                  <a:pt x="651" y="0"/>
                  <a:pt x="458" y="0"/>
                </a:cubicBezTo>
                <a:moveTo>
                  <a:pt x="565" y="163"/>
                </a:moveTo>
                <a:cubicBezTo>
                  <a:pt x="579" y="163"/>
                  <a:pt x="591" y="175"/>
                  <a:pt x="591" y="190"/>
                </a:cubicBezTo>
                <a:cubicBezTo>
                  <a:pt x="591" y="205"/>
                  <a:pt x="579" y="217"/>
                  <a:pt x="565" y="217"/>
                </a:cubicBezTo>
                <a:cubicBezTo>
                  <a:pt x="550" y="217"/>
                  <a:pt x="538" y="205"/>
                  <a:pt x="538" y="190"/>
                </a:cubicBezTo>
                <a:cubicBezTo>
                  <a:pt x="538" y="175"/>
                  <a:pt x="550" y="163"/>
                  <a:pt x="565" y="163"/>
                </a:cubicBezTo>
                <a:moveTo>
                  <a:pt x="457" y="163"/>
                </a:moveTo>
                <a:cubicBezTo>
                  <a:pt x="472" y="163"/>
                  <a:pt x="484" y="175"/>
                  <a:pt x="484" y="190"/>
                </a:cubicBezTo>
                <a:cubicBezTo>
                  <a:pt x="484" y="205"/>
                  <a:pt x="472" y="217"/>
                  <a:pt x="457" y="217"/>
                </a:cubicBezTo>
                <a:cubicBezTo>
                  <a:pt x="443" y="217"/>
                  <a:pt x="431" y="205"/>
                  <a:pt x="431" y="190"/>
                </a:cubicBezTo>
                <a:cubicBezTo>
                  <a:pt x="431" y="175"/>
                  <a:pt x="443" y="163"/>
                  <a:pt x="457" y="163"/>
                </a:cubicBezTo>
                <a:moveTo>
                  <a:pt x="350" y="163"/>
                </a:moveTo>
                <a:cubicBezTo>
                  <a:pt x="365" y="163"/>
                  <a:pt x="377" y="175"/>
                  <a:pt x="377" y="190"/>
                </a:cubicBezTo>
                <a:cubicBezTo>
                  <a:pt x="377" y="205"/>
                  <a:pt x="365" y="217"/>
                  <a:pt x="350" y="217"/>
                </a:cubicBezTo>
                <a:cubicBezTo>
                  <a:pt x="335" y="217"/>
                  <a:pt x="323" y="205"/>
                  <a:pt x="323" y="190"/>
                </a:cubicBezTo>
                <a:cubicBezTo>
                  <a:pt x="323" y="175"/>
                  <a:pt x="335" y="163"/>
                  <a:pt x="350" y="163"/>
                </a:cubicBezTo>
                <a:moveTo>
                  <a:pt x="439" y="808"/>
                </a:moveTo>
                <a:cubicBezTo>
                  <a:pt x="313" y="799"/>
                  <a:pt x="217" y="691"/>
                  <a:pt x="217" y="565"/>
                </a:cubicBezTo>
                <a:lnTo>
                  <a:pt x="217" y="298"/>
                </a:lnTo>
                <a:cubicBezTo>
                  <a:pt x="217" y="283"/>
                  <a:pt x="229" y="271"/>
                  <a:pt x="243" y="271"/>
                </a:cubicBezTo>
                <a:lnTo>
                  <a:pt x="672" y="271"/>
                </a:lnTo>
                <a:cubicBezTo>
                  <a:pt x="687" y="271"/>
                  <a:pt x="699" y="283"/>
                  <a:pt x="699" y="298"/>
                </a:cubicBezTo>
                <a:lnTo>
                  <a:pt x="699" y="566"/>
                </a:lnTo>
                <a:cubicBezTo>
                  <a:pt x="699" y="705"/>
                  <a:pt x="581" y="819"/>
                  <a:pt x="439" y="808"/>
                </a:cubicBezTo>
                <a:moveTo>
                  <a:pt x="861" y="329"/>
                </a:moveTo>
                <a:cubicBezTo>
                  <a:pt x="862" y="336"/>
                  <a:pt x="862" y="343"/>
                  <a:pt x="862" y="351"/>
                </a:cubicBezTo>
                <a:lnTo>
                  <a:pt x="862" y="565"/>
                </a:lnTo>
                <a:cubicBezTo>
                  <a:pt x="862" y="592"/>
                  <a:pt x="859" y="618"/>
                  <a:pt x="855" y="643"/>
                </a:cubicBezTo>
                <a:cubicBezTo>
                  <a:pt x="890" y="635"/>
                  <a:pt x="916" y="603"/>
                  <a:pt x="916" y="565"/>
                </a:cubicBezTo>
                <a:lnTo>
                  <a:pt x="916" y="404"/>
                </a:lnTo>
                <a:cubicBezTo>
                  <a:pt x="916" y="369"/>
                  <a:pt x="893" y="339"/>
                  <a:pt x="861" y="329"/>
                </a:cubicBezTo>
                <a:moveTo>
                  <a:pt x="270" y="565"/>
                </a:moveTo>
                <a:cubicBezTo>
                  <a:pt x="270" y="660"/>
                  <a:pt x="341" y="742"/>
                  <a:pt x="435" y="754"/>
                </a:cubicBezTo>
                <a:cubicBezTo>
                  <a:pt x="549" y="767"/>
                  <a:pt x="645" y="677"/>
                  <a:pt x="645" y="566"/>
                </a:cubicBezTo>
                <a:lnTo>
                  <a:pt x="645" y="324"/>
                </a:lnTo>
                <a:lnTo>
                  <a:pt x="270" y="324"/>
                </a:lnTo>
                <a:lnTo>
                  <a:pt x="270" y="565"/>
                </a:lnTo>
                <a:moveTo>
                  <a:pt x="391" y="390"/>
                </a:moveTo>
                <a:cubicBezTo>
                  <a:pt x="420" y="390"/>
                  <a:pt x="442" y="404"/>
                  <a:pt x="457" y="421"/>
                </a:cubicBezTo>
                <a:cubicBezTo>
                  <a:pt x="473" y="404"/>
                  <a:pt x="495" y="390"/>
                  <a:pt x="524" y="390"/>
                </a:cubicBezTo>
                <a:cubicBezTo>
                  <a:pt x="576" y="390"/>
                  <a:pt x="617" y="434"/>
                  <a:pt x="617" y="489"/>
                </a:cubicBezTo>
                <a:cubicBezTo>
                  <a:pt x="617" y="553"/>
                  <a:pt x="559" y="597"/>
                  <a:pt x="510" y="638"/>
                </a:cubicBezTo>
                <a:cubicBezTo>
                  <a:pt x="499" y="647"/>
                  <a:pt x="487" y="657"/>
                  <a:pt x="475" y="668"/>
                </a:cubicBezTo>
                <a:cubicBezTo>
                  <a:pt x="470" y="672"/>
                  <a:pt x="464" y="674"/>
                  <a:pt x="457" y="674"/>
                </a:cubicBezTo>
                <a:cubicBezTo>
                  <a:pt x="451" y="674"/>
                  <a:pt x="445" y="672"/>
                  <a:pt x="440" y="668"/>
                </a:cubicBezTo>
                <a:cubicBezTo>
                  <a:pt x="428" y="657"/>
                  <a:pt x="416" y="648"/>
                  <a:pt x="405" y="639"/>
                </a:cubicBezTo>
                <a:cubicBezTo>
                  <a:pt x="343" y="586"/>
                  <a:pt x="298" y="547"/>
                  <a:pt x="298" y="489"/>
                </a:cubicBezTo>
                <a:cubicBezTo>
                  <a:pt x="298" y="434"/>
                  <a:pt x="339" y="390"/>
                  <a:pt x="391" y="390"/>
                </a:cubicBezTo>
                <a:moveTo>
                  <a:pt x="440" y="598"/>
                </a:moveTo>
                <a:cubicBezTo>
                  <a:pt x="446" y="602"/>
                  <a:pt x="451" y="607"/>
                  <a:pt x="457" y="612"/>
                </a:cubicBezTo>
                <a:cubicBezTo>
                  <a:pt x="463" y="607"/>
                  <a:pt x="469" y="602"/>
                  <a:pt x="475" y="597"/>
                </a:cubicBezTo>
                <a:cubicBezTo>
                  <a:pt x="505" y="572"/>
                  <a:pt x="564" y="528"/>
                  <a:pt x="564" y="489"/>
                </a:cubicBezTo>
                <a:cubicBezTo>
                  <a:pt x="564" y="467"/>
                  <a:pt x="550" y="444"/>
                  <a:pt x="524" y="444"/>
                </a:cubicBezTo>
                <a:cubicBezTo>
                  <a:pt x="495" y="444"/>
                  <a:pt x="484" y="480"/>
                  <a:pt x="483" y="482"/>
                </a:cubicBezTo>
                <a:cubicBezTo>
                  <a:pt x="480" y="493"/>
                  <a:pt x="470" y="500"/>
                  <a:pt x="457" y="501"/>
                </a:cubicBezTo>
                <a:cubicBezTo>
                  <a:pt x="445" y="501"/>
                  <a:pt x="435" y="493"/>
                  <a:pt x="431" y="482"/>
                </a:cubicBezTo>
                <a:cubicBezTo>
                  <a:pt x="431" y="480"/>
                  <a:pt x="420" y="444"/>
                  <a:pt x="391" y="444"/>
                </a:cubicBezTo>
                <a:cubicBezTo>
                  <a:pt x="365" y="444"/>
                  <a:pt x="351" y="467"/>
                  <a:pt x="351" y="489"/>
                </a:cubicBezTo>
                <a:cubicBezTo>
                  <a:pt x="351" y="521"/>
                  <a:pt x="380" y="547"/>
                  <a:pt x="440" y="598"/>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1" name="Google Shape;981;p75"/>
          <p:cNvSpPr/>
          <p:nvPr/>
        </p:nvSpPr>
        <p:spPr>
          <a:xfrm>
            <a:off x="5566079" y="1435832"/>
            <a:ext cx="464991" cy="464994"/>
          </a:xfrm>
          <a:custGeom>
            <a:avLst/>
            <a:gdLst/>
            <a:ahLst/>
            <a:cxnLst/>
            <a:rect l="l" t="t" r="r" b="b"/>
            <a:pathLst>
              <a:path w="916" h="916" extrusionOk="0">
                <a:moveTo>
                  <a:pt x="133" y="327"/>
                </a:moveTo>
                <a:lnTo>
                  <a:pt x="160" y="327"/>
                </a:lnTo>
                <a:lnTo>
                  <a:pt x="160" y="380"/>
                </a:lnTo>
                <a:lnTo>
                  <a:pt x="321" y="380"/>
                </a:lnTo>
                <a:lnTo>
                  <a:pt x="321" y="327"/>
                </a:lnTo>
                <a:lnTo>
                  <a:pt x="348" y="327"/>
                </a:lnTo>
                <a:cubicBezTo>
                  <a:pt x="363" y="327"/>
                  <a:pt x="375" y="315"/>
                  <a:pt x="375" y="300"/>
                </a:cubicBezTo>
                <a:lnTo>
                  <a:pt x="375" y="135"/>
                </a:lnTo>
                <a:cubicBezTo>
                  <a:pt x="375" y="61"/>
                  <a:pt x="314" y="0"/>
                  <a:pt x="241" y="0"/>
                </a:cubicBezTo>
                <a:lnTo>
                  <a:pt x="133" y="0"/>
                </a:lnTo>
                <a:cubicBezTo>
                  <a:pt x="119" y="0"/>
                  <a:pt x="107" y="12"/>
                  <a:pt x="107" y="27"/>
                </a:cubicBezTo>
                <a:lnTo>
                  <a:pt x="107" y="300"/>
                </a:lnTo>
                <a:cubicBezTo>
                  <a:pt x="107" y="315"/>
                  <a:pt x="119" y="327"/>
                  <a:pt x="133" y="327"/>
                </a:cubicBezTo>
                <a:moveTo>
                  <a:pt x="781" y="541"/>
                </a:moveTo>
                <a:lnTo>
                  <a:pt x="428" y="541"/>
                </a:lnTo>
                <a:lnTo>
                  <a:pt x="428" y="514"/>
                </a:lnTo>
                <a:cubicBezTo>
                  <a:pt x="428" y="470"/>
                  <a:pt x="392" y="434"/>
                  <a:pt x="348" y="434"/>
                </a:cubicBezTo>
                <a:lnTo>
                  <a:pt x="134" y="434"/>
                </a:lnTo>
                <a:cubicBezTo>
                  <a:pt x="89" y="434"/>
                  <a:pt x="53" y="470"/>
                  <a:pt x="53" y="514"/>
                </a:cubicBezTo>
                <a:lnTo>
                  <a:pt x="53" y="546"/>
                </a:lnTo>
                <a:cubicBezTo>
                  <a:pt x="22" y="557"/>
                  <a:pt x="0" y="587"/>
                  <a:pt x="0" y="622"/>
                </a:cubicBezTo>
                <a:lnTo>
                  <a:pt x="0" y="782"/>
                </a:lnTo>
                <a:cubicBezTo>
                  <a:pt x="0" y="797"/>
                  <a:pt x="12" y="809"/>
                  <a:pt x="26" y="809"/>
                </a:cubicBezTo>
                <a:cubicBezTo>
                  <a:pt x="26" y="720"/>
                  <a:pt x="99" y="648"/>
                  <a:pt x="187" y="648"/>
                </a:cubicBezTo>
                <a:cubicBezTo>
                  <a:pt x="243" y="648"/>
                  <a:pt x="293" y="677"/>
                  <a:pt x="322" y="721"/>
                </a:cubicBezTo>
                <a:cubicBezTo>
                  <a:pt x="350" y="677"/>
                  <a:pt x="400" y="648"/>
                  <a:pt x="456" y="648"/>
                </a:cubicBezTo>
                <a:cubicBezTo>
                  <a:pt x="512" y="648"/>
                  <a:pt x="563" y="677"/>
                  <a:pt x="592" y="721"/>
                </a:cubicBezTo>
                <a:cubicBezTo>
                  <a:pt x="621" y="677"/>
                  <a:pt x="672" y="648"/>
                  <a:pt x="728" y="648"/>
                </a:cubicBezTo>
                <a:cubicBezTo>
                  <a:pt x="798" y="648"/>
                  <a:pt x="857" y="694"/>
                  <a:pt x="879" y="756"/>
                </a:cubicBezTo>
                <a:lnTo>
                  <a:pt x="889" y="756"/>
                </a:lnTo>
                <a:cubicBezTo>
                  <a:pt x="904" y="756"/>
                  <a:pt x="916" y="744"/>
                  <a:pt x="916" y="729"/>
                </a:cubicBezTo>
                <a:lnTo>
                  <a:pt x="916" y="675"/>
                </a:lnTo>
                <a:cubicBezTo>
                  <a:pt x="915" y="601"/>
                  <a:pt x="855" y="541"/>
                  <a:pt x="781" y="541"/>
                </a:cubicBezTo>
                <a:moveTo>
                  <a:pt x="428" y="257"/>
                </a:moveTo>
                <a:lnTo>
                  <a:pt x="755" y="222"/>
                </a:lnTo>
                <a:lnTo>
                  <a:pt x="755" y="375"/>
                </a:lnTo>
                <a:cubicBezTo>
                  <a:pt x="755" y="382"/>
                  <a:pt x="762" y="386"/>
                  <a:pt x="768" y="383"/>
                </a:cubicBezTo>
                <a:cubicBezTo>
                  <a:pt x="794" y="369"/>
                  <a:pt x="821" y="398"/>
                  <a:pt x="802" y="424"/>
                </a:cubicBezTo>
                <a:cubicBezTo>
                  <a:pt x="801" y="425"/>
                  <a:pt x="801" y="426"/>
                  <a:pt x="800" y="427"/>
                </a:cubicBezTo>
                <a:cubicBezTo>
                  <a:pt x="778" y="442"/>
                  <a:pt x="755" y="427"/>
                  <a:pt x="755" y="406"/>
                </a:cubicBezTo>
                <a:cubicBezTo>
                  <a:pt x="755" y="384"/>
                  <a:pt x="728" y="368"/>
                  <a:pt x="705" y="389"/>
                </a:cubicBezTo>
                <a:cubicBezTo>
                  <a:pt x="703" y="391"/>
                  <a:pt x="702" y="393"/>
                  <a:pt x="702" y="395"/>
                </a:cubicBezTo>
                <a:cubicBezTo>
                  <a:pt x="692" y="462"/>
                  <a:pt x="767" y="517"/>
                  <a:pt x="836" y="468"/>
                </a:cubicBezTo>
                <a:cubicBezTo>
                  <a:pt x="839" y="466"/>
                  <a:pt x="841" y="463"/>
                  <a:pt x="843" y="461"/>
                </a:cubicBezTo>
                <a:cubicBezTo>
                  <a:pt x="882" y="405"/>
                  <a:pt x="855" y="347"/>
                  <a:pt x="808" y="331"/>
                </a:cubicBezTo>
                <a:lnTo>
                  <a:pt x="808" y="63"/>
                </a:lnTo>
                <a:cubicBezTo>
                  <a:pt x="808" y="58"/>
                  <a:pt x="804" y="54"/>
                  <a:pt x="799" y="54"/>
                </a:cubicBezTo>
                <a:lnTo>
                  <a:pt x="409" y="54"/>
                </a:lnTo>
                <a:cubicBezTo>
                  <a:pt x="421" y="79"/>
                  <a:pt x="428" y="106"/>
                  <a:pt x="428" y="134"/>
                </a:cubicBezTo>
                <a:lnTo>
                  <a:pt x="428" y="257"/>
                </a:lnTo>
                <a:moveTo>
                  <a:pt x="187" y="701"/>
                </a:moveTo>
                <a:cubicBezTo>
                  <a:pt x="128" y="701"/>
                  <a:pt x="80" y="748"/>
                  <a:pt x="80" y="808"/>
                </a:cubicBezTo>
                <a:cubicBezTo>
                  <a:pt x="80" y="867"/>
                  <a:pt x="128" y="916"/>
                  <a:pt x="187" y="916"/>
                </a:cubicBezTo>
                <a:cubicBezTo>
                  <a:pt x="246" y="916"/>
                  <a:pt x="294" y="867"/>
                  <a:pt x="294" y="808"/>
                </a:cubicBezTo>
                <a:cubicBezTo>
                  <a:pt x="294" y="748"/>
                  <a:pt x="246" y="701"/>
                  <a:pt x="187" y="701"/>
                </a:cubicBezTo>
                <a:moveTo>
                  <a:pt x="187" y="835"/>
                </a:moveTo>
                <a:cubicBezTo>
                  <a:pt x="172" y="835"/>
                  <a:pt x="160" y="823"/>
                  <a:pt x="160" y="808"/>
                </a:cubicBezTo>
                <a:cubicBezTo>
                  <a:pt x="160" y="793"/>
                  <a:pt x="172" y="782"/>
                  <a:pt x="187" y="782"/>
                </a:cubicBezTo>
                <a:cubicBezTo>
                  <a:pt x="202" y="782"/>
                  <a:pt x="214" y="794"/>
                  <a:pt x="214" y="808"/>
                </a:cubicBezTo>
                <a:cubicBezTo>
                  <a:pt x="214" y="823"/>
                  <a:pt x="202" y="835"/>
                  <a:pt x="187" y="835"/>
                </a:cubicBezTo>
                <a:moveTo>
                  <a:pt x="455" y="701"/>
                </a:moveTo>
                <a:cubicBezTo>
                  <a:pt x="396" y="701"/>
                  <a:pt x="348" y="748"/>
                  <a:pt x="348" y="808"/>
                </a:cubicBezTo>
                <a:cubicBezTo>
                  <a:pt x="348" y="867"/>
                  <a:pt x="396" y="916"/>
                  <a:pt x="455" y="916"/>
                </a:cubicBezTo>
                <a:cubicBezTo>
                  <a:pt x="514" y="916"/>
                  <a:pt x="564" y="867"/>
                  <a:pt x="564" y="808"/>
                </a:cubicBezTo>
                <a:cubicBezTo>
                  <a:pt x="564" y="748"/>
                  <a:pt x="514" y="701"/>
                  <a:pt x="455" y="701"/>
                </a:cubicBezTo>
                <a:moveTo>
                  <a:pt x="455" y="835"/>
                </a:moveTo>
                <a:cubicBezTo>
                  <a:pt x="440" y="835"/>
                  <a:pt x="428" y="823"/>
                  <a:pt x="428" y="808"/>
                </a:cubicBezTo>
                <a:cubicBezTo>
                  <a:pt x="428" y="793"/>
                  <a:pt x="440" y="782"/>
                  <a:pt x="455" y="782"/>
                </a:cubicBezTo>
                <a:cubicBezTo>
                  <a:pt x="470" y="782"/>
                  <a:pt x="482" y="794"/>
                  <a:pt x="482" y="808"/>
                </a:cubicBezTo>
                <a:cubicBezTo>
                  <a:pt x="482" y="823"/>
                  <a:pt x="470" y="835"/>
                  <a:pt x="455" y="835"/>
                </a:cubicBezTo>
                <a:moveTo>
                  <a:pt x="727" y="701"/>
                </a:moveTo>
                <a:cubicBezTo>
                  <a:pt x="668" y="701"/>
                  <a:pt x="620" y="748"/>
                  <a:pt x="620" y="808"/>
                </a:cubicBezTo>
                <a:cubicBezTo>
                  <a:pt x="620" y="867"/>
                  <a:pt x="668" y="916"/>
                  <a:pt x="727" y="916"/>
                </a:cubicBezTo>
                <a:cubicBezTo>
                  <a:pt x="786" y="916"/>
                  <a:pt x="834" y="867"/>
                  <a:pt x="834" y="808"/>
                </a:cubicBezTo>
                <a:cubicBezTo>
                  <a:pt x="834" y="748"/>
                  <a:pt x="786" y="701"/>
                  <a:pt x="727" y="701"/>
                </a:cubicBezTo>
                <a:moveTo>
                  <a:pt x="727" y="835"/>
                </a:moveTo>
                <a:cubicBezTo>
                  <a:pt x="712" y="835"/>
                  <a:pt x="700" y="823"/>
                  <a:pt x="700" y="808"/>
                </a:cubicBezTo>
                <a:cubicBezTo>
                  <a:pt x="700" y="793"/>
                  <a:pt x="712" y="782"/>
                  <a:pt x="727" y="782"/>
                </a:cubicBezTo>
                <a:cubicBezTo>
                  <a:pt x="742" y="782"/>
                  <a:pt x="754" y="794"/>
                  <a:pt x="754" y="808"/>
                </a:cubicBezTo>
                <a:cubicBezTo>
                  <a:pt x="754" y="823"/>
                  <a:pt x="742" y="835"/>
                  <a:pt x="727" y="83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2" name="Google Shape;982;p75"/>
          <p:cNvSpPr/>
          <p:nvPr/>
        </p:nvSpPr>
        <p:spPr>
          <a:xfrm>
            <a:off x="7207766" y="1435832"/>
            <a:ext cx="408137" cy="464994"/>
          </a:xfrm>
          <a:custGeom>
            <a:avLst/>
            <a:gdLst/>
            <a:ahLst/>
            <a:cxnLst/>
            <a:rect l="l" t="t" r="r" b="b"/>
            <a:pathLst>
              <a:path w="804" h="916" extrusionOk="0">
                <a:moveTo>
                  <a:pt x="777" y="107"/>
                </a:moveTo>
                <a:lnTo>
                  <a:pt x="670" y="107"/>
                </a:lnTo>
                <a:cubicBezTo>
                  <a:pt x="655" y="107"/>
                  <a:pt x="643" y="119"/>
                  <a:pt x="643" y="134"/>
                </a:cubicBezTo>
                <a:lnTo>
                  <a:pt x="643" y="241"/>
                </a:lnTo>
                <a:cubicBezTo>
                  <a:pt x="643" y="256"/>
                  <a:pt x="655" y="268"/>
                  <a:pt x="670" y="268"/>
                </a:cubicBezTo>
                <a:lnTo>
                  <a:pt x="777" y="268"/>
                </a:lnTo>
                <a:cubicBezTo>
                  <a:pt x="792" y="268"/>
                  <a:pt x="804" y="256"/>
                  <a:pt x="804" y="241"/>
                </a:cubicBezTo>
                <a:lnTo>
                  <a:pt x="804" y="134"/>
                </a:lnTo>
                <a:cubicBezTo>
                  <a:pt x="804" y="119"/>
                  <a:pt x="792" y="107"/>
                  <a:pt x="777" y="107"/>
                </a:cubicBezTo>
                <a:moveTo>
                  <a:pt x="348" y="429"/>
                </a:moveTo>
                <a:lnTo>
                  <a:pt x="509" y="429"/>
                </a:lnTo>
                <a:cubicBezTo>
                  <a:pt x="524" y="429"/>
                  <a:pt x="536" y="417"/>
                  <a:pt x="536" y="402"/>
                </a:cubicBezTo>
                <a:lnTo>
                  <a:pt x="536" y="241"/>
                </a:lnTo>
                <a:cubicBezTo>
                  <a:pt x="536" y="226"/>
                  <a:pt x="524" y="215"/>
                  <a:pt x="509" y="215"/>
                </a:cubicBezTo>
                <a:lnTo>
                  <a:pt x="348" y="215"/>
                </a:lnTo>
                <a:cubicBezTo>
                  <a:pt x="333" y="215"/>
                  <a:pt x="322" y="227"/>
                  <a:pt x="322" y="241"/>
                </a:cubicBezTo>
                <a:lnTo>
                  <a:pt x="322" y="402"/>
                </a:lnTo>
                <a:cubicBezTo>
                  <a:pt x="322" y="417"/>
                  <a:pt x="334" y="429"/>
                  <a:pt x="348" y="429"/>
                </a:cubicBezTo>
                <a:moveTo>
                  <a:pt x="348" y="161"/>
                </a:moveTo>
                <a:lnTo>
                  <a:pt x="563" y="161"/>
                </a:lnTo>
                <a:cubicBezTo>
                  <a:pt x="578" y="161"/>
                  <a:pt x="590" y="149"/>
                  <a:pt x="590" y="134"/>
                </a:cubicBezTo>
                <a:lnTo>
                  <a:pt x="590" y="27"/>
                </a:lnTo>
                <a:cubicBezTo>
                  <a:pt x="590" y="12"/>
                  <a:pt x="578" y="0"/>
                  <a:pt x="563" y="0"/>
                </a:cubicBezTo>
                <a:lnTo>
                  <a:pt x="348" y="0"/>
                </a:lnTo>
                <a:cubicBezTo>
                  <a:pt x="333" y="0"/>
                  <a:pt x="322" y="12"/>
                  <a:pt x="322" y="27"/>
                </a:cubicBezTo>
                <a:lnTo>
                  <a:pt x="322" y="134"/>
                </a:lnTo>
                <a:cubicBezTo>
                  <a:pt x="322" y="149"/>
                  <a:pt x="334" y="161"/>
                  <a:pt x="348" y="161"/>
                </a:cubicBezTo>
                <a:moveTo>
                  <a:pt x="241" y="268"/>
                </a:moveTo>
                <a:lnTo>
                  <a:pt x="134" y="268"/>
                </a:lnTo>
                <a:cubicBezTo>
                  <a:pt x="119" y="268"/>
                  <a:pt x="107" y="280"/>
                  <a:pt x="107" y="295"/>
                </a:cubicBezTo>
                <a:lnTo>
                  <a:pt x="107" y="402"/>
                </a:lnTo>
                <a:cubicBezTo>
                  <a:pt x="107" y="417"/>
                  <a:pt x="119" y="429"/>
                  <a:pt x="134" y="429"/>
                </a:cubicBezTo>
                <a:lnTo>
                  <a:pt x="241" y="429"/>
                </a:lnTo>
                <a:cubicBezTo>
                  <a:pt x="256" y="429"/>
                  <a:pt x="268" y="417"/>
                  <a:pt x="268" y="402"/>
                </a:cubicBezTo>
                <a:lnTo>
                  <a:pt x="268" y="295"/>
                </a:lnTo>
                <a:cubicBezTo>
                  <a:pt x="268" y="280"/>
                  <a:pt x="256" y="268"/>
                  <a:pt x="241" y="268"/>
                </a:cubicBezTo>
                <a:moveTo>
                  <a:pt x="590" y="402"/>
                </a:moveTo>
                <a:cubicBezTo>
                  <a:pt x="590" y="417"/>
                  <a:pt x="602" y="429"/>
                  <a:pt x="616" y="429"/>
                </a:cubicBezTo>
                <a:cubicBezTo>
                  <a:pt x="631" y="429"/>
                  <a:pt x="643" y="417"/>
                  <a:pt x="643" y="402"/>
                </a:cubicBezTo>
                <a:lnTo>
                  <a:pt x="643" y="349"/>
                </a:lnTo>
                <a:cubicBezTo>
                  <a:pt x="643" y="334"/>
                  <a:pt x="631" y="322"/>
                  <a:pt x="616" y="322"/>
                </a:cubicBezTo>
                <a:cubicBezTo>
                  <a:pt x="602" y="322"/>
                  <a:pt x="590" y="334"/>
                  <a:pt x="590" y="349"/>
                </a:cubicBezTo>
                <a:lnTo>
                  <a:pt x="590" y="402"/>
                </a:lnTo>
                <a:moveTo>
                  <a:pt x="241" y="214"/>
                </a:moveTo>
                <a:cubicBezTo>
                  <a:pt x="256" y="214"/>
                  <a:pt x="268" y="202"/>
                  <a:pt x="268" y="188"/>
                </a:cubicBezTo>
                <a:lnTo>
                  <a:pt x="268" y="134"/>
                </a:lnTo>
                <a:cubicBezTo>
                  <a:pt x="268" y="119"/>
                  <a:pt x="256" y="107"/>
                  <a:pt x="241" y="107"/>
                </a:cubicBezTo>
                <a:cubicBezTo>
                  <a:pt x="226" y="107"/>
                  <a:pt x="214" y="119"/>
                  <a:pt x="214" y="134"/>
                </a:cubicBezTo>
                <a:lnTo>
                  <a:pt x="214" y="188"/>
                </a:lnTo>
                <a:cubicBezTo>
                  <a:pt x="214" y="202"/>
                  <a:pt x="226" y="214"/>
                  <a:pt x="241" y="214"/>
                </a:cubicBezTo>
                <a:moveTo>
                  <a:pt x="671" y="483"/>
                </a:moveTo>
                <a:lnTo>
                  <a:pt x="133" y="483"/>
                </a:lnTo>
                <a:cubicBezTo>
                  <a:pt x="121" y="483"/>
                  <a:pt x="111" y="489"/>
                  <a:pt x="107" y="500"/>
                </a:cubicBezTo>
                <a:cubicBezTo>
                  <a:pt x="103" y="510"/>
                  <a:pt x="106" y="522"/>
                  <a:pt x="115" y="530"/>
                </a:cubicBezTo>
                <a:lnTo>
                  <a:pt x="276" y="675"/>
                </a:lnTo>
                <a:lnTo>
                  <a:pt x="528" y="675"/>
                </a:lnTo>
                <a:lnTo>
                  <a:pt x="689" y="530"/>
                </a:lnTo>
                <a:cubicBezTo>
                  <a:pt x="698" y="522"/>
                  <a:pt x="701" y="510"/>
                  <a:pt x="697" y="500"/>
                </a:cubicBezTo>
                <a:cubicBezTo>
                  <a:pt x="693" y="490"/>
                  <a:pt x="683" y="483"/>
                  <a:pt x="671" y="483"/>
                </a:cubicBezTo>
                <a:moveTo>
                  <a:pt x="27" y="214"/>
                </a:moveTo>
                <a:lnTo>
                  <a:pt x="134" y="214"/>
                </a:lnTo>
                <a:cubicBezTo>
                  <a:pt x="149" y="214"/>
                  <a:pt x="161" y="202"/>
                  <a:pt x="161" y="188"/>
                </a:cubicBezTo>
                <a:lnTo>
                  <a:pt x="161" y="27"/>
                </a:lnTo>
                <a:cubicBezTo>
                  <a:pt x="161" y="12"/>
                  <a:pt x="149" y="0"/>
                  <a:pt x="134" y="0"/>
                </a:cubicBezTo>
                <a:lnTo>
                  <a:pt x="27" y="0"/>
                </a:lnTo>
                <a:cubicBezTo>
                  <a:pt x="12" y="0"/>
                  <a:pt x="0" y="12"/>
                  <a:pt x="0" y="27"/>
                </a:cubicBezTo>
                <a:lnTo>
                  <a:pt x="0" y="188"/>
                </a:lnTo>
                <a:cubicBezTo>
                  <a:pt x="0" y="202"/>
                  <a:pt x="12" y="214"/>
                  <a:pt x="27" y="214"/>
                </a:cubicBezTo>
                <a:moveTo>
                  <a:pt x="724" y="322"/>
                </a:moveTo>
                <a:cubicBezTo>
                  <a:pt x="709" y="322"/>
                  <a:pt x="697" y="333"/>
                  <a:pt x="697" y="348"/>
                </a:cubicBezTo>
                <a:cubicBezTo>
                  <a:pt x="697" y="362"/>
                  <a:pt x="710" y="375"/>
                  <a:pt x="724" y="375"/>
                </a:cubicBezTo>
                <a:cubicBezTo>
                  <a:pt x="739" y="375"/>
                  <a:pt x="750" y="362"/>
                  <a:pt x="750" y="348"/>
                </a:cubicBezTo>
                <a:cubicBezTo>
                  <a:pt x="750" y="333"/>
                  <a:pt x="738" y="322"/>
                  <a:pt x="724" y="322"/>
                </a:cubicBezTo>
                <a:moveTo>
                  <a:pt x="27" y="268"/>
                </a:moveTo>
                <a:cubicBezTo>
                  <a:pt x="12" y="268"/>
                  <a:pt x="0" y="280"/>
                  <a:pt x="0" y="295"/>
                </a:cubicBezTo>
                <a:cubicBezTo>
                  <a:pt x="0" y="310"/>
                  <a:pt x="13" y="322"/>
                  <a:pt x="27" y="322"/>
                </a:cubicBezTo>
                <a:cubicBezTo>
                  <a:pt x="42" y="322"/>
                  <a:pt x="53" y="310"/>
                  <a:pt x="53" y="295"/>
                </a:cubicBezTo>
                <a:cubicBezTo>
                  <a:pt x="53" y="280"/>
                  <a:pt x="41" y="268"/>
                  <a:pt x="27" y="268"/>
                </a:cubicBezTo>
                <a:moveTo>
                  <a:pt x="322" y="889"/>
                </a:moveTo>
                <a:cubicBezTo>
                  <a:pt x="322" y="898"/>
                  <a:pt x="326" y="907"/>
                  <a:pt x="334" y="912"/>
                </a:cubicBezTo>
                <a:cubicBezTo>
                  <a:pt x="339" y="915"/>
                  <a:pt x="343" y="916"/>
                  <a:pt x="348" y="916"/>
                </a:cubicBezTo>
                <a:cubicBezTo>
                  <a:pt x="352" y="916"/>
                  <a:pt x="356" y="915"/>
                  <a:pt x="360" y="913"/>
                </a:cubicBezTo>
                <a:lnTo>
                  <a:pt x="468" y="860"/>
                </a:lnTo>
                <a:cubicBezTo>
                  <a:pt x="477" y="855"/>
                  <a:pt x="482" y="846"/>
                  <a:pt x="482" y="836"/>
                </a:cubicBezTo>
                <a:lnTo>
                  <a:pt x="482" y="728"/>
                </a:lnTo>
                <a:lnTo>
                  <a:pt x="322" y="728"/>
                </a:lnTo>
                <a:lnTo>
                  <a:pt x="322" y="889"/>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3" name="Google Shape;983;p75"/>
          <p:cNvSpPr/>
          <p:nvPr/>
        </p:nvSpPr>
        <p:spPr>
          <a:xfrm>
            <a:off x="6427026" y="1435324"/>
            <a:ext cx="353312" cy="464994"/>
          </a:xfrm>
          <a:custGeom>
            <a:avLst/>
            <a:gdLst/>
            <a:ahLst/>
            <a:cxnLst/>
            <a:rect l="l" t="t" r="r" b="b"/>
            <a:pathLst>
              <a:path w="696" h="916" extrusionOk="0">
                <a:moveTo>
                  <a:pt x="348" y="217"/>
                </a:moveTo>
                <a:cubicBezTo>
                  <a:pt x="407" y="217"/>
                  <a:pt x="455" y="169"/>
                  <a:pt x="455" y="110"/>
                </a:cubicBezTo>
                <a:cubicBezTo>
                  <a:pt x="455" y="50"/>
                  <a:pt x="408" y="0"/>
                  <a:pt x="348" y="0"/>
                </a:cubicBezTo>
                <a:cubicBezTo>
                  <a:pt x="289" y="0"/>
                  <a:pt x="240" y="50"/>
                  <a:pt x="240" y="110"/>
                </a:cubicBezTo>
                <a:cubicBezTo>
                  <a:pt x="240" y="169"/>
                  <a:pt x="288" y="217"/>
                  <a:pt x="348" y="217"/>
                </a:cubicBezTo>
                <a:moveTo>
                  <a:pt x="348" y="83"/>
                </a:moveTo>
                <a:cubicBezTo>
                  <a:pt x="362" y="83"/>
                  <a:pt x="374" y="95"/>
                  <a:pt x="374" y="110"/>
                </a:cubicBezTo>
                <a:cubicBezTo>
                  <a:pt x="374" y="124"/>
                  <a:pt x="362" y="136"/>
                  <a:pt x="348" y="136"/>
                </a:cubicBezTo>
                <a:cubicBezTo>
                  <a:pt x="333" y="136"/>
                  <a:pt x="321" y="124"/>
                  <a:pt x="321" y="110"/>
                </a:cubicBezTo>
                <a:cubicBezTo>
                  <a:pt x="321" y="95"/>
                  <a:pt x="333" y="83"/>
                  <a:pt x="348" y="83"/>
                </a:cubicBezTo>
                <a:moveTo>
                  <a:pt x="348" y="916"/>
                </a:moveTo>
                <a:cubicBezTo>
                  <a:pt x="391" y="916"/>
                  <a:pt x="430" y="895"/>
                  <a:pt x="454" y="862"/>
                </a:cubicBezTo>
                <a:lnTo>
                  <a:pt x="241" y="862"/>
                </a:lnTo>
                <a:cubicBezTo>
                  <a:pt x="266" y="895"/>
                  <a:pt x="304" y="916"/>
                  <a:pt x="348" y="916"/>
                </a:cubicBezTo>
                <a:moveTo>
                  <a:pt x="643" y="545"/>
                </a:moveTo>
                <a:lnTo>
                  <a:pt x="643" y="372"/>
                </a:lnTo>
                <a:cubicBezTo>
                  <a:pt x="676" y="361"/>
                  <a:pt x="699" y="328"/>
                  <a:pt x="696" y="291"/>
                </a:cubicBezTo>
                <a:cubicBezTo>
                  <a:pt x="694" y="252"/>
                  <a:pt x="662" y="220"/>
                  <a:pt x="622" y="217"/>
                </a:cubicBezTo>
                <a:cubicBezTo>
                  <a:pt x="585" y="214"/>
                  <a:pt x="552" y="237"/>
                  <a:pt x="541" y="270"/>
                </a:cubicBezTo>
                <a:lnTo>
                  <a:pt x="478" y="270"/>
                </a:lnTo>
                <a:cubicBezTo>
                  <a:pt x="467" y="259"/>
                  <a:pt x="454" y="249"/>
                  <a:pt x="439" y="241"/>
                </a:cubicBezTo>
                <a:cubicBezTo>
                  <a:pt x="413" y="259"/>
                  <a:pt x="382" y="270"/>
                  <a:pt x="348" y="270"/>
                </a:cubicBezTo>
                <a:cubicBezTo>
                  <a:pt x="314" y="270"/>
                  <a:pt x="283" y="259"/>
                  <a:pt x="257" y="241"/>
                </a:cubicBezTo>
                <a:cubicBezTo>
                  <a:pt x="243" y="249"/>
                  <a:pt x="230" y="259"/>
                  <a:pt x="218" y="270"/>
                </a:cubicBezTo>
                <a:lnTo>
                  <a:pt x="155" y="270"/>
                </a:lnTo>
                <a:cubicBezTo>
                  <a:pt x="144" y="237"/>
                  <a:pt x="111" y="214"/>
                  <a:pt x="74" y="217"/>
                </a:cubicBezTo>
                <a:cubicBezTo>
                  <a:pt x="35" y="220"/>
                  <a:pt x="3" y="252"/>
                  <a:pt x="0" y="291"/>
                </a:cubicBezTo>
                <a:cubicBezTo>
                  <a:pt x="-3" y="328"/>
                  <a:pt x="20" y="361"/>
                  <a:pt x="53" y="372"/>
                </a:cubicBezTo>
                <a:lnTo>
                  <a:pt x="53" y="545"/>
                </a:lnTo>
                <a:cubicBezTo>
                  <a:pt x="42" y="549"/>
                  <a:pt x="32" y="555"/>
                  <a:pt x="23" y="564"/>
                </a:cubicBezTo>
                <a:cubicBezTo>
                  <a:pt x="-8" y="595"/>
                  <a:pt x="-8" y="646"/>
                  <a:pt x="23" y="677"/>
                </a:cubicBezTo>
                <a:cubicBezTo>
                  <a:pt x="34" y="688"/>
                  <a:pt x="51" y="687"/>
                  <a:pt x="61" y="677"/>
                </a:cubicBezTo>
                <a:cubicBezTo>
                  <a:pt x="71" y="666"/>
                  <a:pt x="71" y="650"/>
                  <a:pt x="61" y="640"/>
                </a:cubicBezTo>
                <a:cubicBezTo>
                  <a:pt x="51" y="629"/>
                  <a:pt x="51" y="612"/>
                  <a:pt x="61" y="602"/>
                </a:cubicBezTo>
                <a:cubicBezTo>
                  <a:pt x="71" y="591"/>
                  <a:pt x="89" y="591"/>
                  <a:pt x="99" y="602"/>
                </a:cubicBezTo>
                <a:cubicBezTo>
                  <a:pt x="110" y="612"/>
                  <a:pt x="110" y="629"/>
                  <a:pt x="99" y="640"/>
                </a:cubicBezTo>
                <a:cubicBezTo>
                  <a:pt x="89" y="650"/>
                  <a:pt x="89" y="666"/>
                  <a:pt x="99" y="677"/>
                </a:cubicBezTo>
                <a:cubicBezTo>
                  <a:pt x="110" y="687"/>
                  <a:pt x="126" y="688"/>
                  <a:pt x="137" y="677"/>
                </a:cubicBezTo>
                <a:cubicBezTo>
                  <a:pt x="168" y="646"/>
                  <a:pt x="168" y="595"/>
                  <a:pt x="137" y="564"/>
                </a:cubicBezTo>
                <a:cubicBezTo>
                  <a:pt x="128" y="555"/>
                  <a:pt x="118" y="549"/>
                  <a:pt x="107" y="545"/>
                </a:cubicBezTo>
                <a:lnTo>
                  <a:pt x="107" y="373"/>
                </a:lnTo>
                <a:cubicBezTo>
                  <a:pt x="129" y="365"/>
                  <a:pt x="147" y="347"/>
                  <a:pt x="155" y="324"/>
                </a:cubicBezTo>
                <a:lnTo>
                  <a:pt x="179" y="324"/>
                </a:lnTo>
                <a:cubicBezTo>
                  <a:pt x="167" y="348"/>
                  <a:pt x="160" y="376"/>
                  <a:pt x="160" y="405"/>
                </a:cubicBezTo>
                <a:lnTo>
                  <a:pt x="160" y="514"/>
                </a:lnTo>
                <a:cubicBezTo>
                  <a:pt x="160" y="529"/>
                  <a:pt x="172" y="541"/>
                  <a:pt x="187" y="541"/>
                </a:cubicBezTo>
                <a:lnTo>
                  <a:pt x="321" y="541"/>
                </a:lnTo>
                <a:lnTo>
                  <a:pt x="321" y="597"/>
                </a:lnTo>
                <a:cubicBezTo>
                  <a:pt x="230" y="610"/>
                  <a:pt x="160" y="688"/>
                  <a:pt x="160" y="782"/>
                </a:cubicBezTo>
                <a:cubicBezTo>
                  <a:pt x="160" y="797"/>
                  <a:pt x="172" y="809"/>
                  <a:pt x="187" y="809"/>
                </a:cubicBezTo>
                <a:lnTo>
                  <a:pt x="509" y="809"/>
                </a:lnTo>
                <a:cubicBezTo>
                  <a:pt x="524" y="809"/>
                  <a:pt x="536" y="797"/>
                  <a:pt x="536" y="782"/>
                </a:cubicBezTo>
                <a:cubicBezTo>
                  <a:pt x="536" y="688"/>
                  <a:pt x="466" y="610"/>
                  <a:pt x="375" y="597"/>
                </a:cubicBezTo>
                <a:lnTo>
                  <a:pt x="375" y="541"/>
                </a:lnTo>
                <a:lnTo>
                  <a:pt x="509" y="541"/>
                </a:lnTo>
                <a:cubicBezTo>
                  <a:pt x="523" y="541"/>
                  <a:pt x="535" y="529"/>
                  <a:pt x="535" y="514"/>
                </a:cubicBezTo>
                <a:lnTo>
                  <a:pt x="535" y="404"/>
                </a:lnTo>
                <a:cubicBezTo>
                  <a:pt x="535" y="375"/>
                  <a:pt x="528" y="348"/>
                  <a:pt x="517" y="324"/>
                </a:cubicBezTo>
                <a:lnTo>
                  <a:pt x="540" y="324"/>
                </a:lnTo>
                <a:cubicBezTo>
                  <a:pt x="548" y="347"/>
                  <a:pt x="566" y="364"/>
                  <a:pt x="589" y="373"/>
                </a:cubicBezTo>
                <a:lnTo>
                  <a:pt x="589" y="545"/>
                </a:lnTo>
                <a:cubicBezTo>
                  <a:pt x="578" y="549"/>
                  <a:pt x="568" y="555"/>
                  <a:pt x="559" y="564"/>
                </a:cubicBezTo>
                <a:cubicBezTo>
                  <a:pt x="528" y="595"/>
                  <a:pt x="528" y="646"/>
                  <a:pt x="559" y="677"/>
                </a:cubicBezTo>
                <a:cubicBezTo>
                  <a:pt x="570" y="688"/>
                  <a:pt x="587" y="687"/>
                  <a:pt x="597" y="677"/>
                </a:cubicBezTo>
                <a:cubicBezTo>
                  <a:pt x="607" y="666"/>
                  <a:pt x="607" y="650"/>
                  <a:pt x="597" y="640"/>
                </a:cubicBezTo>
                <a:cubicBezTo>
                  <a:pt x="587" y="629"/>
                  <a:pt x="587" y="612"/>
                  <a:pt x="597" y="602"/>
                </a:cubicBezTo>
                <a:cubicBezTo>
                  <a:pt x="607" y="591"/>
                  <a:pt x="625" y="591"/>
                  <a:pt x="635" y="602"/>
                </a:cubicBezTo>
                <a:cubicBezTo>
                  <a:pt x="646" y="612"/>
                  <a:pt x="646" y="629"/>
                  <a:pt x="635" y="640"/>
                </a:cubicBezTo>
                <a:cubicBezTo>
                  <a:pt x="625" y="650"/>
                  <a:pt x="625" y="666"/>
                  <a:pt x="635" y="677"/>
                </a:cubicBezTo>
                <a:cubicBezTo>
                  <a:pt x="646" y="687"/>
                  <a:pt x="662" y="688"/>
                  <a:pt x="673" y="677"/>
                </a:cubicBezTo>
                <a:cubicBezTo>
                  <a:pt x="704" y="646"/>
                  <a:pt x="704" y="595"/>
                  <a:pt x="673" y="564"/>
                </a:cubicBezTo>
                <a:cubicBezTo>
                  <a:pt x="664" y="555"/>
                  <a:pt x="654" y="549"/>
                  <a:pt x="643" y="54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4" name="Google Shape;984;p75"/>
          <p:cNvSpPr/>
          <p:nvPr/>
        </p:nvSpPr>
        <p:spPr>
          <a:xfrm>
            <a:off x="4756404" y="1435324"/>
            <a:ext cx="464484" cy="464486"/>
          </a:xfrm>
          <a:custGeom>
            <a:avLst/>
            <a:gdLst/>
            <a:ahLst/>
            <a:cxnLst/>
            <a:rect l="l" t="t" r="r" b="b"/>
            <a:pathLst>
              <a:path w="915" h="915" extrusionOk="0">
                <a:moveTo>
                  <a:pt x="7" y="718"/>
                </a:moveTo>
                <a:cubicBezTo>
                  <a:pt x="-3" y="729"/>
                  <a:pt x="-3" y="746"/>
                  <a:pt x="7" y="756"/>
                </a:cubicBezTo>
                <a:lnTo>
                  <a:pt x="159" y="908"/>
                </a:lnTo>
                <a:cubicBezTo>
                  <a:pt x="169" y="918"/>
                  <a:pt x="186" y="918"/>
                  <a:pt x="197" y="908"/>
                </a:cubicBezTo>
                <a:lnTo>
                  <a:pt x="216" y="889"/>
                </a:lnTo>
                <a:lnTo>
                  <a:pt x="26" y="699"/>
                </a:lnTo>
                <a:lnTo>
                  <a:pt x="7" y="718"/>
                </a:lnTo>
                <a:moveTo>
                  <a:pt x="386" y="642"/>
                </a:moveTo>
                <a:lnTo>
                  <a:pt x="424" y="605"/>
                </a:lnTo>
                <a:lnTo>
                  <a:pt x="310" y="491"/>
                </a:lnTo>
                <a:lnTo>
                  <a:pt x="272" y="529"/>
                </a:lnTo>
                <a:lnTo>
                  <a:pt x="386" y="642"/>
                </a:lnTo>
                <a:moveTo>
                  <a:pt x="576" y="453"/>
                </a:moveTo>
                <a:lnTo>
                  <a:pt x="462" y="339"/>
                </a:lnTo>
                <a:lnTo>
                  <a:pt x="424" y="377"/>
                </a:lnTo>
                <a:lnTo>
                  <a:pt x="538" y="491"/>
                </a:lnTo>
                <a:lnTo>
                  <a:pt x="576" y="453"/>
                </a:lnTo>
                <a:moveTo>
                  <a:pt x="500" y="529"/>
                </a:moveTo>
                <a:lnTo>
                  <a:pt x="386" y="415"/>
                </a:lnTo>
                <a:lnTo>
                  <a:pt x="348" y="453"/>
                </a:lnTo>
                <a:lnTo>
                  <a:pt x="462" y="567"/>
                </a:lnTo>
                <a:lnTo>
                  <a:pt x="500" y="529"/>
                </a:lnTo>
                <a:moveTo>
                  <a:pt x="907" y="160"/>
                </a:moveTo>
                <a:lnTo>
                  <a:pt x="755" y="8"/>
                </a:lnTo>
                <a:cubicBezTo>
                  <a:pt x="744" y="-2"/>
                  <a:pt x="727" y="-2"/>
                  <a:pt x="717" y="8"/>
                </a:cubicBezTo>
                <a:lnTo>
                  <a:pt x="698" y="27"/>
                </a:lnTo>
                <a:lnTo>
                  <a:pt x="888" y="217"/>
                </a:lnTo>
                <a:lnTo>
                  <a:pt x="907" y="198"/>
                </a:lnTo>
                <a:cubicBezTo>
                  <a:pt x="917" y="187"/>
                  <a:pt x="917" y="171"/>
                  <a:pt x="907" y="160"/>
                </a:cubicBezTo>
                <a:moveTo>
                  <a:pt x="641" y="46"/>
                </a:moveTo>
                <a:cubicBezTo>
                  <a:pt x="610" y="15"/>
                  <a:pt x="559" y="15"/>
                  <a:pt x="527" y="46"/>
                </a:cubicBezTo>
                <a:lnTo>
                  <a:pt x="462" y="112"/>
                </a:lnTo>
                <a:lnTo>
                  <a:pt x="803" y="453"/>
                </a:lnTo>
                <a:lnTo>
                  <a:pt x="869" y="388"/>
                </a:lnTo>
                <a:cubicBezTo>
                  <a:pt x="900" y="356"/>
                  <a:pt x="900" y="305"/>
                  <a:pt x="869" y="274"/>
                </a:cubicBezTo>
                <a:lnTo>
                  <a:pt x="641" y="46"/>
                </a:lnTo>
                <a:moveTo>
                  <a:pt x="45" y="529"/>
                </a:moveTo>
                <a:cubicBezTo>
                  <a:pt x="14" y="560"/>
                  <a:pt x="14" y="611"/>
                  <a:pt x="45" y="642"/>
                </a:cubicBezTo>
                <a:lnTo>
                  <a:pt x="272" y="870"/>
                </a:lnTo>
                <a:cubicBezTo>
                  <a:pt x="304" y="901"/>
                  <a:pt x="355" y="901"/>
                  <a:pt x="386" y="870"/>
                </a:cubicBezTo>
                <a:lnTo>
                  <a:pt x="765" y="491"/>
                </a:lnTo>
                <a:lnTo>
                  <a:pt x="424" y="149"/>
                </a:lnTo>
                <a:lnTo>
                  <a:pt x="45" y="529"/>
                </a:lnTo>
                <a:moveTo>
                  <a:pt x="481" y="282"/>
                </a:moveTo>
                <a:lnTo>
                  <a:pt x="633" y="434"/>
                </a:lnTo>
                <a:cubicBezTo>
                  <a:pt x="643" y="444"/>
                  <a:pt x="643" y="461"/>
                  <a:pt x="633" y="472"/>
                </a:cubicBezTo>
                <a:lnTo>
                  <a:pt x="405" y="699"/>
                </a:lnTo>
                <a:cubicBezTo>
                  <a:pt x="395" y="710"/>
                  <a:pt x="378" y="710"/>
                  <a:pt x="367" y="699"/>
                </a:cubicBezTo>
                <a:lnTo>
                  <a:pt x="216" y="548"/>
                </a:lnTo>
                <a:cubicBezTo>
                  <a:pt x="205" y="537"/>
                  <a:pt x="205" y="520"/>
                  <a:pt x="216" y="510"/>
                </a:cubicBezTo>
                <a:cubicBezTo>
                  <a:pt x="386" y="339"/>
                  <a:pt x="271" y="454"/>
                  <a:pt x="443" y="282"/>
                </a:cubicBezTo>
                <a:cubicBezTo>
                  <a:pt x="454" y="272"/>
                  <a:pt x="471" y="272"/>
                  <a:pt x="481" y="282"/>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5" name="Google Shape;985;p75"/>
          <p:cNvSpPr/>
          <p:nvPr/>
        </p:nvSpPr>
        <p:spPr>
          <a:xfrm>
            <a:off x="3944699" y="1435324"/>
            <a:ext cx="414736" cy="464994"/>
          </a:xfrm>
          <a:custGeom>
            <a:avLst/>
            <a:gdLst/>
            <a:ahLst/>
            <a:cxnLst/>
            <a:rect l="l" t="t" r="r" b="b"/>
            <a:pathLst>
              <a:path w="817" h="916" extrusionOk="0">
                <a:moveTo>
                  <a:pt x="806" y="522"/>
                </a:moveTo>
                <a:lnTo>
                  <a:pt x="697" y="341"/>
                </a:lnTo>
                <a:lnTo>
                  <a:pt x="697" y="646"/>
                </a:lnTo>
                <a:lnTo>
                  <a:pt x="737" y="646"/>
                </a:lnTo>
                <a:cubicBezTo>
                  <a:pt x="766" y="646"/>
                  <a:pt x="792" y="630"/>
                  <a:pt x="807" y="605"/>
                </a:cubicBezTo>
                <a:cubicBezTo>
                  <a:pt x="821" y="579"/>
                  <a:pt x="821" y="547"/>
                  <a:pt x="806" y="522"/>
                </a:cubicBezTo>
                <a:moveTo>
                  <a:pt x="322" y="296"/>
                </a:moveTo>
                <a:cubicBezTo>
                  <a:pt x="307" y="296"/>
                  <a:pt x="295" y="307"/>
                  <a:pt x="295" y="322"/>
                </a:cubicBezTo>
                <a:cubicBezTo>
                  <a:pt x="295" y="336"/>
                  <a:pt x="307" y="349"/>
                  <a:pt x="322" y="349"/>
                </a:cubicBezTo>
                <a:cubicBezTo>
                  <a:pt x="337" y="349"/>
                  <a:pt x="349" y="336"/>
                  <a:pt x="349" y="322"/>
                </a:cubicBezTo>
                <a:cubicBezTo>
                  <a:pt x="349" y="307"/>
                  <a:pt x="337" y="296"/>
                  <a:pt x="322" y="296"/>
                </a:cubicBezTo>
                <a:moveTo>
                  <a:pt x="215" y="707"/>
                </a:moveTo>
                <a:lnTo>
                  <a:pt x="215" y="684"/>
                </a:lnTo>
                <a:cubicBezTo>
                  <a:pt x="176" y="673"/>
                  <a:pt x="140" y="655"/>
                  <a:pt x="108" y="633"/>
                </a:cubicBezTo>
                <a:lnTo>
                  <a:pt x="108" y="889"/>
                </a:lnTo>
                <a:cubicBezTo>
                  <a:pt x="108" y="904"/>
                  <a:pt x="120" y="916"/>
                  <a:pt x="134" y="916"/>
                </a:cubicBezTo>
                <a:lnTo>
                  <a:pt x="510" y="916"/>
                </a:lnTo>
                <a:cubicBezTo>
                  <a:pt x="524" y="916"/>
                  <a:pt x="536" y="904"/>
                  <a:pt x="536" y="889"/>
                </a:cubicBezTo>
                <a:lnTo>
                  <a:pt x="536" y="846"/>
                </a:lnTo>
                <a:lnTo>
                  <a:pt x="307" y="813"/>
                </a:lnTo>
                <a:cubicBezTo>
                  <a:pt x="254" y="805"/>
                  <a:pt x="215" y="760"/>
                  <a:pt x="215" y="707"/>
                </a:cubicBezTo>
                <a:moveTo>
                  <a:pt x="467" y="269"/>
                </a:moveTo>
                <a:lnTo>
                  <a:pt x="498" y="251"/>
                </a:lnTo>
                <a:lnTo>
                  <a:pt x="471" y="205"/>
                </a:lnTo>
                <a:lnTo>
                  <a:pt x="439" y="223"/>
                </a:lnTo>
                <a:cubicBezTo>
                  <a:pt x="430" y="229"/>
                  <a:pt x="417" y="228"/>
                  <a:pt x="409" y="220"/>
                </a:cubicBezTo>
                <a:cubicBezTo>
                  <a:pt x="396" y="210"/>
                  <a:pt x="382" y="201"/>
                  <a:pt x="367" y="196"/>
                </a:cubicBezTo>
                <a:cubicBezTo>
                  <a:pt x="356" y="192"/>
                  <a:pt x="349" y="182"/>
                  <a:pt x="349" y="171"/>
                </a:cubicBezTo>
                <a:lnTo>
                  <a:pt x="349" y="134"/>
                </a:lnTo>
                <a:lnTo>
                  <a:pt x="295" y="134"/>
                </a:lnTo>
                <a:lnTo>
                  <a:pt x="295" y="171"/>
                </a:lnTo>
                <a:cubicBezTo>
                  <a:pt x="295" y="182"/>
                  <a:pt x="288" y="192"/>
                  <a:pt x="277" y="196"/>
                </a:cubicBezTo>
                <a:cubicBezTo>
                  <a:pt x="262" y="201"/>
                  <a:pt x="248" y="210"/>
                  <a:pt x="236" y="220"/>
                </a:cubicBezTo>
                <a:cubicBezTo>
                  <a:pt x="227" y="228"/>
                  <a:pt x="215" y="229"/>
                  <a:pt x="205" y="223"/>
                </a:cubicBezTo>
                <a:lnTo>
                  <a:pt x="173" y="205"/>
                </a:lnTo>
                <a:lnTo>
                  <a:pt x="146" y="251"/>
                </a:lnTo>
                <a:lnTo>
                  <a:pt x="178" y="269"/>
                </a:lnTo>
                <a:cubicBezTo>
                  <a:pt x="187" y="275"/>
                  <a:pt x="193" y="286"/>
                  <a:pt x="191" y="297"/>
                </a:cubicBezTo>
                <a:cubicBezTo>
                  <a:pt x="189" y="305"/>
                  <a:pt x="188" y="313"/>
                  <a:pt x="188" y="322"/>
                </a:cubicBezTo>
                <a:cubicBezTo>
                  <a:pt x="188" y="330"/>
                  <a:pt x="189" y="338"/>
                  <a:pt x="191" y="346"/>
                </a:cubicBezTo>
                <a:cubicBezTo>
                  <a:pt x="193" y="357"/>
                  <a:pt x="187" y="369"/>
                  <a:pt x="178" y="374"/>
                </a:cubicBezTo>
                <a:lnTo>
                  <a:pt x="146" y="392"/>
                </a:lnTo>
                <a:lnTo>
                  <a:pt x="173" y="439"/>
                </a:lnTo>
                <a:lnTo>
                  <a:pt x="205" y="420"/>
                </a:lnTo>
                <a:cubicBezTo>
                  <a:pt x="215" y="415"/>
                  <a:pt x="227" y="416"/>
                  <a:pt x="236" y="423"/>
                </a:cubicBezTo>
                <a:cubicBezTo>
                  <a:pt x="248" y="434"/>
                  <a:pt x="262" y="442"/>
                  <a:pt x="277" y="447"/>
                </a:cubicBezTo>
                <a:cubicBezTo>
                  <a:pt x="288" y="451"/>
                  <a:pt x="295" y="461"/>
                  <a:pt x="295" y="473"/>
                </a:cubicBezTo>
                <a:lnTo>
                  <a:pt x="295" y="509"/>
                </a:lnTo>
                <a:lnTo>
                  <a:pt x="349" y="509"/>
                </a:lnTo>
                <a:lnTo>
                  <a:pt x="349" y="473"/>
                </a:lnTo>
                <a:cubicBezTo>
                  <a:pt x="349" y="461"/>
                  <a:pt x="356" y="451"/>
                  <a:pt x="367" y="447"/>
                </a:cubicBezTo>
                <a:cubicBezTo>
                  <a:pt x="382" y="442"/>
                  <a:pt x="396" y="434"/>
                  <a:pt x="408" y="423"/>
                </a:cubicBezTo>
                <a:cubicBezTo>
                  <a:pt x="417" y="416"/>
                  <a:pt x="429" y="415"/>
                  <a:pt x="439" y="420"/>
                </a:cubicBezTo>
                <a:lnTo>
                  <a:pt x="471" y="439"/>
                </a:lnTo>
                <a:lnTo>
                  <a:pt x="498" y="392"/>
                </a:lnTo>
                <a:lnTo>
                  <a:pt x="466" y="374"/>
                </a:lnTo>
                <a:cubicBezTo>
                  <a:pt x="457" y="368"/>
                  <a:pt x="451" y="357"/>
                  <a:pt x="453" y="346"/>
                </a:cubicBezTo>
                <a:cubicBezTo>
                  <a:pt x="455" y="338"/>
                  <a:pt x="456" y="330"/>
                  <a:pt x="456" y="322"/>
                </a:cubicBezTo>
                <a:cubicBezTo>
                  <a:pt x="456" y="313"/>
                  <a:pt x="455" y="305"/>
                  <a:pt x="453" y="297"/>
                </a:cubicBezTo>
                <a:cubicBezTo>
                  <a:pt x="451" y="286"/>
                  <a:pt x="457" y="275"/>
                  <a:pt x="467" y="269"/>
                </a:cubicBezTo>
                <a:moveTo>
                  <a:pt x="322" y="403"/>
                </a:moveTo>
                <a:cubicBezTo>
                  <a:pt x="278" y="403"/>
                  <a:pt x="242" y="367"/>
                  <a:pt x="242" y="322"/>
                </a:cubicBezTo>
                <a:cubicBezTo>
                  <a:pt x="242" y="278"/>
                  <a:pt x="278" y="242"/>
                  <a:pt x="322" y="242"/>
                </a:cubicBezTo>
                <a:cubicBezTo>
                  <a:pt x="366" y="242"/>
                  <a:pt x="402" y="277"/>
                  <a:pt x="402" y="322"/>
                </a:cubicBezTo>
                <a:cubicBezTo>
                  <a:pt x="402" y="366"/>
                  <a:pt x="366" y="403"/>
                  <a:pt x="322" y="403"/>
                </a:cubicBezTo>
                <a:moveTo>
                  <a:pt x="322" y="0"/>
                </a:moveTo>
                <a:cubicBezTo>
                  <a:pt x="145" y="0"/>
                  <a:pt x="0" y="145"/>
                  <a:pt x="0" y="322"/>
                </a:cubicBezTo>
                <a:cubicBezTo>
                  <a:pt x="0" y="472"/>
                  <a:pt x="102" y="603"/>
                  <a:pt x="248" y="637"/>
                </a:cubicBezTo>
                <a:lnTo>
                  <a:pt x="268" y="642"/>
                </a:lnTo>
                <a:lnTo>
                  <a:pt x="268" y="707"/>
                </a:lnTo>
                <a:cubicBezTo>
                  <a:pt x="268" y="733"/>
                  <a:pt x="288" y="756"/>
                  <a:pt x="314" y="760"/>
                </a:cubicBezTo>
                <a:lnTo>
                  <a:pt x="582" y="798"/>
                </a:lnTo>
                <a:cubicBezTo>
                  <a:pt x="617" y="802"/>
                  <a:pt x="644" y="776"/>
                  <a:pt x="644" y="745"/>
                </a:cubicBezTo>
                <a:lnTo>
                  <a:pt x="644" y="322"/>
                </a:lnTo>
                <a:cubicBezTo>
                  <a:pt x="644" y="145"/>
                  <a:pt x="499" y="0"/>
                  <a:pt x="322" y="0"/>
                </a:cubicBezTo>
                <a:moveTo>
                  <a:pt x="548" y="284"/>
                </a:moveTo>
                <a:lnTo>
                  <a:pt x="509" y="307"/>
                </a:lnTo>
                <a:cubicBezTo>
                  <a:pt x="510" y="311"/>
                  <a:pt x="510" y="316"/>
                  <a:pt x="510" y="322"/>
                </a:cubicBezTo>
                <a:cubicBezTo>
                  <a:pt x="510" y="327"/>
                  <a:pt x="509" y="332"/>
                  <a:pt x="509" y="337"/>
                </a:cubicBezTo>
                <a:lnTo>
                  <a:pt x="548" y="359"/>
                </a:lnTo>
                <a:cubicBezTo>
                  <a:pt x="561" y="367"/>
                  <a:pt x="565" y="383"/>
                  <a:pt x="558" y="396"/>
                </a:cubicBezTo>
                <a:lnTo>
                  <a:pt x="504" y="489"/>
                </a:lnTo>
                <a:cubicBezTo>
                  <a:pt x="497" y="502"/>
                  <a:pt x="480" y="506"/>
                  <a:pt x="468" y="499"/>
                </a:cubicBezTo>
                <a:lnTo>
                  <a:pt x="428" y="476"/>
                </a:lnTo>
                <a:cubicBezTo>
                  <a:pt x="420" y="481"/>
                  <a:pt x="411" y="486"/>
                  <a:pt x="402" y="490"/>
                </a:cubicBezTo>
                <a:lnTo>
                  <a:pt x="402" y="536"/>
                </a:lnTo>
                <a:cubicBezTo>
                  <a:pt x="402" y="551"/>
                  <a:pt x="390" y="563"/>
                  <a:pt x="376" y="563"/>
                </a:cubicBezTo>
                <a:lnTo>
                  <a:pt x="268" y="563"/>
                </a:lnTo>
                <a:cubicBezTo>
                  <a:pt x="254" y="563"/>
                  <a:pt x="242" y="551"/>
                  <a:pt x="242" y="536"/>
                </a:cubicBezTo>
                <a:lnTo>
                  <a:pt x="242" y="490"/>
                </a:lnTo>
                <a:cubicBezTo>
                  <a:pt x="233" y="486"/>
                  <a:pt x="224" y="481"/>
                  <a:pt x="216" y="476"/>
                </a:cubicBezTo>
                <a:lnTo>
                  <a:pt x="177" y="498"/>
                </a:lnTo>
                <a:cubicBezTo>
                  <a:pt x="170" y="502"/>
                  <a:pt x="163" y="503"/>
                  <a:pt x="156" y="501"/>
                </a:cubicBezTo>
                <a:cubicBezTo>
                  <a:pt x="149" y="499"/>
                  <a:pt x="143" y="495"/>
                  <a:pt x="140" y="489"/>
                </a:cubicBezTo>
                <a:lnTo>
                  <a:pt x="86" y="396"/>
                </a:lnTo>
                <a:cubicBezTo>
                  <a:pt x="79" y="383"/>
                  <a:pt x="83" y="366"/>
                  <a:pt x="96" y="359"/>
                </a:cubicBezTo>
                <a:lnTo>
                  <a:pt x="135" y="337"/>
                </a:lnTo>
                <a:cubicBezTo>
                  <a:pt x="135" y="332"/>
                  <a:pt x="134" y="326"/>
                  <a:pt x="134" y="321"/>
                </a:cubicBezTo>
                <a:cubicBezTo>
                  <a:pt x="134" y="315"/>
                  <a:pt x="135" y="311"/>
                  <a:pt x="135" y="306"/>
                </a:cubicBezTo>
                <a:lnTo>
                  <a:pt x="96" y="284"/>
                </a:lnTo>
                <a:cubicBezTo>
                  <a:pt x="83" y="277"/>
                  <a:pt x="79" y="260"/>
                  <a:pt x="86" y="247"/>
                </a:cubicBezTo>
                <a:lnTo>
                  <a:pt x="140" y="154"/>
                </a:lnTo>
                <a:cubicBezTo>
                  <a:pt x="143" y="148"/>
                  <a:pt x="149" y="144"/>
                  <a:pt x="156" y="142"/>
                </a:cubicBezTo>
                <a:cubicBezTo>
                  <a:pt x="163" y="140"/>
                  <a:pt x="170" y="141"/>
                  <a:pt x="177" y="145"/>
                </a:cubicBezTo>
                <a:lnTo>
                  <a:pt x="216" y="167"/>
                </a:lnTo>
                <a:cubicBezTo>
                  <a:pt x="224" y="162"/>
                  <a:pt x="233" y="157"/>
                  <a:pt x="242" y="153"/>
                </a:cubicBezTo>
                <a:lnTo>
                  <a:pt x="242" y="107"/>
                </a:lnTo>
                <a:cubicBezTo>
                  <a:pt x="242" y="92"/>
                  <a:pt x="254" y="80"/>
                  <a:pt x="268" y="80"/>
                </a:cubicBezTo>
                <a:lnTo>
                  <a:pt x="376" y="80"/>
                </a:lnTo>
                <a:cubicBezTo>
                  <a:pt x="390" y="80"/>
                  <a:pt x="402" y="92"/>
                  <a:pt x="402" y="107"/>
                </a:cubicBezTo>
                <a:lnTo>
                  <a:pt x="402" y="153"/>
                </a:lnTo>
                <a:cubicBezTo>
                  <a:pt x="411" y="157"/>
                  <a:pt x="420" y="162"/>
                  <a:pt x="428" y="167"/>
                </a:cubicBezTo>
                <a:lnTo>
                  <a:pt x="468" y="145"/>
                </a:lnTo>
                <a:cubicBezTo>
                  <a:pt x="474" y="141"/>
                  <a:pt x="481" y="140"/>
                  <a:pt x="488" y="142"/>
                </a:cubicBezTo>
                <a:cubicBezTo>
                  <a:pt x="495" y="144"/>
                  <a:pt x="501" y="148"/>
                  <a:pt x="504" y="154"/>
                </a:cubicBezTo>
                <a:lnTo>
                  <a:pt x="558" y="247"/>
                </a:lnTo>
                <a:cubicBezTo>
                  <a:pt x="565" y="260"/>
                  <a:pt x="561" y="277"/>
                  <a:pt x="548" y="28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6" name="Google Shape;986;p75"/>
          <p:cNvSpPr/>
          <p:nvPr/>
        </p:nvSpPr>
        <p:spPr>
          <a:xfrm>
            <a:off x="1541055" y="1435324"/>
            <a:ext cx="463976" cy="464994"/>
          </a:xfrm>
          <a:custGeom>
            <a:avLst/>
            <a:gdLst/>
            <a:ahLst/>
            <a:cxnLst/>
            <a:rect l="l" t="t" r="r" b="b"/>
            <a:pathLst>
              <a:path w="914" h="916" extrusionOk="0">
                <a:moveTo>
                  <a:pt x="347" y="516"/>
                </a:moveTo>
                <a:cubicBezTo>
                  <a:pt x="349" y="512"/>
                  <a:pt x="350" y="508"/>
                  <a:pt x="352" y="504"/>
                </a:cubicBezTo>
                <a:lnTo>
                  <a:pt x="344" y="491"/>
                </a:lnTo>
                <a:cubicBezTo>
                  <a:pt x="327" y="462"/>
                  <a:pt x="331" y="426"/>
                  <a:pt x="353" y="401"/>
                </a:cubicBezTo>
                <a:cubicBezTo>
                  <a:pt x="347" y="404"/>
                  <a:pt x="341" y="408"/>
                  <a:pt x="335" y="410"/>
                </a:cubicBezTo>
                <a:cubicBezTo>
                  <a:pt x="318" y="417"/>
                  <a:pt x="301" y="421"/>
                  <a:pt x="284" y="421"/>
                </a:cubicBezTo>
                <a:cubicBezTo>
                  <a:pt x="231" y="421"/>
                  <a:pt x="181" y="389"/>
                  <a:pt x="160" y="338"/>
                </a:cubicBezTo>
                <a:cubicBezTo>
                  <a:pt x="146" y="305"/>
                  <a:pt x="146" y="268"/>
                  <a:pt x="160" y="235"/>
                </a:cubicBezTo>
                <a:cubicBezTo>
                  <a:pt x="173" y="202"/>
                  <a:pt x="199" y="176"/>
                  <a:pt x="232" y="163"/>
                </a:cubicBezTo>
                <a:cubicBezTo>
                  <a:pt x="265" y="149"/>
                  <a:pt x="302" y="149"/>
                  <a:pt x="335" y="163"/>
                </a:cubicBezTo>
                <a:cubicBezTo>
                  <a:pt x="368" y="176"/>
                  <a:pt x="394" y="202"/>
                  <a:pt x="407" y="235"/>
                </a:cubicBezTo>
                <a:cubicBezTo>
                  <a:pt x="421" y="268"/>
                  <a:pt x="421" y="305"/>
                  <a:pt x="407" y="338"/>
                </a:cubicBezTo>
                <a:cubicBezTo>
                  <a:pt x="405" y="344"/>
                  <a:pt x="401" y="350"/>
                  <a:pt x="398" y="356"/>
                </a:cubicBezTo>
                <a:cubicBezTo>
                  <a:pt x="412" y="343"/>
                  <a:pt x="430" y="336"/>
                  <a:pt x="448" y="336"/>
                </a:cubicBezTo>
                <a:cubicBezTo>
                  <a:pt x="463" y="336"/>
                  <a:pt x="476" y="340"/>
                  <a:pt x="488" y="347"/>
                </a:cubicBezTo>
                <a:lnTo>
                  <a:pt x="501" y="355"/>
                </a:lnTo>
                <a:cubicBezTo>
                  <a:pt x="505" y="353"/>
                  <a:pt x="509" y="351"/>
                  <a:pt x="513" y="350"/>
                </a:cubicBezTo>
                <a:lnTo>
                  <a:pt x="517" y="335"/>
                </a:lnTo>
                <a:cubicBezTo>
                  <a:pt x="518" y="330"/>
                  <a:pt x="521" y="326"/>
                  <a:pt x="523" y="321"/>
                </a:cubicBezTo>
                <a:lnTo>
                  <a:pt x="520" y="319"/>
                </a:lnTo>
                <a:cubicBezTo>
                  <a:pt x="523" y="297"/>
                  <a:pt x="523" y="276"/>
                  <a:pt x="520" y="255"/>
                </a:cubicBezTo>
                <a:lnTo>
                  <a:pt x="556" y="228"/>
                </a:lnTo>
                <a:cubicBezTo>
                  <a:pt x="565" y="221"/>
                  <a:pt x="568" y="210"/>
                  <a:pt x="564" y="200"/>
                </a:cubicBezTo>
                <a:lnTo>
                  <a:pt x="543" y="150"/>
                </a:lnTo>
                <a:cubicBezTo>
                  <a:pt x="539" y="140"/>
                  <a:pt x="529" y="134"/>
                  <a:pt x="518" y="136"/>
                </a:cubicBezTo>
                <a:lnTo>
                  <a:pt x="473" y="142"/>
                </a:lnTo>
                <a:cubicBezTo>
                  <a:pt x="460" y="125"/>
                  <a:pt x="445" y="110"/>
                  <a:pt x="428" y="97"/>
                </a:cubicBezTo>
                <a:lnTo>
                  <a:pt x="435" y="48"/>
                </a:lnTo>
                <a:cubicBezTo>
                  <a:pt x="436" y="37"/>
                  <a:pt x="430" y="27"/>
                  <a:pt x="420" y="23"/>
                </a:cubicBezTo>
                <a:lnTo>
                  <a:pt x="371" y="2"/>
                </a:lnTo>
                <a:cubicBezTo>
                  <a:pt x="361" y="-2"/>
                  <a:pt x="349" y="1"/>
                  <a:pt x="342" y="10"/>
                </a:cubicBezTo>
                <a:lnTo>
                  <a:pt x="316" y="46"/>
                </a:lnTo>
                <a:cubicBezTo>
                  <a:pt x="295" y="43"/>
                  <a:pt x="273" y="43"/>
                  <a:pt x="252" y="46"/>
                </a:cubicBezTo>
                <a:lnTo>
                  <a:pt x="225" y="10"/>
                </a:lnTo>
                <a:cubicBezTo>
                  <a:pt x="219" y="1"/>
                  <a:pt x="207" y="-2"/>
                  <a:pt x="197" y="2"/>
                </a:cubicBezTo>
                <a:lnTo>
                  <a:pt x="147" y="23"/>
                </a:lnTo>
                <a:cubicBezTo>
                  <a:pt x="137" y="27"/>
                  <a:pt x="131" y="38"/>
                  <a:pt x="133" y="48"/>
                </a:cubicBezTo>
                <a:lnTo>
                  <a:pt x="139" y="97"/>
                </a:lnTo>
                <a:cubicBezTo>
                  <a:pt x="122" y="110"/>
                  <a:pt x="107" y="125"/>
                  <a:pt x="94" y="142"/>
                </a:cubicBezTo>
                <a:lnTo>
                  <a:pt x="50" y="136"/>
                </a:lnTo>
                <a:cubicBezTo>
                  <a:pt x="39" y="134"/>
                  <a:pt x="27" y="140"/>
                  <a:pt x="22" y="150"/>
                </a:cubicBezTo>
                <a:lnTo>
                  <a:pt x="2" y="200"/>
                </a:lnTo>
                <a:cubicBezTo>
                  <a:pt x="-2" y="210"/>
                  <a:pt x="1" y="221"/>
                  <a:pt x="10" y="228"/>
                </a:cubicBezTo>
                <a:lnTo>
                  <a:pt x="46" y="255"/>
                </a:lnTo>
                <a:cubicBezTo>
                  <a:pt x="43" y="276"/>
                  <a:pt x="43" y="297"/>
                  <a:pt x="46" y="319"/>
                </a:cubicBezTo>
                <a:lnTo>
                  <a:pt x="10" y="345"/>
                </a:lnTo>
                <a:cubicBezTo>
                  <a:pt x="1" y="352"/>
                  <a:pt x="-2" y="363"/>
                  <a:pt x="2" y="374"/>
                </a:cubicBezTo>
                <a:lnTo>
                  <a:pt x="23" y="423"/>
                </a:lnTo>
                <a:cubicBezTo>
                  <a:pt x="27" y="433"/>
                  <a:pt x="39" y="439"/>
                  <a:pt x="50" y="437"/>
                </a:cubicBezTo>
                <a:lnTo>
                  <a:pt x="94" y="431"/>
                </a:lnTo>
                <a:cubicBezTo>
                  <a:pt x="107" y="448"/>
                  <a:pt x="122" y="463"/>
                  <a:pt x="140" y="476"/>
                </a:cubicBezTo>
                <a:lnTo>
                  <a:pt x="133" y="520"/>
                </a:lnTo>
                <a:cubicBezTo>
                  <a:pt x="131" y="531"/>
                  <a:pt x="137" y="542"/>
                  <a:pt x="147" y="546"/>
                </a:cubicBezTo>
                <a:lnTo>
                  <a:pt x="197" y="566"/>
                </a:lnTo>
                <a:cubicBezTo>
                  <a:pt x="207" y="571"/>
                  <a:pt x="219" y="567"/>
                  <a:pt x="225" y="559"/>
                </a:cubicBezTo>
                <a:lnTo>
                  <a:pt x="252" y="523"/>
                </a:lnTo>
                <a:cubicBezTo>
                  <a:pt x="273" y="526"/>
                  <a:pt x="294" y="525"/>
                  <a:pt x="316" y="523"/>
                </a:cubicBezTo>
                <a:lnTo>
                  <a:pt x="318" y="526"/>
                </a:lnTo>
                <a:cubicBezTo>
                  <a:pt x="323" y="524"/>
                  <a:pt x="327" y="521"/>
                  <a:pt x="332" y="520"/>
                </a:cubicBezTo>
                <a:lnTo>
                  <a:pt x="347" y="516"/>
                </a:lnTo>
                <a:moveTo>
                  <a:pt x="896" y="572"/>
                </a:moveTo>
                <a:lnTo>
                  <a:pt x="848" y="561"/>
                </a:lnTo>
                <a:cubicBezTo>
                  <a:pt x="843" y="541"/>
                  <a:pt x="835" y="521"/>
                  <a:pt x="824" y="502"/>
                </a:cubicBezTo>
                <a:lnTo>
                  <a:pt x="847" y="464"/>
                </a:lnTo>
                <a:cubicBezTo>
                  <a:pt x="853" y="455"/>
                  <a:pt x="851" y="443"/>
                  <a:pt x="843" y="435"/>
                </a:cubicBezTo>
                <a:lnTo>
                  <a:pt x="805" y="397"/>
                </a:lnTo>
                <a:cubicBezTo>
                  <a:pt x="798" y="389"/>
                  <a:pt x="786" y="388"/>
                  <a:pt x="776" y="393"/>
                </a:cubicBezTo>
                <a:lnTo>
                  <a:pt x="738" y="416"/>
                </a:lnTo>
                <a:cubicBezTo>
                  <a:pt x="719" y="406"/>
                  <a:pt x="700" y="398"/>
                  <a:pt x="679" y="392"/>
                </a:cubicBezTo>
                <a:lnTo>
                  <a:pt x="668" y="348"/>
                </a:lnTo>
                <a:cubicBezTo>
                  <a:pt x="665" y="338"/>
                  <a:pt x="656" y="330"/>
                  <a:pt x="645" y="330"/>
                </a:cubicBezTo>
                <a:lnTo>
                  <a:pt x="591" y="330"/>
                </a:lnTo>
                <a:cubicBezTo>
                  <a:pt x="580" y="330"/>
                  <a:pt x="571" y="338"/>
                  <a:pt x="568" y="348"/>
                </a:cubicBezTo>
                <a:lnTo>
                  <a:pt x="557" y="392"/>
                </a:lnTo>
                <a:cubicBezTo>
                  <a:pt x="536" y="398"/>
                  <a:pt x="516" y="406"/>
                  <a:pt x="498" y="416"/>
                </a:cubicBezTo>
                <a:lnTo>
                  <a:pt x="460" y="393"/>
                </a:lnTo>
                <a:cubicBezTo>
                  <a:pt x="450" y="388"/>
                  <a:pt x="438" y="389"/>
                  <a:pt x="430" y="397"/>
                </a:cubicBezTo>
                <a:lnTo>
                  <a:pt x="393" y="435"/>
                </a:lnTo>
                <a:cubicBezTo>
                  <a:pt x="385" y="443"/>
                  <a:pt x="383" y="455"/>
                  <a:pt x="389" y="464"/>
                </a:cubicBezTo>
                <a:lnTo>
                  <a:pt x="412" y="502"/>
                </a:lnTo>
                <a:cubicBezTo>
                  <a:pt x="401" y="521"/>
                  <a:pt x="393" y="541"/>
                  <a:pt x="388" y="561"/>
                </a:cubicBezTo>
                <a:lnTo>
                  <a:pt x="344" y="572"/>
                </a:lnTo>
                <a:cubicBezTo>
                  <a:pt x="333" y="575"/>
                  <a:pt x="326" y="585"/>
                  <a:pt x="326" y="596"/>
                </a:cubicBezTo>
                <a:lnTo>
                  <a:pt x="326" y="649"/>
                </a:lnTo>
                <a:cubicBezTo>
                  <a:pt x="326" y="660"/>
                  <a:pt x="334" y="670"/>
                  <a:pt x="344" y="672"/>
                </a:cubicBezTo>
                <a:lnTo>
                  <a:pt x="388" y="683"/>
                </a:lnTo>
                <a:cubicBezTo>
                  <a:pt x="393" y="704"/>
                  <a:pt x="401" y="724"/>
                  <a:pt x="412" y="742"/>
                </a:cubicBezTo>
                <a:lnTo>
                  <a:pt x="389" y="781"/>
                </a:lnTo>
                <a:cubicBezTo>
                  <a:pt x="383" y="790"/>
                  <a:pt x="385" y="802"/>
                  <a:pt x="393" y="810"/>
                </a:cubicBezTo>
                <a:lnTo>
                  <a:pt x="430" y="848"/>
                </a:lnTo>
                <a:cubicBezTo>
                  <a:pt x="438" y="855"/>
                  <a:pt x="450" y="857"/>
                  <a:pt x="460" y="851"/>
                </a:cubicBezTo>
                <a:lnTo>
                  <a:pt x="498" y="828"/>
                </a:lnTo>
                <a:cubicBezTo>
                  <a:pt x="516" y="839"/>
                  <a:pt x="536" y="847"/>
                  <a:pt x="557" y="853"/>
                </a:cubicBezTo>
                <a:lnTo>
                  <a:pt x="568" y="898"/>
                </a:lnTo>
                <a:cubicBezTo>
                  <a:pt x="571" y="909"/>
                  <a:pt x="580" y="916"/>
                  <a:pt x="591" y="916"/>
                </a:cubicBezTo>
                <a:lnTo>
                  <a:pt x="645" y="916"/>
                </a:lnTo>
                <a:cubicBezTo>
                  <a:pt x="656" y="916"/>
                  <a:pt x="665" y="909"/>
                  <a:pt x="668" y="898"/>
                </a:cubicBezTo>
                <a:lnTo>
                  <a:pt x="679" y="853"/>
                </a:lnTo>
                <a:cubicBezTo>
                  <a:pt x="700" y="847"/>
                  <a:pt x="720" y="839"/>
                  <a:pt x="738" y="828"/>
                </a:cubicBezTo>
                <a:lnTo>
                  <a:pt x="777" y="851"/>
                </a:lnTo>
                <a:cubicBezTo>
                  <a:pt x="786" y="857"/>
                  <a:pt x="798" y="855"/>
                  <a:pt x="806" y="848"/>
                </a:cubicBezTo>
                <a:lnTo>
                  <a:pt x="844" y="810"/>
                </a:lnTo>
                <a:cubicBezTo>
                  <a:pt x="851" y="802"/>
                  <a:pt x="853" y="790"/>
                  <a:pt x="847" y="781"/>
                </a:cubicBezTo>
                <a:lnTo>
                  <a:pt x="824" y="742"/>
                </a:lnTo>
                <a:cubicBezTo>
                  <a:pt x="835" y="724"/>
                  <a:pt x="843" y="704"/>
                  <a:pt x="849" y="683"/>
                </a:cubicBezTo>
                <a:lnTo>
                  <a:pt x="896" y="672"/>
                </a:lnTo>
                <a:cubicBezTo>
                  <a:pt x="906" y="670"/>
                  <a:pt x="914" y="660"/>
                  <a:pt x="914" y="649"/>
                </a:cubicBezTo>
                <a:lnTo>
                  <a:pt x="914" y="596"/>
                </a:lnTo>
                <a:cubicBezTo>
                  <a:pt x="914" y="585"/>
                  <a:pt x="906" y="575"/>
                  <a:pt x="896" y="572"/>
                </a:cubicBezTo>
                <a:moveTo>
                  <a:pt x="619" y="756"/>
                </a:moveTo>
                <a:cubicBezTo>
                  <a:pt x="545" y="756"/>
                  <a:pt x="485" y="696"/>
                  <a:pt x="485" y="622"/>
                </a:cubicBezTo>
                <a:cubicBezTo>
                  <a:pt x="485" y="548"/>
                  <a:pt x="545" y="488"/>
                  <a:pt x="619" y="488"/>
                </a:cubicBezTo>
                <a:cubicBezTo>
                  <a:pt x="693" y="488"/>
                  <a:pt x="753" y="548"/>
                  <a:pt x="753" y="622"/>
                </a:cubicBezTo>
                <a:cubicBezTo>
                  <a:pt x="753" y="696"/>
                  <a:pt x="693" y="756"/>
                  <a:pt x="619" y="756"/>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7" name="Google Shape;987;p75"/>
          <p:cNvSpPr/>
          <p:nvPr/>
        </p:nvSpPr>
        <p:spPr>
          <a:xfrm>
            <a:off x="3163958" y="1435324"/>
            <a:ext cx="464991" cy="464486"/>
          </a:xfrm>
          <a:custGeom>
            <a:avLst/>
            <a:gdLst/>
            <a:ahLst/>
            <a:cxnLst/>
            <a:rect l="l" t="t" r="r" b="b"/>
            <a:pathLst>
              <a:path w="916" h="915" extrusionOk="0">
                <a:moveTo>
                  <a:pt x="243" y="324"/>
                </a:moveTo>
                <a:cubicBezTo>
                  <a:pt x="228" y="324"/>
                  <a:pt x="217" y="336"/>
                  <a:pt x="217" y="351"/>
                </a:cubicBezTo>
                <a:cubicBezTo>
                  <a:pt x="217" y="366"/>
                  <a:pt x="228" y="378"/>
                  <a:pt x="243" y="378"/>
                </a:cubicBezTo>
                <a:cubicBezTo>
                  <a:pt x="257" y="378"/>
                  <a:pt x="270" y="366"/>
                  <a:pt x="270" y="351"/>
                </a:cubicBezTo>
                <a:cubicBezTo>
                  <a:pt x="270" y="336"/>
                  <a:pt x="257" y="324"/>
                  <a:pt x="243" y="324"/>
                </a:cubicBezTo>
                <a:moveTo>
                  <a:pt x="915" y="396"/>
                </a:moveTo>
                <a:lnTo>
                  <a:pt x="861" y="235"/>
                </a:lnTo>
                <a:cubicBezTo>
                  <a:pt x="859" y="228"/>
                  <a:pt x="854" y="223"/>
                  <a:pt x="848" y="219"/>
                </a:cubicBezTo>
                <a:lnTo>
                  <a:pt x="753" y="173"/>
                </a:lnTo>
                <a:lnTo>
                  <a:pt x="753" y="243"/>
                </a:lnTo>
                <a:cubicBezTo>
                  <a:pt x="753" y="257"/>
                  <a:pt x="743" y="269"/>
                  <a:pt x="729" y="270"/>
                </a:cubicBezTo>
                <a:cubicBezTo>
                  <a:pt x="713" y="272"/>
                  <a:pt x="700" y="259"/>
                  <a:pt x="700" y="244"/>
                </a:cubicBezTo>
                <a:lnTo>
                  <a:pt x="700" y="102"/>
                </a:lnTo>
                <a:lnTo>
                  <a:pt x="642" y="13"/>
                </a:lnTo>
                <a:cubicBezTo>
                  <a:pt x="635" y="3"/>
                  <a:pt x="622" y="-2"/>
                  <a:pt x="611" y="2"/>
                </a:cubicBezTo>
                <a:lnTo>
                  <a:pt x="485" y="44"/>
                </a:lnTo>
                <a:lnTo>
                  <a:pt x="485" y="431"/>
                </a:lnTo>
                <a:lnTo>
                  <a:pt x="565" y="431"/>
                </a:lnTo>
                <a:cubicBezTo>
                  <a:pt x="579" y="431"/>
                  <a:pt x="591" y="442"/>
                  <a:pt x="592" y="456"/>
                </a:cubicBezTo>
                <a:cubicBezTo>
                  <a:pt x="594" y="471"/>
                  <a:pt x="581" y="485"/>
                  <a:pt x="566" y="485"/>
                </a:cubicBezTo>
                <a:lnTo>
                  <a:pt x="485" y="485"/>
                </a:lnTo>
                <a:lnTo>
                  <a:pt x="485" y="878"/>
                </a:lnTo>
                <a:lnTo>
                  <a:pt x="554" y="913"/>
                </a:lnTo>
                <a:cubicBezTo>
                  <a:pt x="564" y="918"/>
                  <a:pt x="576" y="916"/>
                  <a:pt x="585" y="908"/>
                </a:cubicBezTo>
                <a:lnTo>
                  <a:pt x="635" y="857"/>
                </a:lnTo>
                <a:lnTo>
                  <a:pt x="739" y="805"/>
                </a:lnTo>
                <a:cubicBezTo>
                  <a:pt x="748" y="801"/>
                  <a:pt x="753" y="790"/>
                  <a:pt x="753" y="780"/>
                </a:cubicBezTo>
                <a:lnTo>
                  <a:pt x="753" y="689"/>
                </a:lnTo>
                <a:lnTo>
                  <a:pt x="848" y="643"/>
                </a:lnTo>
                <a:cubicBezTo>
                  <a:pt x="857" y="638"/>
                  <a:pt x="863" y="629"/>
                  <a:pt x="863" y="619"/>
                </a:cubicBezTo>
                <a:lnTo>
                  <a:pt x="863" y="538"/>
                </a:lnTo>
                <a:lnTo>
                  <a:pt x="781" y="538"/>
                </a:lnTo>
                <a:cubicBezTo>
                  <a:pt x="768" y="538"/>
                  <a:pt x="756" y="529"/>
                  <a:pt x="754" y="516"/>
                </a:cubicBezTo>
                <a:cubicBezTo>
                  <a:pt x="751" y="499"/>
                  <a:pt x="764" y="485"/>
                  <a:pt x="780" y="485"/>
                </a:cubicBezTo>
                <a:lnTo>
                  <a:pt x="879" y="485"/>
                </a:lnTo>
                <a:lnTo>
                  <a:pt x="914" y="416"/>
                </a:lnTo>
                <a:cubicBezTo>
                  <a:pt x="917" y="410"/>
                  <a:pt x="917" y="402"/>
                  <a:pt x="915" y="396"/>
                </a:cubicBezTo>
                <a:moveTo>
                  <a:pt x="700" y="426"/>
                </a:moveTo>
                <a:lnTo>
                  <a:pt x="700" y="565"/>
                </a:lnTo>
                <a:cubicBezTo>
                  <a:pt x="700" y="576"/>
                  <a:pt x="694" y="585"/>
                  <a:pt x="685" y="589"/>
                </a:cubicBezTo>
                <a:lnTo>
                  <a:pt x="592" y="636"/>
                </a:lnTo>
                <a:lnTo>
                  <a:pt x="592" y="726"/>
                </a:lnTo>
                <a:cubicBezTo>
                  <a:pt x="592" y="739"/>
                  <a:pt x="582" y="752"/>
                  <a:pt x="568" y="753"/>
                </a:cubicBezTo>
                <a:cubicBezTo>
                  <a:pt x="552" y="754"/>
                  <a:pt x="539" y="742"/>
                  <a:pt x="539" y="726"/>
                </a:cubicBezTo>
                <a:lnTo>
                  <a:pt x="539" y="619"/>
                </a:lnTo>
                <a:cubicBezTo>
                  <a:pt x="539" y="609"/>
                  <a:pt x="544" y="600"/>
                  <a:pt x="554" y="595"/>
                </a:cubicBezTo>
                <a:lnTo>
                  <a:pt x="646" y="549"/>
                </a:lnTo>
                <a:lnTo>
                  <a:pt x="646" y="426"/>
                </a:lnTo>
                <a:cubicBezTo>
                  <a:pt x="615" y="415"/>
                  <a:pt x="592" y="386"/>
                  <a:pt x="592" y="351"/>
                </a:cubicBezTo>
                <a:cubicBezTo>
                  <a:pt x="592" y="348"/>
                  <a:pt x="593" y="344"/>
                  <a:pt x="593" y="341"/>
                </a:cubicBezTo>
                <a:lnTo>
                  <a:pt x="554" y="321"/>
                </a:lnTo>
                <a:cubicBezTo>
                  <a:pt x="545" y="317"/>
                  <a:pt x="539" y="307"/>
                  <a:pt x="539" y="297"/>
                </a:cubicBezTo>
                <a:lnTo>
                  <a:pt x="539" y="191"/>
                </a:lnTo>
                <a:cubicBezTo>
                  <a:pt x="539" y="177"/>
                  <a:pt x="549" y="165"/>
                  <a:pt x="563" y="163"/>
                </a:cubicBezTo>
                <a:cubicBezTo>
                  <a:pt x="579" y="162"/>
                  <a:pt x="592" y="174"/>
                  <a:pt x="592" y="190"/>
                </a:cubicBezTo>
                <a:lnTo>
                  <a:pt x="592" y="281"/>
                </a:lnTo>
                <a:lnTo>
                  <a:pt x="617" y="293"/>
                </a:lnTo>
                <a:cubicBezTo>
                  <a:pt x="634" y="277"/>
                  <a:pt x="657" y="268"/>
                  <a:pt x="682" y="271"/>
                </a:cubicBezTo>
                <a:cubicBezTo>
                  <a:pt x="719" y="275"/>
                  <a:pt x="749" y="305"/>
                  <a:pt x="753" y="342"/>
                </a:cubicBezTo>
                <a:cubicBezTo>
                  <a:pt x="757" y="381"/>
                  <a:pt x="733" y="414"/>
                  <a:pt x="700" y="426"/>
                </a:cubicBezTo>
                <a:moveTo>
                  <a:pt x="275" y="12"/>
                </a:moveTo>
                <a:lnTo>
                  <a:pt x="217" y="101"/>
                </a:lnTo>
                <a:lnTo>
                  <a:pt x="217" y="242"/>
                </a:lnTo>
                <a:cubicBezTo>
                  <a:pt x="217" y="256"/>
                  <a:pt x="207" y="269"/>
                  <a:pt x="193" y="270"/>
                </a:cubicBezTo>
                <a:cubicBezTo>
                  <a:pt x="177" y="271"/>
                  <a:pt x="163" y="259"/>
                  <a:pt x="163" y="243"/>
                </a:cubicBezTo>
                <a:lnTo>
                  <a:pt x="163" y="173"/>
                </a:lnTo>
                <a:lnTo>
                  <a:pt x="69" y="219"/>
                </a:lnTo>
                <a:cubicBezTo>
                  <a:pt x="63" y="222"/>
                  <a:pt x="58" y="228"/>
                  <a:pt x="56" y="235"/>
                </a:cubicBezTo>
                <a:lnTo>
                  <a:pt x="2" y="396"/>
                </a:lnTo>
                <a:cubicBezTo>
                  <a:pt x="0" y="403"/>
                  <a:pt x="0" y="410"/>
                  <a:pt x="4" y="416"/>
                </a:cubicBezTo>
                <a:lnTo>
                  <a:pt x="38" y="485"/>
                </a:lnTo>
                <a:lnTo>
                  <a:pt x="136" y="485"/>
                </a:lnTo>
                <a:cubicBezTo>
                  <a:pt x="149" y="485"/>
                  <a:pt x="161" y="494"/>
                  <a:pt x="163" y="507"/>
                </a:cubicBezTo>
                <a:cubicBezTo>
                  <a:pt x="166" y="524"/>
                  <a:pt x="153" y="538"/>
                  <a:pt x="137" y="538"/>
                </a:cubicBezTo>
                <a:lnTo>
                  <a:pt x="54" y="538"/>
                </a:lnTo>
                <a:lnTo>
                  <a:pt x="54" y="619"/>
                </a:lnTo>
                <a:cubicBezTo>
                  <a:pt x="54" y="629"/>
                  <a:pt x="60" y="638"/>
                  <a:pt x="69" y="643"/>
                </a:cubicBezTo>
                <a:lnTo>
                  <a:pt x="163" y="689"/>
                </a:lnTo>
                <a:lnTo>
                  <a:pt x="163" y="780"/>
                </a:lnTo>
                <a:cubicBezTo>
                  <a:pt x="163" y="790"/>
                  <a:pt x="169" y="801"/>
                  <a:pt x="178" y="805"/>
                </a:cubicBezTo>
                <a:lnTo>
                  <a:pt x="282" y="857"/>
                </a:lnTo>
                <a:lnTo>
                  <a:pt x="332" y="908"/>
                </a:lnTo>
                <a:cubicBezTo>
                  <a:pt x="340" y="916"/>
                  <a:pt x="353" y="918"/>
                  <a:pt x="363" y="913"/>
                </a:cubicBezTo>
                <a:lnTo>
                  <a:pt x="432" y="878"/>
                </a:lnTo>
                <a:lnTo>
                  <a:pt x="432" y="485"/>
                </a:lnTo>
                <a:lnTo>
                  <a:pt x="352" y="485"/>
                </a:lnTo>
                <a:cubicBezTo>
                  <a:pt x="338" y="485"/>
                  <a:pt x="326" y="474"/>
                  <a:pt x="324" y="460"/>
                </a:cubicBezTo>
                <a:cubicBezTo>
                  <a:pt x="323" y="444"/>
                  <a:pt x="336" y="431"/>
                  <a:pt x="351" y="431"/>
                </a:cubicBezTo>
                <a:lnTo>
                  <a:pt x="432" y="431"/>
                </a:lnTo>
                <a:lnTo>
                  <a:pt x="432" y="44"/>
                </a:lnTo>
                <a:lnTo>
                  <a:pt x="306" y="2"/>
                </a:lnTo>
                <a:cubicBezTo>
                  <a:pt x="294" y="-2"/>
                  <a:pt x="282" y="2"/>
                  <a:pt x="275" y="12"/>
                </a:cubicBezTo>
                <a:moveTo>
                  <a:pt x="349" y="163"/>
                </a:moveTo>
                <a:cubicBezTo>
                  <a:pt x="365" y="162"/>
                  <a:pt x="378" y="174"/>
                  <a:pt x="378" y="190"/>
                </a:cubicBezTo>
                <a:lnTo>
                  <a:pt x="378" y="297"/>
                </a:lnTo>
                <a:cubicBezTo>
                  <a:pt x="378" y="307"/>
                  <a:pt x="372" y="317"/>
                  <a:pt x="363" y="321"/>
                </a:cubicBezTo>
                <a:lnTo>
                  <a:pt x="323" y="341"/>
                </a:lnTo>
                <a:cubicBezTo>
                  <a:pt x="324" y="344"/>
                  <a:pt x="324" y="347"/>
                  <a:pt x="324" y="351"/>
                </a:cubicBezTo>
                <a:cubicBezTo>
                  <a:pt x="324" y="386"/>
                  <a:pt x="302" y="415"/>
                  <a:pt x="271" y="426"/>
                </a:cubicBezTo>
                <a:lnTo>
                  <a:pt x="271" y="549"/>
                </a:lnTo>
                <a:lnTo>
                  <a:pt x="363" y="595"/>
                </a:lnTo>
                <a:cubicBezTo>
                  <a:pt x="372" y="599"/>
                  <a:pt x="378" y="609"/>
                  <a:pt x="378" y="619"/>
                </a:cubicBezTo>
                <a:lnTo>
                  <a:pt x="378" y="725"/>
                </a:lnTo>
                <a:cubicBezTo>
                  <a:pt x="378" y="739"/>
                  <a:pt x="367" y="752"/>
                  <a:pt x="353" y="753"/>
                </a:cubicBezTo>
                <a:cubicBezTo>
                  <a:pt x="338" y="754"/>
                  <a:pt x="324" y="742"/>
                  <a:pt x="324" y="726"/>
                </a:cubicBezTo>
                <a:lnTo>
                  <a:pt x="324" y="636"/>
                </a:lnTo>
                <a:lnTo>
                  <a:pt x="232" y="589"/>
                </a:lnTo>
                <a:cubicBezTo>
                  <a:pt x="223" y="585"/>
                  <a:pt x="217" y="576"/>
                  <a:pt x="217" y="565"/>
                </a:cubicBezTo>
                <a:lnTo>
                  <a:pt x="217" y="426"/>
                </a:lnTo>
                <a:cubicBezTo>
                  <a:pt x="184" y="415"/>
                  <a:pt x="161" y="383"/>
                  <a:pt x="164" y="345"/>
                </a:cubicBezTo>
                <a:cubicBezTo>
                  <a:pt x="166" y="306"/>
                  <a:pt x="198" y="274"/>
                  <a:pt x="238" y="271"/>
                </a:cubicBezTo>
                <a:cubicBezTo>
                  <a:pt x="262" y="269"/>
                  <a:pt x="284" y="278"/>
                  <a:pt x="299" y="293"/>
                </a:cubicBezTo>
                <a:lnTo>
                  <a:pt x="324" y="281"/>
                </a:lnTo>
                <a:lnTo>
                  <a:pt x="324" y="191"/>
                </a:lnTo>
                <a:cubicBezTo>
                  <a:pt x="324" y="177"/>
                  <a:pt x="335" y="165"/>
                  <a:pt x="349" y="163"/>
                </a:cubicBezTo>
                <a:moveTo>
                  <a:pt x="672" y="324"/>
                </a:moveTo>
                <a:cubicBezTo>
                  <a:pt x="658" y="324"/>
                  <a:pt x="646" y="336"/>
                  <a:pt x="646" y="351"/>
                </a:cubicBezTo>
                <a:cubicBezTo>
                  <a:pt x="646" y="366"/>
                  <a:pt x="657" y="378"/>
                  <a:pt x="672" y="378"/>
                </a:cubicBezTo>
                <a:cubicBezTo>
                  <a:pt x="686" y="378"/>
                  <a:pt x="699" y="366"/>
                  <a:pt x="699" y="351"/>
                </a:cubicBezTo>
                <a:cubicBezTo>
                  <a:pt x="699" y="336"/>
                  <a:pt x="687" y="324"/>
                  <a:pt x="672" y="32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8" name="Google Shape;988;p75"/>
          <p:cNvSpPr/>
          <p:nvPr/>
        </p:nvSpPr>
        <p:spPr>
          <a:xfrm>
            <a:off x="2352760" y="1435324"/>
            <a:ext cx="465499" cy="466009"/>
          </a:xfrm>
          <a:custGeom>
            <a:avLst/>
            <a:gdLst/>
            <a:ahLst/>
            <a:cxnLst/>
            <a:rect l="l" t="t" r="r" b="b"/>
            <a:pathLst>
              <a:path w="917" h="918" extrusionOk="0">
                <a:moveTo>
                  <a:pt x="267" y="566"/>
                </a:moveTo>
                <a:cubicBezTo>
                  <a:pt x="267" y="581"/>
                  <a:pt x="279" y="593"/>
                  <a:pt x="294" y="593"/>
                </a:cubicBezTo>
                <a:cubicBezTo>
                  <a:pt x="308" y="593"/>
                  <a:pt x="321" y="581"/>
                  <a:pt x="321" y="566"/>
                </a:cubicBezTo>
                <a:cubicBezTo>
                  <a:pt x="321" y="551"/>
                  <a:pt x="308" y="539"/>
                  <a:pt x="294" y="539"/>
                </a:cubicBezTo>
                <a:cubicBezTo>
                  <a:pt x="279" y="539"/>
                  <a:pt x="267" y="551"/>
                  <a:pt x="267" y="566"/>
                </a:cubicBezTo>
                <a:moveTo>
                  <a:pt x="162" y="166"/>
                </a:moveTo>
                <a:cubicBezTo>
                  <a:pt x="71" y="178"/>
                  <a:pt x="0" y="257"/>
                  <a:pt x="0" y="352"/>
                </a:cubicBezTo>
                <a:cubicBezTo>
                  <a:pt x="0" y="403"/>
                  <a:pt x="22" y="451"/>
                  <a:pt x="59" y="486"/>
                </a:cubicBezTo>
                <a:cubicBezTo>
                  <a:pt x="56" y="478"/>
                  <a:pt x="53" y="469"/>
                  <a:pt x="53" y="459"/>
                </a:cubicBezTo>
                <a:cubicBezTo>
                  <a:pt x="53" y="413"/>
                  <a:pt x="93" y="375"/>
                  <a:pt x="140" y="379"/>
                </a:cubicBezTo>
                <a:cubicBezTo>
                  <a:pt x="179" y="382"/>
                  <a:pt x="211" y="414"/>
                  <a:pt x="214" y="453"/>
                </a:cubicBezTo>
                <a:cubicBezTo>
                  <a:pt x="217" y="500"/>
                  <a:pt x="180" y="539"/>
                  <a:pt x="134" y="539"/>
                </a:cubicBezTo>
                <a:cubicBezTo>
                  <a:pt x="102" y="539"/>
                  <a:pt x="74" y="520"/>
                  <a:pt x="61" y="493"/>
                </a:cubicBezTo>
                <a:cubicBezTo>
                  <a:pt x="57" y="508"/>
                  <a:pt x="53" y="524"/>
                  <a:pt x="53" y="539"/>
                </a:cubicBezTo>
                <a:cubicBezTo>
                  <a:pt x="53" y="610"/>
                  <a:pt x="100" y="671"/>
                  <a:pt x="166" y="692"/>
                </a:cubicBezTo>
                <a:cubicBezTo>
                  <a:pt x="163" y="703"/>
                  <a:pt x="161" y="715"/>
                  <a:pt x="161" y="727"/>
                </a:cubicBezTo>
                <a:cubicBezTo>
                  <a:pt x="161" y="797"/>
                  <a:pt x="214" y="855"/>
                  <a:pt x="282" y="862"/>
                </a:cubicBezTo>
                <a:cubicBezTo>
                  <a:pt x="303" y="898"/>
                  <a:pt x="340" y="917"/>
                  <a:pt x="377" y="917"/>
                </a:cubicBezTo>
                <a:cubicBezTo>
                  <a:pt x="396" y="917"/>
                  <a:pt x="414" y="911"/>
                  <a:pt x="431" y="902"/>
                </a:cubicBezTo>
                <a:lnTo>
                  <a:pt x="431" y="696"/>
                </a:lnTo>
                <a:cubicBezTo>
                  <a:pt x="422" y="699"/>
                  <a:pt x="413" y="700"/>
                  <a:pt x="404" y="700"/>
                </a:cubicBezTo>
                <a:cubicBezTo>
                  <a:pt x="367" y="700"/>
                  <a:pt x="334" y="675"/>
                  <a:pt x="325" y="641"/>
                </a:cubicBezTo>
                <a:cubicBezTo>
                  <a:pt x="315" y="645"/>
                  <a:pt x="305" y="647"/>
                  <a:pt x="295" y="647"/>
                </a:cubicBezTo>
                <a:cubicBezTo>
                  <a:pt x="248" y="647"/>
                  <a:pt x="210" y="607"/>
                  <a:pt x="215" y="559"/>
                </a:cubicBezTo>
                <a:cubicBezTo>
                  <a:pt x="218" y="522"/>
                  <a:pt x="246" y="492"/>
                  <a:pt x="283" y="487"/>
                </a:cubicBezTo>
                <a:cubicBezTo>
                  <a:pt x="332" y="480"/>
                  <a:pt x="377" y="518"/>
                  <a:pt x="377" y="566"/>
                </a:cubicBezTo>
                <a:lnTo>
                  <a:pt x="377" y="619"/>
                </a:lnTo>
                <a:cubicBezTo>
                  <a:pt x="377" y="632"/>
                  <a:pt x="386" y="644"/>
                  <a:pt x="399" y="646"/>
                </a:cubicBezTo>
                <a:cubicBezTo>
                  <a:pt x="416" y="649"/>
                  <a:pt x="431" y="636"/>
                  <a:pt x="431" y="620"/>
                </a:cubicBezTo>
                <a:lnTo>
                  <a:pt x="431" y="364"/>
                </a:lnTo>
                <a:cubicBezTo>
                  <a:pt x="415" y="373"/>
                  <a:pt x="396" y="379"/>
                  <a:pt x="377" y="379"/>
                </a:cubicBezTo>
                <a:cubicBezTo>
                  <a:pt x="333" y="379"/>
                  <a:pt x="294" y="353"/>
                  <a:pt x="277" y="316"/>
                </a:cubicBezTo>
                <a:cubicBezTo>
                  <a:pt x="266" y="322"/>
                  <a:pt x="254" y="325"/>
                  <a:pt x="240" y="325"/>
                </a:cubicBezTo>
                <a:cubicBezTo>
                  <a:pt x="191" y="325"/>
                  <a:pt x="151" y="280"/>
                  <a:pt x="161" y="228"/>
                </a:cubicBezTo>
                <a:cubicBezTo>
                  <a:pt x="167" y="197"/>
                  <a:pt x="193" y="172"/>
                  <a:pt x="224" y="165"/>
                </a:cubicBezTo>
                <a:cubicBezTo>
                  <a:pt x="276" y="155"/>
                  <a:pt x="321" y="195"/>
                  <a:pt x="321" y="245"/>
                </a:cubicBezTo>
                <a:lnTo>
                  <a:pt x="321" y="271"/>
                </a:lnTo>
                <a:cubicBezTo>
                  <a:pt x="321" y="301"/>
                  <a:pt x="347" y="325"/>
                  <a:pt x="377" y="325"/>
                </a:cubicBezTo>
                <a:cubicBezTo>
                  <a:pt x="407" y="325"/>
                  <a:pt x="431" y="301"/>
                  <a:pt x="431" y="271"/>
                </a:cubicBezTo>
                <a:lnTo>
                  <a:pt x="431" y="20"/>
                </a:lnTo>
                <a:cubicBezTo>
                  <a:pt x="406" y="8"/>
                  <a:pt x="376" y="2"/>
                  <a:pt x="348" y="2"/>
                </a:cubicBezTo>
                <a:cubicBezTo>
                  <a:pt x="253" y="1"/>
                  <a:pt x="175" y="74"/>
                  <a:pt x="162" y="166"/>
                </a:cubicBezTo>
                <a:moveTo>
                  <a:pt x="214" y="244"/>
                </a:moveTo>
                <a:cubicBezTo>
                  <a:pt x="214" y="259"/>
                  <a:pt x="226" y="271"/>
                  <a:pt x="241" y="271"/>
                </a:cubicBezTo>
                <a:cubicBezTo>
                  <a:pt x="255" y="271"/>
                  <a:pt x="267" y="258"/>
                  <a:pt x="267" y="244"/>
                </a:cubicBezTo>
                <a:cubicBezTo>
                  <a:pt x="267" y="229"/>
                  <a:pt x="255" y="218"/>
                  <a:pt x="241" y="218"/>
                </a:cubicBezTo>
                <a:cubicBezTo>
                  <a:pt x="226" y="218"/>
                  <a:pt x="214" y="230"/>
                  <a:pt x="214" y="244"/>
                </a:cubicBezTo>
                <a:moveTo>
                  <a:pt x="160" y="459"/>
                </a:moveTo>
                <a:cubicBezTo>
                  <a:pt x="160" y="444"/>
                  <a:pt x="147" y="432"/>
                  <a:pt x="133" y="432"/>
                </a:cubicBezTo>
                <a:cubicBezTo>
                  <a:pt x="118" y="432"/>
                  <a:pt x="107" y="444"/>
                  <a:pt x="107" y="459"/>
                </a:cubicBezTo>
                <a:cubicBezTo>
                  <a:pt x="107" y="474"/>
                  <a:pt x="118" y="486"/>
                  <a:pt x="133" y="486"/>
                </a:cubicBezTo>
                <a:cubicBezTo>
                  <a:pt x="147" y="486"/>
                  <a:pt x="160" y="474"/>
                  <a:pt x="160" y="459"/>
                </a:cubicBezTo>
                <a:moveTo>
                  <a:pt x="782" y="540"/>
                </a:moveTo>
                <a:cubicBezTo>
                  <a:pt x="732" y="540"/>
                  <a:pt x="693" y="494"/>
                  <a:pt x="703" y="443"/>
                </a:cubicBezTo>
                <a:cubicBezTo>
                  <a:pt x="709" y="411"/>
                  <a:pt x="734" y="386"/>
                  <a:pt x="766" y="380"/>
                </a:cubicBezTo>
                <a:cubicBezTo>
                  <a:pt x="817" y="370"/>
                  <a:pt x="863" y="409"/>
                  <a:pt x="863" y="459"/>
                </a:cubicBezTo>
                <a:cubicBezTo>
                  <a:pt x="863" y="469"/>
                  <a:pt x="861" y="478"/>
                  <a:pt x="858" y="487"/>
                </a:cubicBezTo>
                <a:cubicBezTo>
                  <a:pt x="895" y="451"/>
                  <a:pt x="917" y="403"/>
                  <a:pt x="917" y="351"/>
                </a:cubicBezTo>
                <a:cubicBezTo>
                  <a:pt x="917" y="256"/>
                  <a:pt x="845" y="177"/>
                  <a:pt x="753" y="165"/>
                </a:cubicBezTo>
                <a:cubicBezTo>
                  <a:pt x="741" y="73"/>
                  <a:pt x="662" y="0"/>
                  <a:pt x="567" y="0"/>
                </a:cubicBezTo>
                <a:cubicBezTo>
                  <a:pt x="538" y="0"/>
                  <a:pt x="509" y="6"/>
                  <a:pt x="484" y="18"/>
                </a:cubicBezTo>
                <a:lnTo>
                  <a:pt x="484" y="393"/>
                </a:lnTo>
                <a:cubicBezTo>
                  <a:pt x="500" y="384"/>
                  <a:pt x="520" y="378"/>
                  <a:pt x="540" y="378"/>
                </a:cubicBezTo>
                <a:cubicBezTo>
                  <a:pt x="599" y="378"/>
                  <a:pt x="647" y="427"/>
                  <a:pt x="647" y="486"/>
                </a:cubicBezTo>
                <a:lnTo>
                  <a:pt x="647" y="491"/>
                </a:lnTo>
                <a:cubicBezTo>
                  <a:pt x="680" y="503"/>
                  <a:pt x="703" y="535"/>
                  <a:pt x="701" y="572"/>
                </a:cubicBezTo>
                <a:cubicBezTo>
                  <a:pt x="698" y="612"/>
                  <a:pt x="666" y="644"/>
                  <a:pt x="626" y="646"/>
                </a:cubicBezTo>
                <a:cubicBezTo>
                  <a:pt x="579" y="650"/>
                  <a:pt x="540" y="613"/>
                  <a:pt x="540" y="566"/>
                </a:cubicBezTo>
                <a:cubicBezTo>
                  <a:pt x="540" y="531"/>
                  <a:pt x="562" y="502"/>
                  <a:pt x="594" y="491"/>
                </a:cubicBezTo>
                <a:lnTo>
                  <a:pt x="594" y="487"/>
                </a:lnTo>
                <a:cubicBezTo>
                  <a:pt x="594" y="463"/>
                  <a:pt x="579" y="442"/>
                  <a:pt x="556" y="435"/>
                </a:cubicBezTo>
                <a:cubicBezTo>
                  <a:pt x="520" y="424"/>
                  <a:pt x="484" y="451"/>
                  <a:pt x="484" y="486"/>
                </a:cubicBezTo>
                <a:lnTo>
                  <a:pt x="484" y="904"/>
                </a:lnTo>
                <a:cubicBezTo>
                  <a:pt x="500" y="913"/>
                  <a:pt x="520" y="918"/>
                  <a:pt x="540" y="918"/>
                </a:cubicBezTo>
                <a:cubicBezTo>
                  <a:pt x="577" y="918"/>
                  <a:pt x="612" y="900"/>
                  <a:pt x="633" y="863"/>
                </a:cubicBezTo>
                <a:cubicBezTo>
                  <a:pt x="701" y="857"/>
                  <a:pt x="755" y="798"/>
                  <a:pt x="755" y="728"/>
                </a:cubicBezTo>
                <a:cubicBezTo>
                  <a:pt x="755" y="716"/>
                  <a:pt x="753" y="704"/>
                  <a:pt x="750" y="693"/>
                </a:cubicBezTo>
                <a:cubicBezTo>
                  <a:pt x="816" y="672"/>
                  <a:pt x="863" y="610"/>
                  <a:pt x="863" y="540"/>
                </a:cubicBezTo>
                <a:cubicBezTo>
                  <a:pt x="863" y="524"/>
                  <a:pt x="860" y="509"/>
                  <a:pt x="855" y="493"/>
                </a:cubicBezTo>
                <a:cubicBezTo>
                  <a:pt x="842" y="521"/>
                  <a:pt x="814" y="540"/>
                  <a:pt x="782" y="540"/>
                </a:cubicBezTo>
                <a:moveTo>
                  <a:pt x="673" y="325"/>
                </a:moveTo>
                <a:cubicBezTo>
                  <a:pt x="629" y="325"/>
                  <a:pt x="593" y="289"/>
                  <a:pt x="593" y="245"/>
                </a:cubicBezTo>
                <a:cubicBezTo>
                  <a:pt x="593" y="200"/>
                  <a:pt x="629" y="164"/>
                  <a:pt x="673" y="164"/>
                </a:cubicBezTo>
                <a:cubicBezTo>
                  <a:pt x="718" y="164"/>
                  <a:pt x="754" y="200"/>
                  <a:pt x="754" y="245"/>
                </a:cubicBezTo>
                <a:cubicBezTo>
                  <a:pt x="754" y="289"/>
                  <a:pt x="718" y="325"/>
                  <a:pt x="673" y="325"/>
                </a:cubicBezTo>
                <a:moveTo>
                  <a:pt x="673" y="218"/>
                </a:moveTo>
                <a:cubicBezTo>
                  <a:pt x="659" y="218"/>
                  <a:pt x="647" y="229"/>
                  <a:pt x="647" y="244"/>
                </a:cubicBezTo>
                <a:cubicBezTo>
                  <a:pt x="647" y="258"/>
                  <a:pt x="658" y="271"/>
                  <a:pt x="673" y="271"/>
                </a:cubicBezTo>
                <a:cubicBezTo>
                  <a:pt x="687" y="271"/>
                  <a:pt x="700" y="259"/>
                  <a:pt x="700" y="244"/>
                </a:cubicBezTo>
                <a:cubicBezTo>
                  <a:pt x="700" y="230"/>
                  <a:pt x="688" y="218"/>
                  <a:pt x="673" y="218"/>
                </a:cubicBezTo>
                <a:moveTo>
                  <a:pt x="754" y="459"/>
                </a:moveTo>
                <a:cubicBezTo>
                  <a:pt x="754" y="474"/>
                  <a:pt x="765" y="486"/>
                  <a:pt x="780" y="486"/>
                </a:cubicBezTo>
                <a:cubicBezTo>
                  <a:pt x="794" y="486"/>
                  <a:pt x="807" y="474"/>
                  <a:pt x="807" y="459"/>
                </a:cubicBezTo>
                <a:cubicBezTo>
                  <a:pt x="807" y="444"/>
                  <a:pt x="795" y="432"/>
                  <a:pt x="780" y="432"/>
                </a:cubicBezTo>
                <a:cubicBezTo>
                  <a:pt x="766" y="432"/>
                  <a:pt x="754" y="444"/>
                  <a:pt x="754" y="459"/>
                </a:cubicBezTo>
                <a:moveTo>
                  <a:pt x="620" y="593"/>
                </a:moveTo>
                <a:cubicBezTo>
                  <a:pt x="634" y="593"/>
                  <a:pt x="646" y="580"/>
                  <a:pt x="646" y="566"/>
                </a:cubicBezTo>
                <a:cubicBezTo>
                  <a:pt x="646" y="551"/>
                  <a:pt x="634" y="540"/>
                  <a:pt x="620" y="540"/>
                </a:cubicBezTo>
                <a:cubicBezTo>
                  <a:pt x="605" y="540"/>
                  <a:pt x="593" y="552"/>
                  <a:pt x="593" y="566"/>
                </a:cubicBezTo>
                <a:cubicBezTo>
                  <a:pt x="593" y="581"/>
                  <a:pt x="605" y="593"/>
                  <a:pt x="620" y="593"/>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9" name="Google Shape;989;p7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ICON PACK</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993"/>
        <p:cNvGrpSpPr/>
        <p:nvPr/>
      </p:nvGrpSpPr>
      <p:grpSpPr>
        <a:xfrm>
          <a:off x="0" y="0"/>
          <a:ext cx="0" cy="0"/>
          <a:chOff x="0" y="0"/>
          <a:chExt cx="0" cy="0"/>
        </a:xfrm>
      </p:grpSpPr>
      <p:sp>
        <p:nvSpPr>
          <p:cNvPr id="994" name="Google Shape;994;p7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ALTERNATIVE RESSOURCEN</a:t>
            </a:r>
            <a:endParaRPr/>
          </a:p>
        </p:txBody>
      </p:sp>
      <p:sp>
        <p:nvSpPr>
          <p:cNvPr id="995" name="Google Shape;995;p76"/>
          <p:cNvSpPr txBox="1">
            <a:spLocks noGrp="1"/>
          </p:cNvSpPr>
          <p:nvPr>
            <p:ph type="body" idx="1"/>
          </p:nvPr>
        </p:nvSpPr>
        <p:spPr>
          <a:xfrm>
            <a:off x="720000" y="1063350"/>
            <a:ext cx="7704000" cy="111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ist eine Auswahl an alternativen Ressourcen im gleichen Stil wie diese Vorlage:</a:t>
            </a:r>
            <a:endParaRPr/>
          </a:p>
          <a:p>
            <a:pPr marL="0" lvl="0" indent="0" algn="l" rtl="0">
              <a:spcBef>
                <a:spcPts val="1000"/>
              </a:spcBef>
              <a:spcAft>
                <a:spcPts val="0"/>
              </a:spcAft>
              <a:buNone/>
            </a:pPr>
            <a:r>
              <a:rPr lang="de" b="1"/>
              <a:t>Vektoren</a:t>
            </a:r>
            <a:endParaRPr b="1"/>
          </a:p>
          <a:p>
            <a:pPr marL="320040" lvl="0" indent="-304800" algn="l" rtl="0">
              <a:spcBef>
                <a:spcPts val="1000"/>
              </a:spcBef>
              <a:spcAft>
                <a:spcPts val="600"/>
              </a:spcAft>
              <a:buSzPts val="1200"/>
              <a:buFont typeface="Archivo"/>
              <a:buChar char="●"/>
            </a:pPr>
            <a:r>
              <a:rPr lang="de" u="sng">
                <a:hlinkClick r:id="rId3"/>
              </a:rPr>
              <a:t>Realistic vertical poster template for cyber monday sale</a:t>
            </a:r>
            <a:endParaRPr/>
          </a:p>
        </p:txBody>
      </p:sp>
      <p:pic>
        <p:nvPicPr>
          <p:cNvPr id="996" name="Google Shape;996;p76"/>
          <p:cNvPicPr preferRelativeResize="0"/>
          <p:nvPr/>
        </p:nvPicPr>
        <p:blipFill rotWithShape="1">
          <a:blip r:embed="rId4">
            <a:alphaModFix/>
          </a:blip>
          <a:srcRect l="5609" t="7870" r="3333" b="14671"/>
          <a:stretch/>
        </p:blipFill>
        <p:spPr>
          <a:xfrm>
            <a:off x="845438" y="2959925"/>
            <a:ext cx="2819123" cy="657225"/>
          </a:xfrm>
          <a:prstGeom prst="rect">
            <a:avLst/>
          </a:prstGeom>
          <a:noFill/>
          <a:ln>
            <a:noFill/>
          </a:ln>
        </p:spPr>
      </p:pic>
      <p:pic>
        <p:nvPicPr>
          <p:cNvPr id="997" name="Google Shape;997;p76"/>
          <p:cNvPicPr preferRelativeResize="0"/>
          <p:nvPr/>
        </p:nvPicPr>
        <p:blipFill rotWithShape="1">
          <a:blip r:embed="rId5">
            <a:alphaModFix/>
          </a:blip>
          <a:srcRect l="10642" t="11322" r="5430" b="7516"/>
          <a:stretch/>
        </p:blipFill>
        <p:spPr>
          <a:xfrm rot="5400000">
            <a:off x="4454563" y="2968500"/>
            <a:ext cx="1162050" cy="1278249"/>
          </a:xfrm>
          <a:prstGeom prst="rect">
            <a:avLst/>
          </a:prstGeom>
          <a:noFill/>
          <a:ln>
            <a:noFill/>
          </a:ln>
        </p:spPr>
      </p:pic>
      <p:pic>
        <p:nvPicPr>
          <p:cNvPr id="998" name="Google Shape;998;p76"/>
          <p:cNvPicPr preferRelativeResize="0"/>
          <p:nvPr/>
        </p:nvPicPr>
        <p:blipFill rotWithShape="1">
          <a:blip r:embed="rId6">
            <a:alphaModFix/>
          </a:blip>
          <a:srcRect l="3338" t="28464" r="2888" b="13565"/>
          <a:stretch/>
        </p:blipFill>
        <p:spPr>
          <a:xfrm>
            <a:off x="840538" y="3937250"/>
            <a:ext cx="2828924" cy="381000"/>
          </a:xfrm>
          <a:prstGeom prst="rect">
            <a:avLst/>
          </a:prstGeom>
          <a:noFill/>
          <a:ln>
            <a:noFill/>
          </a:ln>
        </p:spPr>
      </p:pic>
      <p:grpSp>
        <p:nvGrpSpPr>
          <p:cNvPr id="999" name="Google Shape;999;p76"/>
          <p:cNvGrpSpPr/>
          <p:nvPr/>
        </p:nvGrpSpPr>
        <p:grpSpPr>
          <a:xfrm>
            <a:off x="6304092" y="3058773"/>
            <a:ext cx="2119900" cy="1097699"/>
            <a:chOff x="5906417" y="3058773"/>
            <a:chExt cx="2119900" cy="1097699"/>
          </a:xfrm>
        </p:grpSpPr>
        <p:pic>
          <p:nvPicPr>
            <p:cNvPr id="1000" name="Google Shape;1000;p76"/>
            <p:cNvPicPr preferRelativeResize="0"/>
            <p:nvPr/>
          </p:nvPicPr>
          <p:blipFill rotWithShape="1">
            <a:blip r:embed="rId7">
              <a:alphaModFix/>
            </a:blip>
            <a:srcRect l="7430" t="27965" r="7071" b="11440"/>
            <a:stretch/>
          </p:blipFill>
          <p:spPr>
            <a:xfrm rot="5400000">
              <a:off x="5493592" y="3471598"/>
              <a:ext cx="1097699" cy="272050"/>
            </a:xfrm>
            <a:prstGeom prst="rect">
              <a:avLst/>
            </a:prstGeom>
            <a:noFill/>
            <a:ln>
              <a:noFill/>
            </a:ln>
          </p:spPr>
        </p:pic>
        <p:pic>
          <p:nvPicPr>
            <p:cNvPr id="1001" name="Google Shape;1001;p76"/>
            <p:cNvPicPr preferRelativeResize="0"/>
            <p:nvPr/>
          </p:nvPicPr>
          <p:blipFill rotWithShape="1">
            <a:blip r:embed="rId7">
              <a:alphaModFix/>
            </a:blip>
            <a:srcRect l="7430" t="27965" r="7071" b="11440"/>
            <a:stretch/>
          </p:blipFill>
          <p:spPr>
            <a:xfrm rot="-5400000" flipH="1">
              <a:off x="7341442" y="3471598"/>
              <a:ext cx="1097699" cy="272050"/>
            </a:xfrm>
            <a:prstGeom prst="rect">
              <a:avLst/>
            </a:prstGeom>
            <a:noFill/>
            <a:ln>
              <a:noFill/>
            </a:ln>
          </p:spPr>
        </p:pic>
      </p:gr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005"/>
        <p:cNvGrpSpPr/>
        <p:nvPr/>
      </p:nvGrpSpPr>
      <p:grpSpPr>
        <a:xfrm>
          <a:off x="0" y="0"/>
          <a:ext cx="0" cy="0"/>
          <a:chOff x="0" y="0"/>
          <a:chExt cx="0" cy="0"/>
        </a:xfrm>
      </p:grpSpPr>
      <p:sp>
        <p:nvSpPr>
          <p:cNvPr id="1006" name="Google Shape;1006;p7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RESSOURCEN</a:t>
            </a:r>
            <a:endParaRPr/>
          </a:p>
        </p:txBody>
      </p:sp>
      <p:sp>
        <p:nvSpPr>
          <p:cNvPr id="1007" name="Google Shape;1007;p77"/>
          <p:cNvSpPr txBox="1">
            <a:spLocks noGrp="1"/>
          </p:cNvSpPr>
          <p:nvPr>
            <p:ph type="body" idx="1"/>
          </p:nvPr>
        </p:nvSpPr>
        <p:spPr>
          <a:xfrm>
            <a:off x="720000" y="1063350"/>
            <a:ext cx="7704000" cy="354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Haben dir die Ressourcen in dieser Vorlage gefallen? Erhalte sie auf diesen Webseiten:</a:t>
            </a:r>
            <a:endParaRPr/>
          </a:p>
          <a:p>
            <a:pPr marL="0" lvl="0" indent="0" algn="l" rtl="0">
              <a:spcBef>
                <a:spcPts val="1000"/>
              </a:spcBef>
              <a:spcAft>
                <a:spcPts val="0"/>
              </a:spcAft>
              <a:buNone/>
            </a:pPr>
            <a:r>
              <a:rPr lang="de" b="1"/>
              <a:t>Vektoren</a:t>
            </a:r>
            <a:endParaRPr b="1"/>
          </a:p>
          <a:p>
            <a:pPr marL="320040" lvl="0" indent="-304800" algn="l" rtl="0">
              <a:spcBef>
                <a:spcPts val="0"/>
              </a:spcBef>
              <a:spcAft>
                <a:spcPts val="0"/>
              </a:spcAft>
              <a:buSzPts val="1200"/>
              <a:buFont typeface="Archivo"/>
              <a:buChar char="●"/>
            </a:pPr>
            <a:r>
              <a:rPr lang="de" u="sng">
                <a:hlinkClick r:id="rId3"/>
              </a:rPr>
              <a:t>Realistic background for cyber monday sale I</a:t>
            </a:r>
            <a:endParaRPr/>
          </a:p>
          <a:p>
            <a:pPr marL="320040" lvl="0" indent="-304800" algn="l" rtl="0">
              <a:spcBef>
                <a:spcPts val="0"/>
              </a:spcBef>
              <a:spcAft>
                <a:spcPts val="0"/>
              </a:spcAft>
              <a:buSzPts val="1200"/>
              <a:buFont typeface="Archivo"/>
              <a:buChar char="●"/>
            </a:pPr>
            <a:r>
              <a:rPr lang="de" u="sng">
                <a:hlinkClick r:id="rId4"/>
              </a:rPr>
              <a:t>Realistic background for cyber monday sale II</a:t>
            </a:r>
            <a:endParaRPr/>
          </a:p>
          <a:p>
            <a:pPr marL="320040" lvl="0" indent="-304800" algn="l" rtl="0">
              <a:spcBef>
                <a:spcPts val="0"/>
              </a:spcBef>
              <a:spcAft>
                <a:spcPts val="0"/>
              </a:spcAft>
              <a:buSzPts val="1200"/>
              <a:buFont typeface="Archivo"/>
              <a:buChar char="●"/>
            </a:pPr>
            <a:r>
              <a:rPr lang="de" u="sng">
                <a:hlinkClick r:id="rId5"/>
              </a:rPr>
              <a:t>Realistic cyber monday sale banner</a:t>
            </a:r>
            <a:endParaRPr/>
          </a:p>
          <a:p>
            <a:pPr marL="320040" lvl="0" indent="-304800" algn="l" rtl="0">
              <a:spcBef>
                <a:spcPts val="0"/>
              </a:spcBef>
              <a:spcAft>
                <a:spcPts val="0"/>
              </a:spcAft>
              <a:buSzPts val="1200"/>
              <a:buFont typeface="Archivo"/>
              <a:buChar char="●"/>
            </a:pPr>
            <a:r>
              <a:rPr lang="de" u="sng">
                <a:hlinkClick r:id="rId6"/>
              </a:rPr>
              <a:t>Realistic landing page template for cyber monday sale</a:t>
            </a:r>
            <a:endParaRPr/>
          </a:p>
          <a:p>
            <a:pPr marL="0" lvl="0" indent="0" algn="l" rtl="0">
              <a:spcBef>
                <a:spcPts val="600"/>
              </a:spcBef>
              <a:spcAft>
                <a:spcPts val="0"/>
              </a:spcAft>
              <a:buNone/>
            </a:pPr>
            <a:r>
              <a:rPr lang="de" b="1"/>
              <a:t>Fotos</a:t>
            </a:r>
            <a:endParaRPr b="1"/>
          </a:p>
          <a:p>
            <a:pPr marL="320040" lvl="0" indent="-304800" algn="l" rtl="0">
              <a:spcBef>
                <a:spcPts val="0"/>
              </a:spcBef>
              <a:spcAft>
                <a:spcPts val="0"/>
              </a:spcAft>
              <a:buSzPts val="1200"/>
              <a:buFont typeface="Archivo Light"/>
              <a:buChar char="●"/>
            </a:pPr>
            <a:r>
              <a:rPr lang="de" u="sng">
                <a:hlinkClick r:id="rId7"/>
              </a:rPr>
              <a:t>Home made robot on desk</a:t>
            </a:r>
            <a:endParaRPr/>
          </a:p>
          <a:p>
            <a:pPr marL="320040" lvl="0" indent="-304800" algn="l" rtl="0">
              <a:spcBef>
                <a:spcPts val="0"/>
              </a:spcBef>
              <a:spcAft>
                <a:spcPts val="0"/>
              </a:spcAft>
              <a:buSzPts val="1200"/>
              <a:buFont typeface="Archivo Light"/>
              <a:buChar char="●"/>
            </a:pPr>
            <a:r>
              <a:rPr lang="de" u="sng">
                <a:hlinkClick r:id="rId8"/>
              </a:rPr>
              <a:t>Man with tablet learning to make robot</a:t>
            </a:r>
            <a:endParaRPr/>
          </a:p>
          <a:p>
            <a:pPr marL="320040" lvl="0" indent="-304800" algn="l" rtl="0">
              <a:spcBef>
                <a:spcPts val="0"/>
              </a:spcBef>
              <a:spcAft>
                <a:spcPts val="0"/>
              </a:spcAft>
              <a:buSzPts val="1200"/>
              <a:buFont typeface="Archivo Light"/>
              <a:buChar char="●"/>
            </a:pPr>
            <a:r>
              <a:rPr lang="de" u="sng">
                <a:hlinkClick r:id="rId9"/>
              </a:rPr>
              <a:t>Woman having video call on laptop</a:t>
            </a:r>
            <a:endParaRPr/>
          </a:p>
          <a:p>
            <a:pPr marL="320040" lvl="0" indent="-304800" algn="l" rtl="0">
              <a:spcBef>
                <a:spcPts val="0"/>
              </a:spcBef>
              <a:spcAft>
                <a:spcPts val="0"/>
              </a:spcAft>
              <a:buSzPts val="1200"/>
              <a:buFont typeface="Archivo Light"/>
              <a:buChar char="●"/>
            </a:pPr>
            <a:r>
              <a:rPr lang="de" u="sng">
                <a:hlinkClick r:id="rId10"/>
              </a:rPr>
              <a:t>Male barista with tattoos serving coffee at the counter</a:t>
            </a:r>
            <a:endParaRPr/>
          </a:p>
          <a:p>
            <a:pPr marL="320040" lvl="0" indent="-304800" algn="l" rtl="0">
              <a:spcBef>
                <a:spcPts val="0"/>
              </a:spcBef>
              <a:spcAft>
                <a:spcPts val="0"/>
              </a:spcAft>
              <a:buSzPts val="1200"/>
              <a:buFont typeface="Archivo Light"/>
              <a:buChar char="●"/>
            </a:pPr>
            <a:r>
              <a:rPr lang="de" u="sng">
                <a:hlinkClick r:id="rId11"/>
              </a:rPr>
              <a:t>Front view of beautiful girl with yellow hoodie</a:t>
            </a:r>
            <a:endParaRPr/>
          </a:p>
          <a:p>
            <a:pPr marL="0" lvl="0" indent="0" algn="l" rtl="0">
              <a:spcBef>
                <a:spcPts val="1000"/>
              </a:spcBef>
              <a:spcAft>
                <a:spcPts val="0"/>
              </a:spcAft>
              <a:buNone/>
            </a:pPr>
            <a:r>
              <a:rPr lang="de" b="1"/>
              <a:t>Icon Pack</a:t>
            </a:r>
            <a:endParaRPr b="1"/>
          </a:p>
          <a:p>
            <a:pPr marL="320040" lvl="0" indent="-304800" algn="l" rtl="0">
              <a:spcBef>
                <a:spcPts val="0"/>
              </a:spcBef>
              <a:spcAft>
                <a:spcPts val="0"/>
              </a:spcAft>
              <a:buSzPts val="1200"/>
              <a:buFont typeface="Archivo Light"/>
              <a:buChar char="●"/>
            </a:pPr>
            <a:r>
              <a:rPr lang="de" u="sng">
                <a:hlinkClick r:id="rId12"/>
              </a:rPr>
              <a:t>Icon Pack: Artificial Intelligence | Filled</a:t>
            </a:r>
            <a:endParaRPr/>
          </a:p>
          <a:p>
            <a:pPr marL="0" lvl="0" indent="0" algn="l" rtl="0">
              <a:spcBef>
                <a:spcPts val="2400"/>
              </a:spcBef>
              <a:spcAft>
                <a:spcPts val="600"/>
              </a:spcAft>
              <a:buNone/>
            </a:pPr>
            <a:endParaRPr/>
          </a:p>
        </p:txBody>
      </p:sp>
    </p:spTree>
  </p:cSld>
  <p:clrMapOvr>
    <a:masterClrMapping/>
  </p:clrMapOvr>
</p:sld>
</file>

<file path=ppt/theme/theme1.xml><?xml version="1.0" encoding="utf-8"?>
<a:theme xmlns:a="http://schemas.openxmlformats.org/drawingml/2006/main" name="Bachelor in Robotics Engineering by Slidesgo">
  <a:themeElements>
    <a:clrScheme name="Simple Light">
      <a:dk1>
        <a:srgbClr val="1F164D"/>
      </a:dk1>
      <a:lt1>
        <a:srgbClr val="F9F9F9"/>
      </a:lt1>
      <a:dk2>
        <a:srgbClr val="E8E8E8"/>
      </a:dk2>
      <a:lt2>
        <a:srgbClr val="C1C1C1"/>
      </a:lt2>
      <a:accent1>
        <a:srgbClr val="6F79E3"/>
      </a:accent1>
      <a:accent2>
        <a:srgbClr val="433ABA"/>
      </a:accent2>
      <a:accent3>
        <a:srgbClr val="130994"/>
      </a:accent3>
      <a:accent4>
        <a:srgbClr val="FFFFFF"/>
      </a:accent4>
      <a:accent5>
        <a:srgbClr val="FFFFFF"/>
      </a:accent5>
      <a:accent6>
        <a:srgbClr val="FFFFFF"/>
      </a:accent6>
      <a:hlink>
        <a:srgbClr val="1F164D"/>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621</TotalTime>
  <Words>1735</Words>
  <Application>Microsoft Office PowerPoint</Application>
  <PresentationFormat>On-screen Show (16:9)</PresentationFormat>
  <Paragraphs>342</Paragraphs>
  <Slides>52</Slides>
  <Notes>52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52</vt:i4>
      </vt:variant>
    </vt:vector>
  </HeadingPairs>
  <TitlesOfParts>
    <vt:vector size="59" baseType="lpstr">
      <vt:lpstr>Nunito Light</vt:lpstr>
      <vt:lpstr>Arial</vt:lpstr>
      <vt:lpstr>Anaheim</vt:lpstr>
      <vt:lpstr>Archivo Light</vt:lpstr>
      <vt:lpstr>IBM Plex Mono</vt:lpstr>
      <vt:lpstr>Archivo</vt:lpstr>
      <vt:lpstr>Bachelor in Robotics Engineering by Slidesgo</vt:lpstr>
      <vt:lpstr>PROJET FABLAB MICROMOUSE</vt:lpstr>
      <vt:lpstr>BEAUCOUP DE TRAVAIL</vt:lpstr>
      <vt:lpstr>~300h</vt:lpstr>
      <vt:lpstr>UN TRAVAIL EXTRÊMEMENT BIEN RÉPARTI</vt:lpstr>
      <vt:lpstr>2 CONTRIBUTIONS OPEN-SOURCE</vt:lpstr>
      <vt:lpstr>CE QUI A ÉTÉ ACCOMPLI</vt:lpstr>
      <vt:lpstr>LE MONTAGE - GÉNÉRAL</vt:lpstr>
      <vt:lpstr>LE MONTAGE - CAPTEURS</vt:lpstr>
      <vt:lpstr>LE MONTAGE – VUE DE DERRIÈRE</vt:lpstr>
      <vt:lpstr>LE MONTAGE – PCB Custom</vt:lpstr>
      <vt:lpstr>Technologies utilisées</vt:lpstr>
      <vt:lpstr>TECHNOLOGIES UTILISÉES</vt:lpstr>
      <vt:lpstr>DÉROULÉ</vt:lpstr>
      <vt:lpstr>PROBLÈMES VARIÉS</vt:lpstr>
      <vt:lpstr>De drôles de graphiques…</vt:lpstr>
      <vt:lpstr>INHALT DIESER VORLAGE</vt:lpstr>
      <vt:lpstr>INHALTSVERZEICHNIS</vt:lpstr>
      <vt:lpstr>Wow!</vt:lpstr>
      <vt:lpstr>EINFÜHRUNG</vt:lpstr>
      <vt:lpstr>BRAUCHST DU EINEN LÄNGEREN TEXT?</vt:lpstr>
      <vt:lpstr>DER TITEL DER FOLIE KOMMT HIER HIN!</vt:lpstr>
      <vt:lpstr>ZWEI IDEEN</vt:lpstr>
      <vt:lpstr>DREI IDEEN</vt:lpstr>
      <vt:lpstr>VIER IDEEN</vt:lpstr>
      <vt:lpstr>SECHS IDEEN</vt:lpstr>
      <vt:lpstr>GENIALE WORTE</vt:lpstr>
      <vt:lpstr>—JEMAND BERÜHMTES</vt:lpstr>
      <vt:lpstr>EIN BILD SAGT MEHR ALS TAUSEND WORTE</vt:lpstr>
      <vt:lpstr>BILDER SIND LEICHTER ZU VERSTEHEN</vt:lpstr>
      <vt:lpstr>150 325</vt:lpstr>
      <vt:lpstr>9H 55M 23S</vt:lpstr>
      <vt:lpstr>PROZENTSÄTZE</vt:lpstr>
      <vt:lpstr>COMPUTER MOCKUP</vt:lpstr>
      <vt:lpstr>TABLET MOCKUP</vt:lpstr>
      <vt:lpstr>SMARTPHONE MOCKUP</vt:lpstr>
      <vt:lpstr>DIES IST EINE KARTE</vt:lpstr>
      <vt:lpstr>ZEITLEISTE</vt:lpstr>
      <vt:lpstr>DIES IST EINE INFOGRAFIK</vt:lpstr>
      <vt:lpstr>TABELLE</vt:lpstr>
      <vt:lpstr>DIAGRAMM</vt:lpstr>
      <vt:lpstr>UNSER TEAM</vt:lpstr>
      <vt:lpstr>ROBOTICS REVOLUTION</vt:lpstr>
      <vt:lpstr>EXPLORING THE WORLD OF BOTS</vt:lpstr>
      <vt:lpstr>KEYS IN ROBOTICS EVOLUTION</vt:lpstr>
      <vt:lpstr>ANATOMY OF A ROBOT</vt:lpstr>
      <vt:lpstr>EXERCISE 01: PROGRAMMING</vt:lpstr>
      <vt:lpstr>EXERCISE 02: MATCH THE DATE</vt:lpstr>
      <vt:lpstr>EXERCISE 03: TRUE OR FALSE</vt:lpstr>
      <vt:lpstr>DANKE!</vt:lpstr>
      <vt:lpstr>ICON PACK</vt:lpstr>
      <vt:lpstr>ALTERNATIVE RESSOURCEN</vt:lpstr>
      <vt:lpstr>RESSOURCEN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Nils Bezard</cp:lastModifiedBy>
  <cp:revision>12</cp:revision>
  <dcterms:modified xsi:type="dcterms:W3CDTF">2026-05-21T12:28:08Z</dcterms:modified>
</cp:coreProperties>
</file>